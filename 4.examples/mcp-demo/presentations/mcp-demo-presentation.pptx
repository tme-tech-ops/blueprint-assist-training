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4"/>
  </p:notesMasterIdLst>
  <p:handoutMasterIdLst>
    <p:handoutMasterId r:id="rId25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70C000A-F15E-CDEB-5FF0-3591E52921F2}" name="Daniels, Michelle" initials="DM" userId="S::michelle_daniels@dell.com::068e6cfe-dc47-43fe-8b35-a3a67322fa9c" providerId="AD"/>
  <p188:author id="{1D511275-967C-2AE7-D834-C852EF495766}" name="Daniels, Michelle" initials="MD" userId="S::Michelle_Daniels@Dell.com::068e6cfe-dc47-43fe-8b35-a3a67322fa9c" providerId="AD"/>
  <p188:author id="{ED2983AF-9298-20EC-AEF1-8D41B4975210}" name="Gonzales, Dionne" initials="DG" userId="S::Dionne_Gonzales@Dell.com::4e7974cd-2679-40c4-86d8-b9a4d317dfc5" providerId="AD"/>
  <p188:author id="{374E5DB5-84AC-8B4E-C77D-C73014835CAD}" name="Gonzales, Dionne" initials="GD" userId="S::dionne_gonzales@dell.com::4e7974cd-2679-40c4-86d8-b9a4d317dfc5" providerId="AD"/>
  <p188:author id="{82CCC5B6-CD32-E5B0-E0EF-0830A25402C4}" name="Dawson, John" initials="JD" userId="S::J.Dawson@dell.com::af5fcba0-fba6-4a8d-8b8c-c882628aa348" providerId="AD"/>
  <p188:author id="{F00F52F7-4E7B-29BA-A725-5D62A1133A93}" name="Lorincova, Katarina" initials="" userId="S::Katarina_Lorincova@Dell.com::a658c2af-9125-48b0-ac2b-a8cc15ee2a0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0586D"/>
    <a:srgbClr val="D2D2D2"/>
    <a:srgbClr val="66278F"/>
    <a:srgbClr val="B6B6B6"/>
    <a:srgbClr val="E5E3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138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nders, Robert" userId="fbb7e790-7c81-43ad-9c38-b18cbf2e2b1d" providerId="ADAL" clId="{7ABE44DF-A0B6-4B62-B7EB-FDE3DD496FE5}"/>
    <pc:docChg chg="mod modMainMaster">
      <pc:chgData name="Sonders, Robert" userId="fbb7e790-7c81-43ad-9c38-b18cbf2e2b1d" providerId="ADAL" clId="{7ABE44DF-A0B6-4B62-B7EB-FDE3DD496FE5}" dt="2026-07-04T00:13:23.431" v="3" actId="33475"/>
      <pc:docMkLst>
        <pc:docMk/>
      </pc:docMkLst>
      <pc:sldMasterChg chg="addSp delSp mod">
        <pc:chgData name="Sonders, Robert" userId="fbb7e790-7c81-43ad-9c38-b18cbf2e2b1d" providerId="ADAL" clId="{7ABE44DF-A0B6-4B62-B7EB-FDE3DD496FE5}" dt="2026-07-04T00:13:23.429" v="2" actId="33475"/>
        <pc:sldMasterMkLst>
          <pc:docMk/>
          <pc:sldMasterMk cId="550481734" sldId="2147483648"/>
        </pc:sldMasterMkLst>
        <pc:spChg chg="add del">
          <ac:chgData name="Sonders, Robert" userId="fbb7e790-7c81-43ad-9c38-b18cbf2e2b1d" providerId="ADAL" clId="{7ABE44DF-A0B6-4B62-B7EB-FDE3DD496FE5}" dt="2026-07-04T00:13:23.429" v="2" actId="33475"/>
          <ac:spMkLst>
            <pc:docMk/>
            <pc:sldMasterMk cId="550481734" sldId="2147483648"/>
            <ac:spMk id="3" creationId="{F9A21873-0353-5A5B-C755-8BAC45993B04}"/>
          </ac:spMkLst>
        </pc:sp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CDFCB21-1E6F-50A3-E0FB-4E5876AC9F8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4C7EDF-3DD7-8C3C-CB07-889044169C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31D599-9EB2-46E2-AC39-602382AE3480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64EC8E-89EA-93B5-9F90-507CD528B9E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334D8C-926E-0A26-98B4-CA787A0776F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DEEA91-EA4F-4E9B-8E41-4498703D9B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5757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2E8E08-BC0D-4F7B-8FE8-F3B7386FBAA7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227301-2725-4FFF-B33E-C13F64EB0F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0794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Cosmo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raphic 15">
            <a:extLst>
              <a:ext uri="{FF2B5EF4-FFF2-40B4-BE49-F238E27FC236}">
                <a16:creationId xmlns:a16="http://schemas.microsoft.com/office/drawing/2014/main" id="{366544EA-090D-4754-BF2B-7E73886E3793}"/>
              </a:ext>
            </a:extLst>
          </p:cNvPr>
          <p:cNvPicPr/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8DAE177-2ADE-7BF3-92D9-F9B7E6A987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401170" y="3099155"/>
            <a:ext cx="548640" cy="134471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EAC71E2-5BFD-234C-4016-6842B4F875C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171" y="6172200"/>
            <a:ext cx="2743200" cy="356618"/>
          </a:xfrm>
          <a:prstGeom prst="rect">
            <a:avLst/>
          </a:prstGeom>
        </p:spPr>
      </p:pic>
      <p:sp>
        <p:nvSpPr>
          <p:cNvPr id="14" name="Subtitle 2">
            <a:extLst>
              <a:ext uri="{FF2B5EF4-FFF2-40B4-BE49-F238E27FC236}">
                <a16:creationId xmlns:a16="http://schemas.microsoft.com/office/drawing/2014/main" id="{829E9C44-E8DE-15CC-8593-1D75D22871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1170" y="3635531"/>
            <a:ext cx="7950937" cy="7239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B70AA270-DB4B-D4E4-01A3-5E76A5D66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338" y="1282334"/>
            <a:ext cx="7997943" cy="1495794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216465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Raven">
    <p:bg>
      <p:bgPr>
        <a:solidFill>
          <a:srgbClr val="4058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8EEE540F-F32F-ACFB-63DF-516E08093657}"/>
              </a:ext>
            </a:extLst>
          </p:cNvPr>
          <p:cNvPicPr/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8DAE177-2ADE-7BF3-92D9-F9B7E6A987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401170" y="3099155"/>
            <a:ext cx="548640" cy="134471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EAC71E2-5BFD-234C-4016-6842B4F875C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171" y="6172200"/>
            <a:ext cx="2743200" cy="356618"/>
          </a:xfrm>
          <a:prstGeom prst="rect">
            <a:avLst/>
          </a:prstGeom>
        </p:spPr>
      </p:pic>
      <p:sp>
        <p:nvSpPr>
          <p:cNvPr id="14" name="Subtitle 2">
            <a:extLst>
              <a:ext uri="{FF2B5EF4-FFF2-40B4-BE49-F238E27FC236}">
                <a16:creationId xmlns:a16="http://schemas.microsoft.com/office/drawing/2014/main" id="{829E9C44-E8DE-15CC-8593-1D75D22871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1170" y="3635531"/>
            <a:ext cx="7950937" cy="7239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B70AA270-DB4B-D4E4-01A3-5E76A5D66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338" y="1282334"/>
            <a:ext cx="7997943" cy="1495794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940507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Dell Bl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8A222BE9-A049-CD29-C5E1-0C57482DBC7A}"/>
              </a:ext>
            </a:extLst>
          </p:cNvPr>
          <p:cNvPicPr/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8DAE177-2ADE-7BF3-92D9-F9B7E6A987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401170" y="3099155"/>
            <a:ext cx="548640" cy="134471"/>
          </a:xfrm>
          <a:prstGeom prst="rect">
            <a:avLst/>
          </a:prstGeom>
          <a:solidFill>
            <a:schemeClr val="accent3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EAC71E2-5BFD-234C-4016-6842B4F875C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171" y="6172200"/>
            <a:ext cx="2743200" cy="356618"/>
          </a:xfrm>
          <a:prstGeom prst="rect">
            <a:avLst/>
          </a:prstGeom>
        </p:spPr>
      </p:pic>
      <p:sp>
        <p:nvSpPr>
          <p:cNvPr id="14" name="Subtitle 2">
            <a:extLst>
              <a:ext uri="{FF2B5EF4-FFF2-40B4-BE49-F238E27FC236}">
                <a16:creationId xmlns:a16="http://schemas.microsoft.com/office/drawing/2014/main" id="{829E9C44-E8DE-15CC-8593-1D75D22871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1170" y="3635531"/>
            <a:ext cx="7950937" cy="7239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B70AA270-DB4B-D4E4-01A3-5E76A5D66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338" y="1282334"/>
            <a:ext cx="7997943" cy="1495794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5368521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Cosmo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037B9-85E0-9D2D-D4DD-C2F353DC4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759" y="5090333"/>
            <a:ext cx="9715500" cy="747897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lnSpc>
                <a:spcPct val="90000"/>
              </a:lnSpc>
              <a:defRPr sz="540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E16C5C2-17B1-0BAB-BE8C-305DB6C0A33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3A4E0E02-D811-0864-32FB-31649EB506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43900" y="914400"/>
            <a:ext cx="3467100" cy="251460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1200"/>
              </a:spcBef>
              <a:buClr>
                <a:schemeClr val="tx1"/>
              </a:buClr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1363" indent="-284163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>
                <a:solidFill>
                  <a:schemeClr val="tx2"/>
                </a:solidFill>
              </a:defRPr>
            </a:lvl4pPr>
            <a:lvl5pPr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34002597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Midnight/Dell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7D3C83F-1685-4A4A-8993-74D321902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343400"/>
            <a:ext cx="8001000" cy="1495794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8AEE0513-2CC5-4407-B582-332F61D61C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0" y="400050"/>
            <a:ext cx="457200" cy="1143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108" name="Text Placeholder 2">
            <a:extLst>
              <a:ext uri="{FF2B5EF4-FFF2-40B4-BE49-F238E27FC236}">
                <a16:creationId xmlns:a16="http://schemas.microsoft.com/office/drawing/2014/main" id="{581EB6DF-C2AD-463C-A014-FD1AA6D95B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66799" y="349478"/>
            <a:ext cx="7315201" cy="21544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1400" cap="all" spc="300" baseline="0">
                <a:solidFill>
                  <a:schemeClr val="tx1"/>
                </a:solidFill>
                <a:latin typeface="Arial "/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5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58684917-6517-4801-D799-032C14CD0F6D}"/>
              </a:ext>
            </a:extLst>
          </p:cNvPr>
          <p:cNvPicPr/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E84832A-B523-8290-24BC-7E21F74DB989}"/>
              </a:ext>
            </a:extLst>
          </p:cNvPr>
          <p:cNvSpPr>
            <a:spLocks/>
          </p:cNvSpPr>
          <p:nvPr userDrawn="1"/>
        </p:nvSpPr>
        <p:spPr>
          <a:xfrm>
            <a:off x="10153650" y="6286500"/>
            <a:ext cx="1885950" cy="571499"/>
          </a:xfrm>
          <a:prstGeom prst="rect">
            <a:avLst/>
          </a:prstGeom>
          <a:solidFill>
            <a:schemeClr val="accent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1434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ar Midnight/Dell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7B8D3F8-2C6C-6419-483A-A6C9DC09A37C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3067050" cy="6858000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n>
                <a:noFill/>
              </a:ln>
              <a:noFill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800100"/>
            <a:ext cx="2286000" cy="1329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7100" y="400050"/>
            <a:ext cx="8382000" cy="58293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228594" indent="-228594">
              <a:lnSpc>
                <a:spcPct val="100000"/>
              </a:lnSpc>
              <a:spcBef>
                <a:spcPts val="1200"/>
              </a:spcBef>
              <a:buClr>
                <a:schemeClr val="bg2"/>
              </a:buClr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685783" indent="-228594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Arial" panose="020B0604020202020204" pitchFamily="34" charset="0"/>
              <a:buChar char="–"/>
              <a:defRPr sz="1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066773" indent="-152396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Arial" panose="020B0604020202020204" pitchFamily="34" charset="0"/>
              <a:buChar char="▪"/>
              <a:defRPr sz="1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160" indent="-228594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4pPr>
            <a:lvl5pPr marL="2057349" indent="-228594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E372F5-2EC7-4733-8384-2D4149AFD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0" y="400050"/>
            <a:ext cx="457200" cy="1143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84B0B8-7C41-4C04-9E5E-65F06621721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0" y="2514600"/>
            <a:ext cx="2286000" cy="371475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8172566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ar w/photo Midnight/Dell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5D59AC4-89BF-88E0-0B9A-ADE4E08A0824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3067050" cy="6858000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n>
                <a:noFill/>
              </a:ln>
              <a:noFill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800100"/>
            <a:ext cx="2286000" cy="1329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E372F5-2EC7-4733-8384-2D4149AFD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0" y="400050"/>
            <a:ext cx="457200" cy="1143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84B0B8-7C41-4C04-9E5E-65F06621721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0" y="2514600"/>
            <a:ext cx="2286000" cy="371475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9FF4B414-00F5-1172-09E9-197EF6C8CF8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067050" y="0"/>
            <a:ext cx="9124950" cy="685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/>
          <a:lstStyle>
            <a:lvl1pPr marL="0" indent="0" algn="ctr">
              <a:buNone/>
              <a:defRPr>
                <a:solidFill>
                  <a:schemeClr val="bg2"/>
                </a:solidFill>
              </a:defRPr>
            </a:lvl1pPr>
          </a:lstStyle>
          <a:p>
            <a:br>
              <a:rPr lang="en-US"/>
            </a:br>
            <a:br>
              <a:rPr lang="en-US"/>
            </a:br>
            <a:r>
              <a:rPr lang="en-US"/>
              <a:t>Click icon to add picture.</a:t>
            </a:r>
          </a:p>
        </p:txBody>
      </p:sp>
    </p:spTree>
    <p:extLst>
      <p:ext uri="{BB962C8B-B14F-4D97-AF65-F5344CB8AC3E}">
        <p14:creationId xmlns:p14="http://schemas.microsoft.com/office/powerpoint/2010/main" val="29884817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bar Midnight/Dell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17DF1CB-5F39-48E0-B2DB-764E018FDB2D}"/>
              </a:ext>
            </a:extLst>
          </p:cNvPr>
          <p:cNvSpPr/>
          <p:nvPr userDrawn="1"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accent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bg2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800100"/>
            <a:ext cx="4000500" cy="8863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F25C9EF-E3D6-4E9D-83B4-E16E0BAD9154}"/>
              </a:ext>
            </a:extLst>
          </p:cNvPr>
          <p:cNvSpPr>
            <a:spLocks noGrp="1" noChangeAspect="1"/>
          </p:cNvSpPr>
          <p:nvPr>
            <p:ph sz="quarter" idx="11" hasCustomPrompt="1"/>
          </p:nvPr>
        </p:nvSpPr>
        <p:spPr>
          <a:xfrm>
            <a:off x="4438650" y="2228850"/>
            <a:ext cx="3314700" cy="3314700"/>
          </a:xfrm>
          <a:prstGeom prst="rect">
            <a:avLst/>
          </a:prstGeom>
          <a:solidFill>
            <a:schemeClr val="tx1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r>
              <a:rPr lang="en-US"/>
              <a:t>Click icon to add picture.</a:t>
            </a:r>
          </a:p>
        </p:txBody>
      </p:sp>
      <p:sp>
        <p:nvSpPr>
          <p:cNvPr id="13" name="Content Placeholder 11">
            <a:extLst>
              <a:ext uri="{FF2B5EF4-FFF2-40B4-BE49-F238E27FC236}">
                <a16:creationId xmlns:a16="http://schemas.microsoft.com/office/drawing/2014/main" id="{CC9ADC35-0177-4D0A-A2B4-6BE8CB97A65E}"/>
              </a:ext>
            </a:extLst>
          </p:cNvPr>
          <p:cNvSpPr>
            <a:spLocks noGrp="1" noChangeAspect="1"/>
          </p:cNvSpPr>
          <p:nvPr>
            <p:ph sz="quarter" idx="12" hasCustomPrompt="1"/>
          </p:nvPr>
        </p:nvSpPr>
        <p:spPr>
          <a:xfrm>
            <a:off x="552450" y="2228850"/>
            <a:ext cx="3314700" cy="3314700"/>
          </a:xfrm>
          <a:prstGeom prst="rect">
            <a:avLst/>
          </a:prstGeom>
          <a:solidFill>
            <a:schemeClr val="tx1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algn="ctr"/>
            <a:r>
              <a:rPr lang="en-US">
                <a:solidFill>
                  <a:schemeClr val="bg2"/>
                </a:solidFill>
              </a:rPr>
              <a:t>These boxes can be used for text, photos, icons, quotes, etc.</a:t>
            </a:r>
          </a:p>
          <a:p>
            <a:pPr algn="ctr"/>
            <a:r>
              <a:rPr lang="en-US">
                <a:solidFill>
                  <a:schemeClr val="bg2"/>
                </a:solidFill>
              </a:rPr>
              <a:t>Can be moved or deleted.</a:t>
            </a:r>
          </a:p>
        </p:txBody>
      </p:sp>
      <p:sp>
        <p:nvSpPr>
          <p:cNvPr id="14" name="Content Placeholder 11">
            <a:extLst>
              <a:ext uri="{FF2B5EF4-FFF2-40B4-BE49-F238E27FC236}">
                <a16:creationId xmlns:a16="http://schemas.microsoft.com/office/drawing/2014/main" id="{887CCC8C-1CBB-4FA5-AC41-F8CE31E2C100}"/>
              </a:ext>
            </a:extLst>
          </p:cNvPr>
          <p:cNvSpPr>
            <a:spLocks noGrp="1" noChangeAspect="1"/>
          </p:cNvSpPr>
          <p:nvPr>
            <p:ph sz="quarter" idx="13" hasCustomPrompt="1"/>
          </p:nvPr>
        </p:nvSpPr>
        <p:spPr>
          <a:xfrm>
            <a:off x="8324850" y="2228850"/>
            <a:ext cx="3314700" cy="3314700"/>
          </a:xfrm>
          <a:prstGeom prst="rect">
            <a:avLst/>
          </a:prstGeom>
          <a:solidFill>
            <a:schemeClr val="tx1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r>
              <a:rPr lang="en-US"/>
              <a:t>Click icon to add picture.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270C93A-C784-4B2F-A8F0-B35D5DE9A5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0" y="400050"/>
            <a:ext cx="457200" cy="1143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2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5552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ttom bar w/photo Midnight/Dell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EADD02D-4E86-18B9-EC0D-5EFAF43C6BBB}"/>
              </a:ext>
            </a:extLst>
          </p:cNvPr>
          <p:cNvSpPr/>
          <p:nvPr userDrawn="1"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96F27EC7-A1F5-878A-4E9C-42D9EE7F3BF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429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/>
          <a:lstStyle>
            <a:lvl1pPr marL="0" indent="0" algn="ctr">
              <a:buNone/>
              <a:defRPr>
                <a:solidFill>
                  <a:schemeClr val="bg2"/>
                </a:solidFill>
              </a:defRPr>
            </a:lvl1pPr>
          </a:lstStyle>
          <a:p>
            <a:br>
              <a:rPr lang="en-US"/>
            </a:br>
            <a:br>
              <a:rPr lang="en-US"/>
            </a:br>
            <a:r>
              <a:rPr lang="en-US"/>
              <a:t>Click icon to add picture.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033FDC-55EF-42E8-40A1-2BDB05C183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0" y="3829050"/>
            <a:ext cx="457200" cy="1143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accent6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569" y="4229100"/>
            <a:ext cx="4800600" cy="886397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>
              <a:defRPr lang="en-US" sz="3200" dirty="0">
                <a:solidFill>
                  <a:schemeClr val="tx2"/>
                </a:solidFill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7BBD618F-8A85-084C-32A4-1A29A50E8E9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3829050"/>
            <a:ext cx="5715000" cy="23431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800"/>
              </a:spcBef>
              <a:buClr>
                <a:srgbClr val="808080"/>
              </a:buClr>
              <a:buNone/>
              <a:defRPr sz="1800" b="0">
                <a:solidFill>
                  <a:schemeClr val="tx1"/>
                </a:solidFill>
              </a:defRPr>
            </a:lvl1pPr>
            <a:lvl2pPr marL="342900" indent="-342900">
              <a:lnSpc>
                <a:spcPct val="100000"/>
              </a:lnSpc>
              <a:spcBef>
                <a:spcPts val="1200"/>
              </a:spcBef>
              <a:buClr>
                <a:schemeClr val="tx1"/>
              </a:buClr>
              <a:buFont typeface="+mj-lt"/>
              <a:buAutoNum type="arabicPeriod"/>
              <a:defRPr sz="1600" b="0">
                <a:solidFill>
                  <a:schemeClr val="tx1"/>
                </a:solidFill>
              </a:defRPr>
            </a:lvl2pPr>
            <a:lvl3pPr marL="685783" indent="-228594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b="0">
                <a:solidFill>
                  <a:schemeClr val="tx1"/>
                </a:solidFill>
              </a:defRPr>
            </a:lvl3pPr>
            <a:lvl4pPr marL="1600160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49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FDA5B365-007E-1E32-CA95-9AA4910AA44A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0" y="5600700"/>
            <a:ext cx="4800600" cy="5715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5020939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Midnight/Dell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C487A85-65B5-4371-833A-AD6EFF69F5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A868ACC7-8EB3-3777-94F1-2D5FF7F38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879" y="3647347"/>
            <a:ext cx="9201150" cy="2676747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90000"/>
              </a:lnSpc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8A0713-16B4-85B9-9747-E21C7624E2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401170" y="3103523"/>
            <a:ext cx="548640" cy="134471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81741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Raven/Dell Blue">
    <p:bg>
      <p:bgPr>
        <a:solidFill>
          <a:srgbClr val="4058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7D3C83F-1685-4A4A-8993-74D321902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343400"/>
            <a:ext cx="8001000" cy="1495794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8AEE0513-2CC5-4407-B582-332F61D61C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0" y="400050"/>
            <a:ext cx="457200" cy="1143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108" name="Text Placeholder 2">
            <a:extLst>
              <a:ext uri="{FF2B5EF4-FFF2-40B4-BE49-F238E27FC236}">
                <a16:creationId xmlns:a16="http://schemas.microsoft.com/office/drawing/2014/main" id="{581EB6DF-C2AD-463C-A014-FD1AA6D95B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66799" y="349478"/>
            <a:ext cx="7315201" cy="21544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1400" cap="all" spc="300" baseline="0">
                <a:solidFill>
                  <a:schemeClr val="tx1"/>
                </a:solidFill>
                <a:latin typeface="Arial "/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5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A956E6A-F5A7-AAD1-EB8C-081A85CB33D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E84832A-B523-8290-24BC-7E21F74DB989}"/>
              </a:ext>
            </a:extLst>
          </p:cNvPr>
          <p:cNvSpPr>
            <a:spLocks/>
          </p:cNvSpPr>
          <p:nvPr userDrawn="1"/>
        </p:nvSpPr>
        <p:spPr>
          <a:xfrm>
            <a:off x="10153650" y="6286500"/>
            <a:ext cx="1885950" cy="571499"/>
          </a:xfrm>
          <a:prstGeom prst="rect">
            <a:avLst/>
          </a:prstGeom>
          <a:solidFill>
            <a:srgbClr val="40586D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6196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ar Raven/Dell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7B8D3F8-2C6C-6419-483A-A6C9DC09A37C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3067050" cy="6858000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n>
                <a:noFill/>
              </a:ln>
              <a:noFill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800100"/>
            <a:ext cx="2286000" cy="1329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7100" y="400050"/>
            <a:ext cx="8382000" cy="58293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228594" indent="-228594">
              <a:lnSpc>
                <a:spcPct val="100000"/>
              </a:lnSpc>
              <a:spcBef>
                <a:spcPts val="1200"/>
              </a:spcBef>
              <a:buClr>
                <a:schemeClr val="bg2"/>
              </a:buClr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685783" indent="-228594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Arial" panose="020B0604020202020204" pitchFamily="34" charset="0"/>
              <a:buChar char="–"/>
              <a:defRPr sz="1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066773" indent="-152396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Arial" panose="020B0604020202020204" pitchFamily="34" charset="0"/>
              <a:buChar char="▪"/>
              <a:defRPr sz="1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160" indent="-228594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4pPr>
            <a:lvl5pPr marL="2057349" indent="-228594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E372F5-2EC7-4733-8384-2D4149AFD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0" y="400050"/>
            <a:ext cx="457200" cy="1143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84B0B8-7C41-4C04-9E5E-65F06621721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0" y="2514600"/>
            <a:ext cx="2286000" cy="371475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2411590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ar w/photo Raven/Dell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5D59AC4-89BF-88E0-0B9A-ADE4E08A0824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3067050" cy="6858000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n>
                <a:noFill/>
              </a:ln>
              <a:noFill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800100"/>
            <a:ext cx="2286000" cy="1329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E372F5-2EC7-4733-8384-2D4149AFD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0" y="400050"/>
            <a:ext cx="457200" cy="1143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84B0B8-7C41-4C04-9E5E-65F06621721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0" y="2514600"/>
            <a:ext cx="2286000" cy="371475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9FF4B414-00F5-1172-09E9-197EF6C8CF8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067050" y="0"/>
            <a:ext cx="9124950" cy="685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/>
          <a:lstStyle>
            <a:lvl1pPr marL="0" indent="0" algn="ctr">
              <a:buNone/>
              <a:defRPr>
                <a:solidFill>
                  <a:schemeClr val="bg2"/>
                </a:solidFill>
              </a:defRPr>
            </a:lvl1pPr>
          </a:lstStyle>
          <a:p>
            <a:br>
              <a:rPr lang="en-US"/>
            </a:br>
            <a:br>
              <a:rPr lang="en-US"/>
            </a:br>
            <a:r>
              <a:rPr lang="en-US"/>
              <a:t>Click icon to add picture.</a:t>
            </a:r>
          </a:p>
        </p:txBody>
      </p:sp>
    </p:spTree>
    <p:extLst>
      <p:ext uri="{BB962C8B-B14F-4D97-AF65-F5344CB8AC3E}">
        <p14:creationId xmlns:p14="http://schemas.microsoft.com/office/powerpoint/2010/main" val="37926982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bar Raven/Dell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17DF1CB-5F39-48E0-B2DB-764E018FDB2D}"/>
              </a:ext>
            </a:extLst>
          </p:cNvPr>
          <p:cNvSpPr/>
          <p:nvPr userDrawn="1"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rgbClr val="40586D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bg2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800100"/>
            <a:ext cx="4000500" cy="8863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F25C9EF-E3D6-4E9D-83B4-E16E0BAD9154}"/>
              </a:ext>
            </a:extLst>
          </p:cNvPr>
          <p:cNvSpPr>
            <a:spLocks noGrp="1" noChangeAspect="1"/>
          </p:cNvSpPr>
          <p:nvPr>
            <p:ph sz="quarter" idx="11" hasCustomPrompt="1"/>
          </p:nvPr>
        </p:nvSpPr>
        <p:spPr>
          <a:xfrm>
            <a:off x="4438650" y="2228850"/>
            <a:ext cx="3314700" cy="3314700"/>
          </a:xfrm>
          <a:prstGeom prst="rect">
            <a:avLst/>
          </a:prstGeom>
          <a:solidFill>
            <a:schemeClr val="tx1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r>
              <a:rPr lang="en-US"/>
              <a:t>Click icon to add picture.</a:t>
            </a:r>
          </a:p>
        </p:txBody>
      </p:sp>
      <p:sp>
        <p:nvSpPr>
          <p:cNvPr id="13" name="Content Placeholder 11">
            <a:extLst>
              <a:ext uri="{FF2B5EF4-FFF2-40B4-BE49-F238E27FC236}">
                <a16:creationId xmlns:a16="http://schemas.microsoft.com/office/drawing/2014/main" id="{CC9ADC35-0177-4D0A-A2B4-6BE8CB97A65E}"/>
              </a:ext>
            </a:extLst>
          </p:cNvPr>
          <p:cNvSpPr>
            <a:spLocks noGrp="1" noChangeAspect="1"/>
          </p:cNvSpPr>
          <p:nvPr>
            <p:ph sz="quarter" idx="12" hasCustomPrompt="1"/>
          </p:nvPr>
        </p:nvSpPr>
        <p:spPr>
          <a:xfrm>
            <a:off x="552450" y="2228850"/>
            <a:ext cx="3314700" cy="3314700"/>
          </a:xfrm>
          <a:prstGeom prst="rect">
            <a:avLst/>
          </a:prstGeom>
          <a:solidFill>
            <a:schemeClr val="tx1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algn="ctr"/>
            <a:r>
              <a:rPr lang="en-US">
                <a:solidFill>
                  <a:schemeClr val="bg2"/>
                </a:solidFill>
              </a:rPr>
              <a:t>These boxes can be used for text, photos, icons, quotes, etc.</a:t>
            </a:r>
          </a:p>
          <a:p>
            <a:pPr algn="ctr"/>
            <a:r>
              <a:rPr lang="en-US">
                <a:solidFill>
                  <a:schemeClr val="bg2"/>
                </a:solidFill>
              </a:rPr>
              <a:t>Can be moved or deleted.</a:t>
            </a:r>
          </a:p>
        </p:txBody>
      </p:sp>
      <p:sp>
        <p:nvSpPr>
          <p:cNvPr id="14" name="Content Placeholder 11">
            <a:extLst>
              <a:ext uri="{FF2B5EF4-FFF2-40B4-BE49-F238E27FC236}">
                <a16:creationId xmlns:a16="http://schemas.microsoft.com/office/drawing/2014/main" id="{887CCC8C-1CBB-4FA5-AC41-F8CE31E2C100}"/>
              </a:ext>
            </a:extLst>
          </p:cNvPr>
          <p:cNvSpPr>
            <a:spLocks noGrp="1" noChangeAspect="1"/>
          </p:cNvSpPr>
          <p:nvPr>
            <p:ph sz="quarter" idx="13" hasCustomPrompt="1"/>
          </p:nvPr>
        </p:nvSpPr>
        <p:spPr>
          <a:xfrm>
            <a:off x="8324850" y="2228850"/>
            <a:ext cx="3314700" cy="3314700"/>
          </a:xfrm>
          <a:prstGeom prst="rect">
            <a:avLst/>
          </a:prstGeom>
          <a:solidFill>
            <a:schemeClr val="tx1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r>
              <a:rPr lang="en-US"/>
              <a:t>Click icon to add picture.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270C93A-C784-4B2F-A8F0-B35D5DE9A5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0" y="400050"/>
            <a:ext cx="457200" cy="1143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2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9409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ttom bar w/photo Raven/Dell Blue">
    <p:bg>
      <p:bgPr>
        <a:solidFill>
          <a:srgbClr val="4058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EADD02D-4E86-18B9-EC0D-5EFAF43C6BBB}"/>
              </a:ext>
            </a:extLst>
          </p:cNvPr>
          <p:cNvSpPr/>
          <p:nvPr userDrawn="1"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96F27EC7-A1F5-878A-4E9C-42D9EE7F3BF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429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/>
          <a:lstStyle>
            <a:lvl1pPr marL="0" indent="0" algn="ctr">
              <a:buNone/>
              <a:defRPr>
                <a:solidFill>
                  <a:schemeClr val="bg2"/>
                </a:solidFill>
              </a:defRPr>
            </a:lvl1pPr>
          </a:lstStyle>
          <a:p>
            <a:br>
              <a:rPr lang="en-US"/>
            </a:br>
            <a:br>
              <a:rPr lang="en-US"/>
            </a:br>
            <a:r>
              <a:rPr lang="en-US"/>
              <a:t>Click icon to add picture.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033FDC-55EF-42E8-40A1-2BDB05C183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0" y="3829050"/>
            <a:ext cx="457200" cy="1143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accent6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569" y="4229100"/>
            <a:ext cx="4800600" cy="886397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>
              <a:defRPr lang="en-US" sz="3200" dirty="0">
                <a:solidFill>
                  <a:schemeClr val="tx2"/>
                </a:solidFill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7BBD618F-8A85-084C-32A4-1A29A50E8E9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3829050"/>
            <a:ext cx="5715000" cy="23431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800"/>
              </a:spcBef>
              <a:buClr>
                <a:srgbClr val="808080"/>
              </a:buClr>
              <a:buNone/>
              <a:defRPr sz="1800" b="0">
                <a:solidFill>
                  <a:schemeClr val="tx1"/>
                </a:solidFill>
              </a:defRPr>
            </a:lvl1pPr>
            <a:lvl2pPr marL="342900" indent="-342900">
              <a:lnSpc>
                <a:spcPct val="100000"/>
              </a:lnSpc>
              <a:spcBef>
                <a:spcPts val="1200"/>
              </a:spcBef>
              <a:buClr>
                <a:schemeClr val="tx1"/>
              </a:buClr>
              <a:buFont typeface="+mj-lt"/>
              <a:buAutoNum type="arabicPeriod"/>
              <a:defRPr sz="1600" b="0">
                <a:solidFill>
                  <a:schemeClr val="tx1"/>
                </a:solidFill>
              </a:defRPr>
            </a:lvl2pPr>
            <a:lvl3pPr marL="685783" indent="-228594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b="0">
                <a:solidFill>
                  <a:schemeClr val="tx1"/>
                </a:solidFill>
              </a:defRPr>
            </a:lvl3pPr>
            <a:lvl4pPr marL="1600160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49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FDA5B365-007E-1E32-CA95-9AA4910AA44A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0" y="5600700"/>
            <a:ext cx="4800600" cy="5715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22697093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Raven/Dell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C487A85-65B5-4371-833A-AD6EFF69F5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A868ACC7-8EB3-3777-94F1-2D5FF7F38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879" y="3647347"/>
            <a:ext cx="9201150" cy="2676747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90000"/>
              </a:lnSpc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8A0713-16B4-85B9-9747-E21C7624E2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401170" y="3103523"/>
            <a:ext cx="548640" cy="134471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70877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Teal/Fores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7D3C83F-1685-4A4A-8993-74D321902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343400"/>
            <a:ext cx="8001000" cy="1495794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8AEE0513-2CC5-4407-B582-332F61D61C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0" y="400050"/>
            <a:ext cx="457200" cy="114300"/>
          </a:xfrm>
          <a:prstGeom prst="rect">
            <a:avLst/>
          </a:prstGeom>
          <a:solidFill>
            <a:schemeClr val="accent5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108" name="Text Placeholder 2">
            <a:extLst>
              <a:ext uri="{FF2B5EF4-FFF2-40B4-BE49-F238E27FC236}">
                <a16:creationId xmlns:a16="http://schemas.microsoft.com/office/drawing/2014/main" id="{581EB6DF-C2AD-463C-A014-FD1AA6D95B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66799" y="349478"/>
            <a:ext cx="7315201" cy="21544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1400" cap="all" spc="300" baseline="0">
                <a:solidFill>
                  <a:schemeClr val="tx1"/>
                </a:solidFill>
                <a:latin typeface="Arial "/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5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49EFE44-2848-7F23-2E65-C2432B66EDA9}"/>
              </a:ext>
            </a:extLst>
          </p:cNvPr>
          <p:cNvPicPr/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E84832A-B523-8290-24BC-7E21F74DB989}"/>
              </a:ext>
            </a:extLst>
          </p:cNvPr>
          <p:cNvSpPr>
            <a:spLocks/>
          </p:cNvSpPr>
          <p:nvPr userDrawn="1"/>
        </p:nvSpPr>
        <p:spPr>
          <a:xfrm>
            <a:off x="10153650" y="6286500"/>
            <a:ext cx="1885950" cy="571499"/>
          </a:xfrm>
          <a:prstGeom prst="rect">
            <a:avLst/>
          </a:prstGeom>
          <a:solidFill>
            <a:schemeClr val="accent4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98884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ar Teal/Fores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7B8D3F8-2C6C-6419-483A-A6C9DC09A37C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3067050" cy="6858000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n>
                <a:noFill/>
              </a:ln>
              <a:noFill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800100"/>
            <a:ext cx="2286000" cy="1329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7100" y="400050"/>
            <a:ext cx="8382000" cy="58293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228594" indent="-228594">
              <a:lnSpc>
                <a:spcPct val="100000"/>
              </a:lnSpc>
              <a:spcBef>
                <a:spcPts val="1200"/>
              </a:spcBef>
              <a:buClr>
                <a:schemeClr val="bg2"/>
              </a:buClr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685783" indent="-228594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Arial" panose="020B0604020202020204" pitchFamily="34" charset="0"/>
              <a:buChar char="–"/>
              <a:defRPr sz="1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066773" indent="-152396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Arial" panose="020B0604020202020204" pitchFamily="34" charset="0"/>
              <a:buChar char="▪"/>
              <a:defRPr sz="1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160" indent="-228594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4pPr>
            <a:lvl5pPr marL="2057349" indent="-228594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84B0B8-7C41-4C04-9E5E-65F06621721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0" y="2514600"/>
            <a:ext cx="2286000" cy="371475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A3A8302-7725-CC2D-50F0-19C249DD9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0" y="400050"/>
            <a:ext cx="457200" cy="114300"/>
          </a:xfrm>
          <a:prstGeom prst="rect">
            <a:avLst/>
          </a:prstGeom>
          <a:solidFill>
            <a:schemeClr val="accent5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16218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ar w/photo Teal/Fores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5D59AC4-89BF-88E0-0B9A-ADE4E08A0824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3067050" cy="6858000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n>
                <a:noFill/>
              </a:ln>
              <a:noFill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800100"/>
            <a:ext cx="2286000" cy="1329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84B0B8-7C41-4C04-9E5E-65F06621721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0" y="2514600"/>
            <a:ext cx="2286000" cy="371475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9FF4B414-00F5-1172-09E9-197EF6C8CF8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067050" y="0"/>
            <a:ext cx="9124950" cy="685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/>
          <a:lstStyle>
            <a:lvl1pPr marL="0" indent="0" algn="ctr">
              <a:buNone/>
              <a:defRPr>
                <a:solidFill>
                  <a:schemeClr val="bg2"/>
                </a:solidFill>
              </a:defRPr>
            </a:lvl1pPr>
          </a:lstStyle>
          <a:p>
            <a:br>
              <a:rPr lang="en-US"/>
            </a:br>
            <a:br>
              <a:rPr lang="en-US"/>
            </a:br>
            <a:r>
              <a:rPr lang="en-US"/>
              <a:t>Click icon to add picture.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17BC2F-04DA-81D3-C357-B1A1B22D60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0" y="400050"/>
            <a:ext cx="457200" cy="114300"/>
          </a:xfrm>
          <a:prstGeom prst="rect">
            <a:avLst/>
          </a:prstGeom>
          <a:solidFill>
            <a:schemeClr val="accent5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53716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bar Teal/Fores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B71682E-23C4-24FB-FA91-6363C0063C62}"/>
              </a:ext>
            </a:extLst>
          </p:cNvPr>
          <p:cNvSpPr/>
          <p:nvPr userDrawn="1"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accent4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bg2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5B87288-D95C-3502-9D22-3B1836ACF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800100"/>
            <a:ext cx="4000500" cy="8863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11">
            <a:extLst>
              <a:ext uri="{FF2B5EF4-FFF2-40B4-BE49-F238E27FC236}">
                <a16:creationId xmlns:a16="http://schemas.microsoft.com/office/drawing/2014/main" id="{13ADEF55-295F-70CA-1CFE-66FAB5020A3A}"/>
              </a:ext>
            </a:extLst>
          </p:cNvPr>
          <p:cNvSpPr>
            <a:spLocks noGrp="1" noChangeAspect="1"/>
          </p:cNvSpPr>
          <p:nvPr>
            <p:ph sz="quarter" idx="11" hasCustomPrompt="1"/>
          </p:nvPr>
        </p:nvSpPr>
        <p:spPr>
          <a:xfrm>
            <a:off x="4438650" y="2228850"/>
            <a:ext cx="3314700" cy="3314700"/>
          </a:xfrm>
          <a:prstGeom prst="rect">
            <a:avLst/>
          </a:prstGeom>
          <a:solidFill>
            <a:schemeClr val="tx1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r>
              <a:rPr lang="en-US"/>
              <a:t>Click icon to add picture.</a:t>
            </a:r>
          </a:p>
        </p:txBody>
      </p:sp>
      <p:sp>
        <p:nvSpPr>
          <p:cNvPr id="7" name="Content Placeholder 11">
            <a:extLst>
              <a:ext uri="{FF2B5EF4-FFF2-40B4-BE49-F238E27FC236}">
                <a16:creationId xmlns:a16="http://schemas.microsoft.com/office/drawing/2014/main" id="{60F0AC9E-B6D9-3325-1E5A-4C3F85654187}"/>
              </a:ext>
            </a:extLst>
          </p:cNvPr>
          <p:cNvSpPr>
            <a:spLocks noGrp="1" noChangeAspect="1"/>
          </p:cNvSpPr>
          <p:nvPr>
            <p:ph sz="quarter" idx="12" hasCustomPrompt="1"/>
          </p:nvPr>
        </p:nvSpPr>
        <p:spPr>
          <a:xfrm>
            <a:off x="552450" y="2228850"/>
            <a:ext cx="3314700" cy="3314700"/>
          </a:xfrm>
          <a:prstGeom prst="rect">
            <a:avLst/>
          </a:prstGeom>
          <a:solidFill>
            <a:schemeClr val="tx1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algn="ctr"/>
            <a:r>
              <a:rPr lang="en-US">
                <a:solidFill>
                  <a:schemeClr val="bg2"/>
                </a:solidFill>
              </a:rPr>
              <a:t>These boxes can be used for text, photos, icons, quotes, etc.</a:t>
            </a:r>
          </a:p>
          <a:p>
            <a:pPr algn="ctr"/>
            <a:r>
              <a:rPr lang="en-US">
                <a:solidFill>
                  <a:schemeClr val="bg2"/>
                </a:solidFill>
              </a:rPr>
              <a:t>Can be moved or deleted.</a:t>
            </a:r>
          </a:p>
        </p:txBody>
      </p:sp>
      <p:sp>
        <p:nvSpPr>
          <p:cNvPr id="8" name="Content Placeholder 11">
            <a:extLst>
              <a:ext uri="{FF2B5EF4-FFF2-40B4-BE49-F238E27FC236}">
                <a16:creationId xmlns:a16="http://schemas.microsoft.com/office/drawing/2014/main" id="{37357191-2ABA-F6D5-3676-E3FFE044C1C8}"/>
              </a:ext>
            </a:extLst>
          </p:cNvPr>
          <p:cNvSpPr>
            <a:spLocks noGrp="1" noChangeAspect="1"/>
          </p:cNvSpPr>
          <p:nvPr>
            <p:ph sz="quarter" idx="13" hasCustomPrompt="1"/>
          </p:nvPr>
        </p:nvSpPr>
        <p:spPr>
          <a:xfrm>
            <a:off x="8324850" y="2228850"/>
            <a:ext cx="3314700" cy="3314700"/>
          </a:xfrm>
          <a:prstGeom prst="rect">
            <a:avLst/>
          </a:prstGeom>
          <a:solidFill>
            <a:schemeClr val="tx1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r>
              <a:rPr lang="en-US"/>
              <a:t>Click icon to add picture.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0048AD6-BABB-92CA-C41C-2FC7E1E3E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0" y="400050"/>
            <a:ext cx="457200" cy="114300"/>
          </a:xfrm>
          <a:prstGeom prst="rect">
            <a:avLst/>
          </a:prstGeom>
          <a:solidFill>
            <a:schemeClr val="accent5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2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37615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ttom bar w/photo Teal/Fores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04E6FC7-4917-CF88-A22A-67F16297CC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E5375E4-FD7C-1863-274E-160A7140FB92}"/>
              </a:ext>
            </a:extLst>
          </p:cNvPr>
          <p:cNvSpPr/>
          <p:nvPr userDrawn="1"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82069647-EBF5-C050-174A-40E287CA4B11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429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/>
          <a:lstStyle>
            <a:lvl1pPr marL="0" indent="0" algn="ctr">
              <a:buNone/>
              <a:defRPr>
                <a:solidFill>
                  <a:schemeClr val="bg2"/>
                </a:solidFill>
              </a:defRPr>
            </a:lvl1pPr>
          </a:lstStyle>
          <a:p>
            <a:br>
              <a:rPr lang="en-US"/>
            </a:br>
            <a:br>
              <a:rPr lang="en-US"/>
            </a:br>
            <a:r>
              <a:rPr lang="en-US"/>
              <a:t>Click icon to add picture.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5DADDB5-902B-1244-A68C-82D604A763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0" y="3829050"/>
            <a:ext cx="457200" cy="114300"/>
          </a:xfrm>
          <a:prstGeom prst="rect">
            <a:avLst/>
          </a:prstGeom>
          <a:solidFill>
            <a:schemeClr val="accent5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accent6"/>
              </a:solidFill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C67DB779-DAEF-67BD-EFA7-1128DE074F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569" y="4229100"/>
            <a:ext cx="4800600" cy="886397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>
              <a:defRPr lang="en-US" sz="3200" dirty="0">
                <a:solidFill>
                  <a:schemeClr val="tx2"/>
                </a:solidFill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4" name="Content Placeholder 9">
            <a:extLst>
              <a:ext uri="{FF2B5EF4-FFF2-40B4-BE49-F238E27FC236}">
                <a16:creationId xmlns:a16="http://schemas.microsoft.com/office/drawing/2014/main" id="{FAF49F2C-132F-D956-0103-F99A393A67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3829050"/>
            <a:ext cx="5715000" cy="23431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800"/>
              </a:spcBef>
              <a:buClr>
                <a:srgbClr val="808080"/>
              </a:buClr>
              <a:buNone/>
              <a:defRPr sz="1800" b="0">
                <a:solidFill>
                  <a:schemeClr val="tx1"/>
                </a:solidFill>
              </a:defRPr>
            </a:lvl1pPr>
            <a:lvl2pPr marL="342900" indent="-342900">
              <a:lnSpc>
                <a:spcPct val="100000"/>
              </a:lnSpc>
              <a:spcBef>
                <a:spcPts val="1200"/>
              </a:spcBef>
              <a:buClr>
                <a:schemeClr val="tx1"/>
              </a:buClr>
              <a:buFont typeface="+mj-lt"/>
              <a:buAutoNum type="arabicPeriod"/>
              <a:defRPr sz="1600" b="0">
                <a:solidFill>
                  <a:schemeClr val="tx1"/>
                </a:solidFill>
              </a:defRPr>
            </a:lvl2pPr>
            <a:lvl3pPr marL="685783" indent="-228594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b="0">
                <a:solidFill>
                  <a:schemeClr val="tx1"/>
                </a:solidFill>
              </a:defRPr>
            </a:lvl3pPr>
            <a:lvl4pPr marL="1600160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49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82092A01-B82C-CF43-ABF2-C369482E7560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0" y="5600700"/>
            <a:ext cx="4800600" cy="5715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1813531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Cosmos/Fores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C487A85-65B5-4371-833A-AD6EFF69F5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A868ACC7-8EB3-3777-94F1-2D5FF7F38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879" y="3647347"/>
            <a:ext cx="9201150" cy="2676747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90000"/>
              </a:lnSpc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8A0713-16B4-85B9-9747-E21C7624E2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401170" y="3103523"/>
            <a:ext cx="548640" cy="134471"/>
          </a:xfrm>
          <a:prstGeom prst="rect">
            <a:avLst/>
          </a:prstGeom>
          <a:solidFill>
            <a:schemeClr val="accent5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609864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Dusk/Plum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FFB6DC9E-6879-DB58-7ED2-F90BA9672DE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E84832A-B523-8290-24BC-7E21F74DB989}"/>
              </a:ext>
            </a:extLst>
          </p:cNvPr>
          <p:cNvSpPr>
            <a:spLocks/>
          </p:cNvSpPr>
          <p:nvPr userDrawn="1"/>
        </p:nvSpPr>
        <p:spPr>
          <a:xfrm>
            <a:off x="10153650" y="6286500"/>
            <a:ext cx="1885950" cy="571499"/>
          </a:xfrm>
          <a:prstGeom prst="rect">
            <a:avLst/>
          </a:prstGeom>
          <a:solidFill>
            <a:schemeClr val="accent6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D7D3C83F-1685-4A4A-8993-74D321902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343400"/>
            <a:ext cx="8001000" cy="1495794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8AEE0513-2CC5-4407-B582-332F61D61C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0" y="400050"/>
            <a:ext cx="457200" cy="114300"/>
          </a:xfrm>
          <a:prstGeom prst="rect">
            <a:avLst/>
          </a:prstGeom>
          <a:solidFill>
            <a:srgbClr val="66278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108" name="Text Placeholder 2">
            <a:extLst>
              <a:ext uri="{FF2B5EF4-FFF2-40B4-BE49-F238E27FC236}">
                <a16:creationId xmlns:a16="http://schemas.microsoft.com/office/drawing/2014/main" id="{581EB6DF-C2AD-463C-A014-FD1AA6D95B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66799" y="349478"/>
            <a:ext cx="7315201" cy="21544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1400" cap="all" spc="300" baseline="0">
                <a:solidFill>
                  <a:schemeClr val="tx1"/>
                </a:solidFill>
                <a:latin typeface="Arial "/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5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302545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ar Dusk/Plum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7B8D3F8-2C6C-6419-483A-A6C9DC09A37C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3067050" cy="6858000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n>
                <a:noFill/>
              </a:ln>
              <a:noFill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800100"/>
            <a:ext cx="2286000" cy="1329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7100" y="400050"/>
            <a:ext cx="8382000" cy="58293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228594" indent="-228594">
              <a:lnSpc>
                <a:spcPct val="100000"/>
              </a:lnSpc>
              <a:spcBef>
                <a:spcPts val="1200"/>
              </a:spcBef>
              <a:buClr>
                <a:schemeClr val="bg2"/>
              </a:buClr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685783" indent="-228594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Arial" panose="020B0604020202020204" pitchFamily="34" charset="0"/>
              <a:buChar char="–"/>
              <a:defRPr sz="1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066773" indent="-152396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Arial" panose="020B0604020202020204" pitchFamily="34" charset="0"/>
              <a:buChar char="▪"/>
              <a:defRPr sz="1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160" indent="-228594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4pPr>
            <a:lvl5pPr marL="2057349" indent="-228594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E372F5-2EC7-4733-8384-2D4149AFD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0" y="400050"/>
            <a:ext cx="457200" cy="114300"/>
          </a:xfrm>
          <a:prstGeom prst="rect">
            <a:avLst/>
          </a:prstGeom>
          <a:solidFill>
            <a:srgbClr val="66278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84B0B8-7C41-4C04-9E5E-65F06621721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0" y="2514600"/>
            <a:ext cx="2286000" cy="371475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34004150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ar w/photo Dusk/Plum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5D59AC4-89BF-88E0-0B9A-ADE4E08A0824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3067050" cy="6858000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n>
                <a:noFill/>
              </a:ln>
              <a:noFill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800100"/>
            <a:ext cx="2286000" cy="1329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E372F5-2EC7-4733-8384-2D4149AFD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0" y="400050"/>
            <a:ext cx="457200" cy="114300"/>
          </a:xfrm>
          <a:prstGeom prst="rect">
            <a:avLst/>
          </a:prstGeom>
          <a:solidFill>
            <a:srgbClr val="66278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84B0B8-7C41-4C04-9E5E-65F06621721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0" y="2514600"/>
            <a:ext cx="2286000" cy="371475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9FF4B414-00F5-1172-09E9-197EF6C8CF8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067050" y="0"/>
            <a:ext cx="9124950" cy="685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/>
          <a:lstStyle>
            <a:lvl1pPr marL="0" indent="0" algn="ctr">
              <a:buNone/>
              <a:defRPr>
                <a:solidFill>
                  <a:schemeClr val="bg2"/>
                </a:solidFill>
              </a:defRPr>
            </a:lvl1pPr>
          </a:lstStyle>
          <a:p>
            <a:br>
              <a:rPr lang="en-US"/>
            </a:br>
            <a:br>
              <a:rPr lang="en-US"/>
            </a:br>
            <a:r>
              <a:rPr lang="en-US"/>
              <a:t>Click icon to add picture.</a:t>
            </a:r>
          </a:p>
        </p:txBody>
      </p:sp>
    </p:spTree>
    <p:extLst>
      <p:ext uri="{BB962C8B-B14F-4D97-AF65-F5344CB8AC3E}">
        <p14:creationId xmlns:p14="http://schemas.microsoft.com/office/powerpoint/2010/main" val="4937070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bar Dusk/Plum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17DF1CB-5F39-48E0-B2DB-764E018FDB2D}"/>
              </a:ext>
            </a:extLst>
          </p:cNvPr>
          <p:cNvSpPr/>
          <p:nvPr userDrawn="1"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accent6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bg2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800100"/>
            <a:ext cx="4000500" cy="8863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F25C9EF-E3D6-4E9D-83B4-E16E0BAD9154}"/>
              </a:ext>
            </a:extLst>
          </p:cNvPr>
          <p:cNvSpPr>
            <a:spLocks noGrp="1" noChangeAspect="1"/>
          </p:cNvSpPr>
          <p:nvPr>
            <p:ph sz="quarter" idx="11" hasCustomPrompt="1"/>
          </p:nvPr>
        </p:nvSpPr>
        <p:spPr>
          <a:xfrm>
            <a:off x="4438650" y="2228850"/>
            <a:ext cx="3314700" cy="3314700"/>
          </a:xfrm>
          <a:prstGeom prst="rect">
            <a:avLst/>
          </a:prstGeom>
          <a:solidFill>
            <a:schemeClr val="tx1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r>
              <a:rPr lang="en-US"/>
              <a:t>Click icon to add picture.</a:t>
            </a:r>
          </a:p>
        </p:txBody>
      </p:sp>
      <p:sp>
        <p:nvSpPr>
          <p:cNvPr id="13" name="Content Placeholder 11">
            <a:extLst>
              <a:ext uri="{FF2B5EF4-FFF2-40B4-BE49-F238E27FC236}">
                <a16:creationId xmlns:a16="http://schemas.microsoft.com/office/drawing/2014/main" id="{CC9ADC35-0177-4D0A-A2B4-6BE8CB97A65E}"/>
              </a:ext>
            </a:extLst>
          </p:cNvPr>
          <p:cNvSpPr>
            <a:spLocks noGrp="1" noChangeAspect="1"/>
          </p:cNvSpPr>
          <p:nvPr>
            <p:ph sz="quarter" idx="12" hasCustomPrompt="1"/>
          </p:nvPr>
        </p:nvSpPr>
        <p:spPr>
          <a:xfrm>
            <a:off x="552450" y="2228850"/>
            <a:ext cx="3314700" cy="3314700"/>
          </a:xfrm>
          <a:prstGeom prst="rect">
            <a:avLst/>
          </a:prstGeom>
          <a:solidFill>
            <a:schemeClr val="tx1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algn="ctr"/>
            <a:r>
              <a:rPr lang="en-US">
                <a:solidFill>
                  <a:schemeClr val="bg2"/>
                </a:solidFill>
              </a:rPr>
              <a:t>These boxes can be used for text, photos, icons, quotes, etc.</a:t>
            </a:r>
          </a:p>
          <a:p>
            <a:pPr algn="ctr"/>
            <a:r>
              <a:rPr lang="en-US">
                <a:solidFill>
                  <a:schemeClr val="bg2"/>
                </a:solidFill>
              </a:rPr>
              <a:t>Can be moved or deleted.</a:t>
            </a:r>
          </a:p>
        </p:txBody>
      </p:sp>
      <p:sp>
        <p:nvSpPr>
          <p:cNvPr id="14" name="Content Placeholder 11">
            <a:extLst>
              <a:ext uri="{FF2B5EF4-FFF2-40B4-BE49-F238E27FC236}">
                <a16:creationId xmlns:a16="http://schemas.microsoft.com/office/drawing/2014/main" id="{887CCC8C-1CBB-4FA5-AC41-F8CE31E2C100}"/>
              </a:ext>
            </a:extLst>
          </p:cNvPr>
          <p:cNvSpPr>
            <a:spLocks noGrp="1" noChangeAspect="1"/>
          </p:cNvSpPr>
          <p:nvPr>
            <p:ph sz="quarter" idx="13" hasCustomPrompt="1"/>
          </p:nvPr>
        </p:nvSpPr>
        <p:spPr>
          <a:xfrm>
            <a:off x="8324850" y="2228850"/>
            <a:ext cx="3314700" cy="3314700"/>
          </a:xfrm>
          <a:prstGeom prst="rect">
            <a:avLst/>
          </a:prstGeom>
          <a:solidFill>
            <a:schemeClr val="tx1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r>
              <a:rPr lang="en-US"/>
              <a:t>Click icon to add picture.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270C93A-C784-4B2F-A8F0-B35D5DE9A5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0" y="400050"/>
            <a:ext cx="457200" cy="114300"/>
          </a:xfrm>
          <a:prstGeom prst="rect">
            <a:avLst/>
          </a:prstGeom>
          <a:solidFill>
            <a:srgbClr val="66278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2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301067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ttom bar w/photo Dusk/Plum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EADD02D-4E86-18B9-EC0D-5EFAF43C6BBB}"/>
              </a:ext>
            </a:extLst>
          </p:cNvPr>
          <p:cNvSpPr/>
          <p:nvPr userDrawn="1"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96F27EC7-A1F5-878A-4E9C-42D9EE7F3BF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429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/>
          <a:lstStyle>
            <a:lvl1pPr marL="0" indent="0" algn="ctr">
              <a:buNone/>
              <a:defRPr>
                <a:solidFill>
                  <a:schemeClr val="bg2"/>
                </a:solidFill>
              </a:defRPr>
            </a:lvl1pPr>
          </a:lstStyle>
          <a:p>
            <a:br>
              <a:rPr lang="en-US"/>
            </a:br>
            <a:br>
              <a:rPr lang="en-US"/>
            </a:br>
            <a:r>
              <a:rPr lang="en-US"/>
              <a:t>Click icon to add picture.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033FDC-55EF-42E8-40A1-2BDB05C183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0" y="3829050"/>
            <a:ext cx="457200" cy="114300"/>
          </a:xfrm>
          <a:prstGeom prst="rect">
            <a:avLst/>
          </a:prstGeom>
          <a:solidFill>
            <a:srgbClr val="66278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accent6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569" y="4229100"/>
            <a:ext cx="4800600" cy="886397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>
              <a:defRPr lang="en-US" sz="3200" dirty="0">
                <a:solidFill>
                  <a:schemeClr val="tx2"/>
                </a:solidFill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7BBD618F-8A85-084C-32A4-1A29A50E8E9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3829050"/>
            <a:ext cx="5715000" cy="23431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800"/>
              </a:spcBef>
              <a:buClr>
                <a:srgbClr val="808080"/>
              </a:buClr>
              <a:buNone/>
              <a:defRPr sz="1800" b="0">
                <a:solidFill>
                  <a:schemeClr val="tx1"/>
                </a:solidFill>
              </a:defRPr>
            </a:lvl1pPr>
            <a:lvl2pPr marL="342900" indent="-342900">
              <a:lnSpc>
                <a:spcPct val="100000"/>
              </a:lnSpc>
              <a:spcBef>
                <a:spcPts val="1200"/>
              </a:spcBef>
              <a:buClr>
                <a:schemeClr val="tx1"/>
              </a:buClr>
              <a:buFont typeface="+mj-lt"/>
              <a:buAutoNum type="arabicPeriod"/>
              <a:defRPr sz="1600" b="0">
                <a:solidFill>
                  <a:schemeClr val="tx1"/>
                </a:solidFill>
              </a:defRPr>
            </a:lvl2pPr>
            <a:lvl3pPr marL="685783" indent="-228594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b="0">
                <a:solidFill>
                  <a:schemeClr val="tx1"/>
                </a:solidFill>
              </a:defRPr>
            </a:lvl3pPr>
            <a:lvl4pPr marL="1600160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49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FDA5B365-007E-1E32-CA95-9AA4910AA44A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0" y="5600700"/>
            <a:ext cx="4800600" cy="5715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0550434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Dusk/Plum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C487A85-65B5-4371-833A-AD6EFF69F5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A868ACC7-8EB3-3777-94F1-2D5FF7F38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879" y="3647347"/>
            <a:ext cx="9201150" cy="2676747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90000"/>
              </a:lnSpc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8A0713-16B4-85B9-9747-E21C7624E2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401170" y="3103523"/>
            <a:ext cx="548640" cy="134471"/>
          </a:xfrm>
          <a:prstGeom prst="rect">
            <a:avLst/>
          </a:prstGeom>
          <a:solidFill>
            <a:srgbClr val="66278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692464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342900"/>
            <a:ext cx="11430000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bg1"/>
                </a:solidFill>
                <a:latin typeface="Arial Nova Light" panose="020B03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9227967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342900"/>
            <a:ext cx="11430000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bg1"/>
                </a:solidFill>
                <a:latin typeface="Arial Nova Light" panose="020B03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5486" y="857250"/>
            <a:ext cx="11425529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10286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342900"/>
            <a:ext cx="11430000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bg1"/>
                </a:solidFill>
                <a:latin typeface="Arial Nova Light" panose="020B03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5486" y="857250"/>
            <a:ext cx="11425529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FF1C11A-D2F8-6FB5-BF86-6BAE985D7E19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81000" y="1600200"/>
            <a:ext cx="11430000" cy="4572000"/>
          </a:xfrm>
          <a:prstGeom prst="rect">
            <a:avLst/>
          </a:prstGeom>
        </p:spPr>
        <p:txBody>
          <a:bodyPr lIns="0" tIns="0" rIns="0" bIns="0"/>
          <a:lstStyle>
            <a:lvl1pPr marL="228594" indent="-228594">
              <a:lnSpc>
                <a:spcPct val="100000"/>
              </a:lnSpc>
              <a:spcBef>
                <a:spcPts val="1200"/>
              </a:spcBef>
              <a:buClr>
                <a:schemeClr val="bg2"/>
              </a:buClr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685783" indent="-228594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Arial" panose="020B0604020202020204" pitchFamily="34" charset="0"/>
              <a:buChar char="–"/>
              <a:defRPr sz="1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066773" indent="-152396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Arial" panose="020B0604020202020204" pitchFamily="34" charset="0"/>
              <a:buChar char="▪"/>
              <a:defRPr sz="1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160" indent="-228594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4pPr>
            <a:lvl5pPr marL="2057349" indent="-228594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1682821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342900"/>
            <a:ext cx="11430000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bg1"/>
                </a:solidFill>
                <a:latin typeface="Arial Nova Light" panose="020B03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86FDEC5-669E-1290-C6B1-AAD6D591AF3F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6324600" y="1600200"/>
            <a:ext cx="5486400" cy="4572000"/>
          </a:xfrm>
          <a:prstGeom prst="rect">
            <a:avLst/>
          </a:prstGeom>
        </p:spPr>
        <p:txBody>
          <a:bodyPr lIns="0" tIns="0" rIns="0" bIns="0"/>
          <a:lstStyle>
            <a:lvl1pPr marL="228594" indent="-228594">
              <a:lnSpc>
                <a:spcPct val="100000"/>
              </a:lnSpc>
              <a:spcBef>
                <a:spcPts val="1200"/>
              </a:spcBef>
              <a:buClr>
                <a:schemeClr val="bg2"/>
              </a:buClr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685783" indent="-228594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Arial" panose="020B0604020202020204" pitchFamily="34" charset="0"/>
              <a:buChar char="–"/>
              <a:defRPr sz="1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066773" indent="-152396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Arial" panose="020B0604020202020204" pitchFamily="34" charset="0"/>
              <a:buChar char="▪"/>
              <a:defRPr sz="1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160" indent="-228594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4pPr>
            <a:lvl5pPr marL="2057349" indent="-228594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111536A-C42E-9259-AF7B-CE2F6E83D4B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81657" y="1600200"/>
            <a:ext cx="5486400" cy="4572000"/>
          </a:xfrm>
          <a:prstGeom prst="rect">
            <a:avLst/>
          </a:prstGeom>
        </p:spPr>
        <p:txBody>
          <a:bodyPr lIns="0" tIns="0" rIns="0" bIns="0"/>
          <a:lstStyle>
            <a:lvl1pPr marL="228594" indent="-228594">
              <a:lnSpc>
                <a:spcPct val="100000"/>
              </a:lnSpc>
              <a:spcBef>
                <a:spcPts val="1200"/>
              </a:spcBef>
              <a:buClr>
                <a:schemeClr val="bg2"/>
              </a:buClr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685783" indent="-228594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Arial" panose="020B0604020202020204" pitchFamily="34" charset="0"/>
              <a:buChar char="–"/>
              <a:defRPr sz="1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066773" indent="-152396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Arial" panose="020B0604020202020204" pitchFamily="34" charset="0"/>
              <a:buChar char="▪"/>
              <a:defRPr sz="1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160" indent="-228594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4pPr>
            <a:lvl5pPr marL="2057349" indent="-228594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39691E28-6DB6-B317-230D-EA9AF48AD0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5486" y="857250"/>
            <a:ext cx="11425529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28001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342900"/>
            <a:ext cx="11430000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bg1"/>
                </a:solidFill>
                <a:latin typeface="Arial Nova Light" panose="020B03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BA85B91E-30A3-F97B-BA43-57B6B049DE0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81000" y="1374370"/>
            <a:ext cx="5486400" cy="4797829"/>
          </a:xfrm>
          <a:prstGeom prst="rect">
            <a:avLst/>
          </a:prstGeom>
        </p:spPr>
        <p:txBody>
          <a:bodyPr lIns="0" tIns="0" rIns="0" bIns="91440"/>
          <a:lstStyle>
            <a:lvl1pPr marL="0" indent="0">
              <a:lnSpc>
                <a:spcPct val="100000"/>
              </a:lnSpc>
              <a:spcBef>
                <a:spcPts val="1800"/>
              </a:spcBef>
              <a:buNone/>
              <a:defRPr sz="2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30712" indent="-230712">
              <a:lnSpc>
                <a:spcPct val="100000"/>
              </a:lnSpc>
              <a:spcBef>
                <a:spcPts val="1200"/>
              </a:spcBef>
              <a:buClr>
                <a:schemeClr val="bg2"/>
              </a:buClr>
              <a:defRPr sz="1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685783" indent="-230712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Arial" panose="020B0604020202020204" pitchFamily="34" charset="0"/>
              <a:buChar char="–"/>
              <a:defRPr sz="14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140855" indent="-224361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12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FDAAF5BB-4B68-17DF-1B25-B24D35D4001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24600" y="1374370"/>
            <a:ext cx="5486400" cy="4797829"/>
          </a:xfrm>
          <a:prstGeom prst="rect">
            <a:avLst/>
          </a:prstGeom>
        </p:spPr>
        <p:txBody>
          <a:bodyPr lIns="0" tIns="0" rIns="0" bIns="91440"/>
          <a:lstStyle>
            <a:lvl1pPr marL="0" indent="0">
              <a:lnSpc>
                <a:spcPct val="100000"/>
              </a:lnSpc>
              <a:spcBef>
                <a:spcPts val="1800"/>
              </a:spcBef>
              <a:buNone/>
              <a:defRPr sz="2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30712" indent="-230712">
              <a:lnSpc>
                <a:spcPct val="100000"/>
              </a:lnSpc>
              <a:spcBef>
                <a:spcPts val="1200"/>
              </a:spcBef>
              <a:buClr>
                <a:schemeClr val="bg2"/>
              </a:buClr>
              <a:defRPr sz="1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685783" indent="-230712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Arial" panose="020B0604020202020204" pitchFamily="34" charset="0"/>
              <a:buChar char="–"/>
              <a:defRPr sz="14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140855" indent="-224361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12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94AA7879-C82E-8948-AD02-9A32AC0A75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5486" y="857250"/>
            <a:ext cx="11425529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44670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342900"/>
            <a:ext cx="11430000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bg1"/>
                </a:solidFill>
                <a:latin typeface="Arial Nova Light" panose="020B03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9">
            <a:extLst>
              <a:ext uri="{FF2B5EF4-FFF2-40B4-BE49-F238E27FC236}">
                <a16:creationId xmlns:a16="http://schemas.microsoft.com/office/drawing/2014/main" id="{776682E0-CE1F-AA61-18BC-3F9A7D3B7AC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81000" y="1371600"/>
            <a:ext cx="3526327" cy="4800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800"/>
              </a:spcBef>
              <a:buClr>
                <a:srgbClr val="808080"/>
              </a:buClr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28594" indent="-228594">
              <a:lnSpc>
                <a:spcPct val="100000"/>
              </a:lnSpc>
              <a:spcBef>
                <a:spcPts val="1200"/>
              </a:spcBef>
              <a:buClr>
                <a:schemeClr val="bg2"/>
              </a:buClr>
              <a:buFont typeface="Arial" panose="020B0604020202020204" pitchFamily="34" charset="0"/>
              <a:buChar char="•"/>
              <a:defRPr sz="16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685783" indent="-228594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Arial" panose="020B0604020202020204" pitchFamily="34" charset="0"/>
              <a:buChar char="–"/>
              <a:defRPr sz="12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49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31FA84DA-CD6B-2917-FB96-970809AEE5E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332394" y="1371600"/>
            <a:ext cx="3526327" cy="4800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800"/>
              </a:spcBef>
              <a:buClr>
                <a:srgbClr val="808080"/>
              </a:buClr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28594" indent="-228594">
              <a:lnSpc>
                <a:spcPct val="100000"/>
              </a:lnSpc>
              <a:spcBef>
                <a:spcPts val="1200"/>
              </a:spcBef>
              <a:buClr>
                <a:schemeClr val="bg2"/>
              </a:buClr>
              <a:buFont typeface="Arial" panose="020B0604020202020204" pitchFamily="34" charset="0"/>
              <a:buChar char="•"/>
              <a:defRPr sz="16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685783" indent="-228594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Arial" panose="020B0604020202020204" pitchFamily="34" charset="0"/>
              <a:buChar char="–"/>
              <a:defRPr sz="12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49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Content Placeholder 9">
            <a:extLst>
              <a:ext uri="{FF2B5EF4-FFF2-40B4-BE49-F238E27FC236}">
                <a16:creationId xmlns:a16="http://schemas.microsoft.com/office/drawing/2014/main" id="{801A5972-D45A-AFDC-7AF1-E84E7AF7D0FC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283788" y="1371600"/>
            <a:ext cx="3526327" cy="4800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800"/>
              </a:spcBef>
              <a:buClr>
                <a:srgbClr val="808080"/>
              </a:buClr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28594" indent="-228594">
              <a:lnSpc>
                <a:spcPct val="100000"/>
              </a:lnSpc>
              <a:spcBef>
                <a:spcPts val="1200"/>
              </a:spcBef>
              <a:buClr>
                <a:schemeClr val="bg2"/>
              </a:buClr>
              <a:buFont typeface="Arial" panose="020B0604020202020204" pitchFamily="34" charset="0"/>
              <a:buChar char="•"/>
              <a:defRPr sz="16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685783" indent="-228594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Arial" panose="020B0604020202020204" pitchFamily="34" charset="0"/>
              <a:buChar char="–"/>
              <a:defRPr sz="12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49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887A7032-639A-5411-6118-BBA4991224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5486" y="857250"/>
            <a:ext cx="11425529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097116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9FB5CBE-8FB3-AD47-E13E-A0AD6C268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-503261"/>
            <a:ext cx="11430000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bg1"/>
                </a:solidFill>
                <a:latin typeface="Arial Nova Light" panose="020B03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4029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logo slide Cosmo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A49A41B-9CF1-4CD6-B1E3-F736C63833B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171" y="6172200"/>
            <a:ext cx="2743200" cy="35661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1BF1CE4-153A-85AA-B235-515D0ECCA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0" y="400050"/>
            <a:ext cx="457200" cy="1143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1B6F1130-2447-2F8F-D6CA-4D4B8D097E95}"/>
              </a:ext>
            </a:extLst>
          </p:cNvPr>
          <p:cNvPicPr/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89733253-4A33-BEC0-24F2-891BAD9AA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457200"/>
            <a:ext cx="10515600" cy="395816"/>
          </a:xfrm>
          <a:prstGeom prst="rect">
            <a:avLst/>
          </a:prstGeom>
        </p:spPr>
        <p:txBody>
          <a:bodyPr/>
          <a:lstStyle>
            <a:lvl1pPr algn="ctr"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016262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logo slide Raven">
    <p:bg>
      <p:bgPr>
        <a:solidFill>
          <a:srgbClr val="4058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AB63F84D-D504-A280-C4DF-3A404C91A3C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A49A41B-9CF1-4CD6-B1E3-F736C63833B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171" y="6172200"/>
            <a:ext cx="2743200" cy="35661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1BF1CE4-153A-85AA-B235-515D0ECCA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0" y="400050"/>
            <a:ext cx="457200" cy="1143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93639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logo slide Dell Bl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01B2209E-1FAF-A750-E461-F5A96B13857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A49A41B-9CF1-4CD6-B1E3-F736C63833B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171" y="6172200"/>
            <a:ext cx="2743200" cy="35661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62515BD-28D6-59CF-B1CD-2360F096EC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0" y="400050"/>
            <a:ext cx="457200" cy="114300"/>
          </a:xfrm>
          <a:prstGeom prst="rect">
            <a:avLst/>
          </a:prstGeom>
          <a:solidFill>
            <a:schemeClr val="accent3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63221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theme" Target="../theme/theme1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C998778-5258-3322-48F3-EA6BBD2A4894}"/>
              </a:ext>
            </a:extLst>
          </p:cNvPr>
          <p:cNvPicPr>
            <a:picLocks noChangeAspect="1"/>
          </p:cNvPicPr>
          <p:nvPr userDrawn="1"/>
        </p:nvPicPr>
        <p:blipFill>
          <a:blip r:embed="rId40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79" y="6451744"/>
            <a:ext cx="1438656" cy="187024"/>
          </a:xfrm>
          <a:prstGeom prst="rect">
            <a:avLst/>
          </a:prstGeom>
        </p:spPr>
      </p:pic>
      <p:sp>
        <p:nvSpPr>
          <p:cNvPr id="9" name="fl" descr="                              Dell - Internal Use - Confidential&#10;">
            <a:extLst>
              <a:ext uri="{FF2B5EF4-FFF2-40B4-BE49-F238E27FC236}">
                <a16:creationId xmlns:a16="http://schemas.microsoft.com/office/drawing/2014/main" id="{D0E95807-F374-4095-7824-1009D90927D6}"/>
              </a:ext>
            </a:extLst>
          </p:cNvPr>
          <p:cNvSpPr txBox="1"/>
          <p:nvPr userDrawn="1"/>
        </p:nvSpPr>
        <p:spPr>
          <a:xfrm>
            <a:off x="5381061" y="6701002"/>
            <a:ext cx="1429879" cy="831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marL="0" marR="0" indent="0" algn="ctr" defTabSz="1219170" rtl="0" eaLnBrk="1" fontAlgn="base" latinLnBrk="0" hangingPunct="1">
              <a:lnSpc>
                <a:spcPct val="90000"/>
              </a:lnSpc>
              <a:spcBef>
                <a:spcPts val="133"/>
              </a:spcBef>
              <a:spcAft>
                <a:spcPts val="133"/>
              </a:spcAft>
              <a:buClrTx/>
              <a:buSzTx/>
              <a:buFontTx/>
              <a:buNone/>
              <a:tabLst/>
              <a:defRPr/>
            </a:pPr>
            <a:r>
              <a:rPr lang="en-US" sz="600" b="0" i="0" u="none" baseline="0">
                <a:solidFill>
                  <a:srgbClr val="808080"/>
                </a:solidFill>
                <a:latin typeface="Arial" panose="020B0604020202020204" pitchFamily="34" charset="0"/>
              </a:rPr>
              <a:t>Copyright © Dell Inc. All Rights Reserved.</a:t>
            </a:r>
          </a:p>
        </p:txBody>
      </p:sp>
      <p:sp>
        <p:nvSpPr>
          <p:cNvPr id="10" name="TextBox 19">
            <a:extLst>
              <a:ext uri="{FF2B5EF4-FFF2-40B4-BE49-F238E27FC236}">
                <a16:creationId xmlns:a16="http://schemas.microsoft.com/office/drawing/2014/main" id="{430652FF-3D95-8823-86D1-56EE9D45B67C}"/>
              </a:ext>
            </a:extLst>
          </p:cNvPr>
          <p:cNvSpPr txBox="1"/>
          <p:nvPr userDrawn="1"/>
        </p:nvSpPr>
        <p:spPr>
          <a:xfrm>
            <a:off x="5120251" y="6702028"/>
            <a:ext cx="94577" cy="83100"/>
          </a:xfrm>
          <a:prstGeom prst="rect">
            <a:avLst/>
          </a:prstGeom>
        </p:spPr>
        <p:txBody>
          <a:bodyPr vert="horz" wrap="none" lIns="0" tIns="0" rIns="0" bIns="0" rtlCol="0" anchor="ctr" anchorCtr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bg1"/>
              </a:buClr>
            </a:pPr>
            <a:fld id="{58EC7406-F4CC-4ABF-902E-2AF4E70E5C0F}" type="slidenum">
              <a:rPr lang="en-US" sz="600" b="0" kern="1200" smtClean="0">
                <a:solidFill>
                  <a:srgbClr val="808080"/>
                </a:solidFill>
                <a:latin typeface="Arial" panose="020B0604020202020204" pitchFamily="34" charset="0"/>
                <a:ea typeface="+mn-ea"/>
                <a:cs typeface="+mn-cs"/>
              </a:rPr>
              <a:pPr algn="r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bg1"/>
                </a:buClr>
              </a:pPr>
              <a:t>‹#›</a:t>
            </a:fld>
            <a:endParaRPr lang="en-US" sz="600" b="0" kern="1200" err="1">
              <a:solidFill>
                <a:srgbClr val="808080"/>
              </a:solidFill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50481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71" r:id="rId2"/>
    <p:sldLayoutId id="2147483772" r:id="rId3"/>
    <p:sldLayoutId id="2147483773" r:id="rId4"/>
    <p:sldLayoutId id="2147483764" r:id="rId5"/>
    <p:sldLayoutId id="2147483765" r:id="rId6"/>
    <p:sldLayoutId id="2147483766" r:id="rId7"/>
    <p:sldLayoutId id="2147483767" r:id="rId8"/>
    <p:sldLayoutId id="2147483768" r:id="rId9"/>
    <p:sldLayoutId id="2147483769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52" r:id="rId17"/>
    <p:sldLayoutId id="2147483753" r:id="rId18"/>
    <p:sldLayoutId id="2147483754" r:id="rId19"/>
    <p:sldLayoutId id="2147483755" r:id="rId20"/>
    <p:sldLayoutId id="2147483756" r:id="rId21"/>
    <p:sldLayoutId id="2147483757" r:id="rId22"/>
    <p:sldLayoutId id="2147483743" r:id="rId23"/>
    <p:sldLayoutId id="2147483744" r:id="rId24"/>
    <p:sldLayoutId id="2147483745" r:id="rId25"/>
    <p:sldLayoutId id="2147483746" r:id="rId26"/>
    <p:sldLayoutId id="2147483747" r:id="rId27"/>
    <p:sldLayoutId id="2147483748" r:id="rId28"/>
    <p:sldLayoutId id="2147483779" r:id="rId29"/>
    <p:sldLayoutId id="2147483774" r:id="rId30"/>
    <p:sldLayoutId id="2147483751" r:id="rId31"/>
    <p:sldLayoutId id="2147483775" r:id="rId32"/>
    <p:sldLayoutId id="2147483776" r:id="rId33"/>
    <p:sldLayoutId id="2147483777" r:id="rId34"/>
    <p:sldLayoutId id="2147483778" r:id="rId35"/>
    <p:sldLayoutId id="2147483780" r:id="rId36"/>
    <p:sldLayoutId id="2147483749" r:id="rId37"/>
    <p:sldLayoutId id="2147483750" r:id="rId3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 Nova Light" panose="020B03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Blueprint Assist MCP Server - Live Demonstration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MCP Demo: AI to Dell Automation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261" y="534760"/>
            <a:ext cx="8832396" cy="5788479"/>
          </a:xfrm>
        </p:spPr>
        <p:txBody>
          <a:bodyPr/>
          <a:lstStyle/>
          <a:p>
            <a:r>
              <a:rPr dirty="0"/>
              <a:t>AI understands what I want.</a:t>
            </a:r>
            <a:br>
              <a:rPr dirty="0"/>
            </a:br>
            <a:br>
              <a:rPr lang="en-US" dirty="0"/>
            </a:br>
            <a:r>
              <a:rPr dirty="0"/>
              <a:t>MCP standardizes what the AI can do.</a:t>
            </a:r>
            <a:br>
              <a:rPr dirty="0"/>
            </a:br>
            <a:br>
              <a:rPr lang="en-US" dirty="0"/>
            </a:br>
            <a:r>
              <a:rPr dirty="0"/>
              <a:t>Dell Automation Platform does the work.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Integration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2145"/>
                </a:solidFill>
              </a:defRPr>
            </a:pPr>
            <a:r>
              <a:t>Without MCP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011680"/>
            <a:ext cx="1645920" cy="548640"/>
          </a:xfrm>
          <a:prstGeom prst="roundRect">
            <a:avLst/>
          </a:prstGeom>
          <a:solidFill>
            <a:srgbClr val="0076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Claude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194560" y="2148840"/>
            <a:ext cx="365760" cy="228600"/>
          </a:xfrm>
          <a:prstGeom prst="rightArrow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651760" y="2011680"/>
            <a:ext cx="1645920" cy="54864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Custom Code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834640"/>
            <a:ext cx="1645920" cy="548640"/>
          </a:xfrm>
          <a:prstGeom prst="roundRect">
            <a:avLst/>
          </a:prstGeom>
          <a:solidFill>
            <a:srgbClr val="0076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VS Code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194560" y="2971800"/>
            <a:ext cx="365760" cy="228600"/>
          </a:xfrm>
          <a:prstGeom prst="rightArrow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651760" y="2834640"/>
            <a:ext cx="1645920" cy="54864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Custom Code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657600"/>
            <a:ext cx="1645920" cy="548640"/>
          </a:xfrm>
          <a:prstGeom prst="roundRect">
            <a:avLst/>
          </a:prstGeom>
          <a:solidFill>
            <a:srgbClr val="0076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Cursor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194560" y="3794760"/>
            <a:ext cx="365760" cy="228600"/>
          </a:xfrm>
          <a:prstGeom prst="rightArrow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651760" y="3657600"/>
            <a:ext cx="1645920" cy="54864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Custom Code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480560"/>
            <a:ext cx="1645920" cy="548640"/>
          </a:xfrm>
          <a:prstGeom prst="roundRect">
            <a:avLst/>
          </a:prstGeom>
          <a:solidFill>
            <a:srgbClr val="0076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Enterprise AI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194560" y="4617720"/>
            <a:ext cx="365760" cy="228600"/>
          </a:xfrm>
          <a:prstGeom prst="rightArrow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2651760" y="4480560"/>
            <a:ext cx="1645920" cy="54864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Custom Code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0" y="2743200"/>
            <a:ext cx="1097280" cy="1645920"/>
          </a:xfrm>
          <a:prstGeom prst="roundRect">
            <a:avLst/>
          </a:prstGeom>
          <a:solidFill>
            <a:srgbClr val="002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DAP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343400" y="2148840"/>
            <a:ext cx="274320" cy="182880"/>
          </a:xfrm>
          <a:prstGeom prst="rightArrow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ight Arrow 17"/>
          <p:cNvSpPr/>
          <p:nvPr/>
        </p:nvSpPr>
        <p:spPr>
          <a:xfrm>
            <a:off x="4343400" y="2971800"/>
            <a:ext cx="274320" cy="182880"/>
          </a:xfrm>
          <a:prstGeom prst="rightArrow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ight Arrow 18"/>
          <p:cNvSpPr/>
          <p:nvPr/>
        </p:nvSpPr>
        <p:spPr>
          <a:xfrm>
            <a:off x="4343400" y="3794760"/>
            <a:ext cx="274320" cy="182880"/>
          </a:xfrm>
          <a:prstGeom prst="rightArrow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ight Arrow 19"/>
          <p:cNvSpPr/>
          <p:nvPr/>
        </p:nvSpPr>
        <p:spPr>
          <a:xfrm>
            <a:off x="4343400" y="4617720"/>
            <a:ext cx="274320" cy="182880"/>
          </a:xfrm>
          <a:prstGeom prst="rightArrow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9640"/>
                </a:solidFill>
              </a:defRPr>
            </a:pPr>
            <a:r>
              <a:t>With MCP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2011680"/>
            <a:ext cx="1645920" cy="548640"/>
          </a:xfrm>
          <a:prstGeom prst="roundRect">
            <a:avLst/>
          </a:prstGeom>
          <a:solidFill>
            <a:srgbClr val="0076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Claude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2834640"/>
            <a:ext cx="1645920" cy="548640"/>
          </a:xfrm>
          <a:prstGeom prst="roundRect">
            <a:avLst/>
          </a:prstGeom>
          <a:solidFill>
            <a:srgbClr val="0076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VS Code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3657600"/>
            <a:ext cx="1645920" cy="548640"/>
          </a:xfrm>
          <a:prstGeom prst="roundRect">
            <a:avLst/>
          </a:prstGeom>
          <a:solidFill>
            <a:srgbClr val="0076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Cursor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4480560"/>
            <a:ext cx="1645920" cy="548640"/>
          </a:xfrm>
          <a:prstGeom prst="roundRect">
            <a:avLst/>
          </a:prstGeom>
          <a:solidFill>
            <a:srgbClr val="0076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Enterprise AI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503920" y="2560320"/>
            <a:ext cx="1371600" cy="1828800"/>
          </a:xfrm>
          <a:prstGeom prst="roundRect">
            <a:avLst/>
          </a:prstGeom>
          <a:solidFill>
            <a:srgbClr val="009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MCP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8092440" y="2148840"/>
            <a:ext cx="365760" cy="182880"/>
          </a:xfrm>
          <a:prstGeom prst="rightArrow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ight Arrow 27"/>
          <p:cNvSpPr/>
          <p:nvPr/>
        </p:nvSpPr>
        <p:spPr>
          <a:xfrm>
            <a:off x="8092440" y="2971800"/>
            <a:ext cx="365760" cy="182880"/>
          </a:xfrm>
          <a:prstGeom prst="rightArrow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ight Arrow 28"/>
          <p:cNvSpPr/>
          <p:nvPr/>
        </p:nvSpPr>
        <p:spPr>
          <a:xfrm>
            <a:off x="8092440" y="3794760"/>
            <a:ext cx="365760" cy="182880"/>
          </a:xfrm>
          <a:prstGeom prst="rightArrow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ight Arrow 29"/>
          <p:cNvSpPr/>
          <p:nvPr/>
        </p:nvSpPr>
        <p:spPr>
          <a:xfrm>
            <a:off x="8092440" y="4617720"/>
            <a:ext cx="365760" cy="182880"/>
          </a:xfrm>
          <a:prstGeom prst="rightArrow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ight Arrow 30"/>
          <p:cNvSpPr/>
          <p:nvPr/>
        </p:nvSpPr>
        <p:spPr>
          <a:xfrm>
            <a:off x="9921240" y="3337560"/>
            <a:ext cx="457200" cy="274320"/>
          </a:xfrm>
          <a:prstGeom prst="rightArrow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10424160" y="2743200"/>
            <a:ext cx="1097280" cy="1645920"/>
          </a:xfrm>
          <a:prstGeom prst="roundRect">
            <a:avLst/>
          </a:prstGeom>
          <a:solidFill>
            <a:srgbClr val="002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DAP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66928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8C00"/>
                </a:solidFill>
              </a:defRPr>
            </a:pPr>
            <a:r>
              <a:t>4 clients = 4 integrations to maintain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566928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9640"/>
                </a:solidFill>
              </a:defRPr>
            </a:pPr>
            <a:r>
              <a:t>4 clients = 1 integration to maintain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Three-Layer Model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00400" y="1463040"/>
            <a:ext cx="5486400" cy="1188720"/>
          </a:xfrm>
          <a:prstGeom prst="roundRect">
            <a:avLst/>
          </a:prstGeom>
          <a:solidFill>
            <a:srgbClr val="0076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INTELLIGENCE</a:t>
            </a:r>
            <a:br/>
            <a:r>
              <a:t>AI / LLM /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69680" y="164592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05050"/>
                </a:solidFill>
              </a:defRPr>
            </a:pPr>
            <a:r>
              <a:t>"What does the</a:t>
            </a:r>
            <a:br/>
            <a:r>
              <a:t>user want?"</a:t>
            </a:r>
          </a:p>
        </p:txBody>
      </p:sp>
      <p:sp>
        <p:nvSpPr>
          <p:cNvPr id="5" name="Down Arrow 4"/>
          <p:cNvSpPr/>
          <p:nvPr/>
        </p:nvSpPr>
        <p:spPr>
          <a:xfrm>
            <a:off x="5760720" y="2697480"/>
            <a:ext cx="457200" cy="457200"/>
          </a:xfrm>
          <a:prstGeom prst="downArrow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200400" y="3200400"/>
            <a:ext cx="5486400" cy="1188720"/>
          </a:xfrm>
          <a:prstGeom prst="roundRect">
            <a:avLst/>
          </a:prstGeom>
          <a:solidFill>
            <a:srgbClr val="009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INTERFACE</a:t>
            </a:r>
            <a:br/>
            <a:r>
              <a:t>MCP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0" y="338328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05050"/>
                </a:solidFill>
              </a:defRPr>
            </a:pPr>
            <a:r>
              <a:t>"What can I do</a:t>
            </a:r>
            <a:br/>
            <a:r>
              <a:t>and how?"</a:t>
            </a:r>
          </a:p>
        </p:txBody>
      </p:sp>
      <p:sp>
        <p:nvSpPr>
          <p:cNvPr id="8" name="Down Arrow 7"/>
          <p:cNvSpPr/>
          <p:nvPr/>
        </p:nvSpPr>
        <p:spPr>
          <a:xfrm>
            <a:off x="5760720" y="4434840"/>
            <a:ext cx="457200" cy="457200"/>
          </a:xfrm>
          <a:prstGeom prst="downArrow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200400" y="4937760"/>
            <a:ext cx="5486400" cy="1188720"/>
          </a:xfrm>
          <a:prstGeom prst="roundRect">
            <a:avLst/>
          </a:prstGeom>
          <a:solidFill>
            <a:srgbClr val="002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EXECUTION</a:t>
            </a:r>
            <a:br/>
            <a:r>
              <a:t>Dell Automation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512064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05050"/>
                </a:solidFill>
              </a:defRPr>
            </a:pPr>
            <a:r>
              <a:t>"Do the work."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MCP Architecture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0" y="822958"/>
            <a:ext cx="1828800" cy="64008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505050"/>
                </a:solidFill>
              </a:defRPr>
            </a:pPr>
            <a:r>
              <a:t>USER</a:t>
            </a:r>
          </a:p>
        </p:txBody>
      </p:sp>
      <p:sp>
        <p:nvSpPr>
          <p:cNvPr id="4" name="Down Arrow 3"/>
          <p:cNvSpPr/>
          <p:nvPr/>
        </p:nvSpPr>
        <p:spPr>
          <a:xfrm>
            <a:off x="5760720" y="1508758"/>
            <a:ext cx="365760" cy="365760"/>
          </a:xfrm>
          <a:prstGeom prst="downArrow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114800" y="1920238"/>
            <a:ext cx="3657600" cy="731520"/>
          </a:xfrm>
          <a:prstGeom prst="roundRect">
            <a:avLst/>
          </a:prstGeom>
          <a:solidFill>
            <a:srgbClr val="0076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AI / IDE Agent</a:t>
            </a:r>
            <a:br/>
            <a:r>
              <a:t>(VS Code, Devin, etc.)</a:t>
            </a:r>
          </a:p>
        </p:txBody>
      </p:sp>
      <p:sp>
        <p:nvSpPr>
          <p:cNvPr id="6" name="Down Arrow 5"/>
          <p:cNvSpPr/>
          <p:nvPr/>
        </p:nvSpPr>
        <p:spPr>
          <a:xfrm>
            <a:off x="5760720" y="2697478"/>
            <a:ext cx="365760" cy="365760"/>
          </a:xfrm>
          <a:prstGeom prst="downArrow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863840" y="228599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8F"/>
                </a:solidFill>
              </a:defRPr>
            </a:pPr>
            <a:r>
              <a:t>MCP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3108958"/>
            <a:ext cx="5486400" cy="1097280"/>
          </a:xfrm>
          <a:prstGeom prst="roundRect">
            <a:avLst/>
          </a:prstGeom>
          <a:solidFill>
            <a:srgbClr val="009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Blueprint Assist MCP Server</a:t>
            </a:r>
            <a:br/>
            <a:r>
              <a:t>Knowledge Tools  |  DAP Tools</a:t>
            </a:r>
          </a:p>
        </p:txBody>
      </p:sp>
      <p:sp>
        <p:nvSpPr>
          <p:cNvPr id="9" name="Down Arrow 8"/>
          <p:cNvSpPr/>
          <p:nvPr/>
        </p:nvSpPr>
        <p:spPr>
          <a:xfrm>
            <a:off x="5760720" y="4251958"/>
            <a:ext cx="365760" cy="365760"/>
          </a:xfrm>
          <a:prstGeom prst="downArrow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657600" y="4663438"/>
            <a:ext cx="4572000" cy="731520"/>
          </a:xfrm>
          <a:prstGeom prst="roundRect">
            <a:avLst/>
          </a:prstGeom>
          <a:solidFill>
            <a:srgbClr val="002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Dell Automation Platform Orchestrator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5760720" y="5440678"/>
            <a:ext cx="365760" cy="365760"/>
          </a:xfrm>
          <a:prstGeom prst="downArrow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114800" y="5852158"/>
            <a:ext cx="3657600" cy="548640"/>
          </a:xfrm>
          <a:prstGeom prst="roundRect">
            <a:avLst/>
          </a:prstGeom>
          <a:solidFill>
            <a:srgbClr val="009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Infrastructure / Services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Two MCP Servers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0" y="1371600"/>
            <a:ext cx="2743200" cy="640080"/>
          </a:xfrm>
          <a:prstGeom prst="roundRect">
            <a:avLst/>
          </a:prstGeom>
          <a:solidFill>
            <a:srgbClr val="0076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AI CLIENT</a:t>
            </a:r>
          </a:p>
        </p:txBody>
      </p:sp>
      <p:sp>
        <p:nvSpPr>
          <p:cNvPr id="4" name="Down Arrow 3"/>
          <p:cNvSpPr/>
          <p:nvPr/>
        </p:nvSpPr>
        <p:spPr>
          <a:xfrm>
            <a:off x="4114800" y="2057400"/>
            <a:ext cx="365760" cy="365760"/>
          </a:xfrm>
          <a:prstGeom prst="downArrow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own Arrow 4"/>
          <p:cNvSpPr/>
          <p:nvPr/>
        </p:nvSpPr>
        <p:spPr>
          <a:xfrm>
            <a:off x="7315200" y="2057400"/>
            <a:ext cx="365760" cy="365760"/>
          </a:xfrm>
          <a:prstGeom prst="downArrow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828800" y="2468880"/>
            <a:ext cx="3657600" cy="2011680"/>
          </a:xfrm>
          <a:prstGeom prst="roundRect">
            <a:avLst/>
          </a:prstGeom>
          <a:solidFill>
            <a:srgbClr val="009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011680" y="25603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AGENT MCP SERVER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301752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Author / Reason</a:t>
            </a:r>
            <a:br/>
            <a:br/>
            <a:r>
              <a:t>- plan_blueprint</a:t>
            </a:r>
            <a:br/>
            <a:r>
              <a:t>- edit_blueprint</a:t>
            </a:r>
            <a:br/>
            <a:r>
              <a:t>- review_blueprint</a:t>
            </a:r>
            <a:br/>
            <a:r>
              <a:t>- package_blueprint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468880"/>
            <a:ext cx="3657600" cy="2011680"/>
          </a:xfrm>
          <a:prstGeom prst="roundRect">
            <a:avLst/>
          </a:prstGeom>
          <a:solidFill>
            <a:srgbClr val="002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0" y="25603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GATEWAY MCP SERVER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301752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Operate DAP</a:t>
            </a:r>
            <a:br/>
            <a:br/>
            <a:r>
              <a:t>- list_blueprints</a:t>
            </a:r>
            <a:br/>
            <a:r>
              <a:t>- create_deployment</a:t>
            </a:r>
            <a:br/>
            <a:r>
              <a:t>- start_execution</a:t>
            </a:r>
            <a:br/>
            <a:r>
              <a:t>- get_execution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3474720" y="4526280"/>
            <a:ext cx="365760" cy="365760"/>
          </a:xfrm>
          <a:prstGeom prst="downArrow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Down Arrow 12"/>
          <p:cNvSpPr/>
          <p:nvPr/>
        </p:nvSpPr>
        <p:spPr>
          <a:xfrm>
            <a:off x="8046720" y="4526280"/>
            <a:ext cx="365760" cy="365760"/>
          </a:xfrm>
          <a:prstGeom prst="downArrow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657600" y="4937760"/>
            <a:ext cx="4572000" cy="731520"/>
          </a:xfrm>
          <a:prstGeom prst="roundRect">
            <a:avLst/>
          </a:prstGeom>
          <a:solidFill>
            <a:srgbClr val="002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DAP ORCHESTRATOR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Demo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Lifecycle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2286000"/>
            <a:ext cx="1371600" cy="731520"/>
          </a:xfrm>
          <a:prstGeom prst="roundRect">
            <a:avLst/>
          </a:prstGeom>
          <a:solidFill>
            <a:srgbClr val="0076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Discover</a:t>
            </a:r>
          </a:p>
        </p:txBody>
      </p:sp>
      <p:sp>
        <p:nvSpPr>
          <p:cNvPr id="4" name="Right Arrow 3"/>
          <p:cNvSpPr/>
          <p:nvPr/>
        </p:nvSpPr>
        <p:spPr>
          <a:xfrm>
            <a:off x="1847088" y="2514600"/>
            <a:ext cx="228600" cy="228600"/>
          </a:xfrm>
          <a:prstGeom prst="rightArrow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103120" y="2286000"/>
            <a:ext cx="1371600" cy="731520"/>
          </a:xfrm>
          <a:prstGeom prst="roundRect">
            <a:avLst/>
          </a:prstGeom>
          <a:solidFill>
            <a:srgbClr val="0076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Understand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493008" y="2514600"/>
            <a:ext cx="228600" cy="228600"/>
          </a:xfrm>
          <a:prstGeom prst="rightArrow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749039" y="2286000"/>
            <a:ext cx="1371600" cy="731520"/>
          </a:xfrm>
          <a:prstGeom prst="roundRect">
            <a:avLst/>
          </a:prstGeom>
          <a:solidFill>
            <a:srgbClr val="009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Author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138927" y="2514600"/>
            <a:ext cx="228600" cy="228600"/>
          </a:xfrm>
          <a:prstGeom prst="rightArrow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394960" y="2286000"/>
            <a:ext cx="1371600" cy="731520"/>
          </a:xfrm>
          <a:prstGeom prst="roundRect">
            <a:avLst/>
          </a:prstGeom>
          <a:solidFill>
            <a:srgbClr val="009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Validate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784848" y="2514600"/>
            <a:ext cx="228600" cy="228600"/>
          </a:xfrm>
          <a:prstGeom prst="rightArrow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040880" y="2286000"/>
            <a:ext cx="1371600" cy="731520"/>
          </a:xfrm>
          <a:prstGeom prst="roundRect">
            <a:avLst/>
          </a:prstGeom>
          <a:solidFill>
            <a:srgbClr val="002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Publish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430767" y="2514600"/>
            <a:ext cx="228600" cy="228600"/>
          </a:xfrm>
          <a:prstGeom prst="rightArrow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686800" y="2286000"/>
            <a:ext cx="1371600" cy="731520"/>
          </a:xfrm>
          <a:prstGeom prst="roundRect">
            <a:avLst/>
          </a:prstGeom>
          <a:solidFill>
            <a:srgbClr val="002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Deploy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10076688" y="2514600"/>
            <a:ext cx="228600" cy="228600"/>
          </a:xfrm>
          <a:prstGeom prst="rightArrow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332720" y="2286000"/>
            <a:ext cx="1371600" cy="731520"/>
          </a:xfrm>
          <a:prstGeom prst="roundRect">
            <a:avLst/>
          </a:prstGeom>
          <a:solidFill>
            <a:srgbClr val="009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Monitor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20040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05050"/>
                </a:solidFill>
              </a:defRPr>
            </a:pPr>
            <a:r>
              <a:t>tools/list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320040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05050"/>
                </a:solidFill>
              </a:defRPr>
            </a:pPr>
            <a:r>
              <a:t>find_examples</a:t>
            </a:r>
            <a:br/>
            <a:r>
              <a:t>get_node_type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320040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05050"/>
                </a:solidFill>
              </a:defRPr>
            </a:pPr>
            <a:r>
              <a:t>plan_blueprint</a:t>
            </a:r>
            <a:br/>
            <a:r>
              <a:t>edit_blueprint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60" y="320040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05050"/>
                </a:solidFill>
              </a:defRPr>
            </a:pPr>
            <a:r>
              <a:t>lint_blueprint</a:t>
            </a:r>
            <a:br/>
            <a:r>
              <a:t>review_blueprint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320040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05050"/>
                </a:solidFill>
              </a:defRPr>
            </a:pPr>
            <a:r>
              <a:t>create_blueprint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320040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05050"/>
                </a:solidFill>
              </a:defRPr>
            </a:pPr>
            <a:r>
              <a:t>create_deployment</a:t>
            </a:r>
            <a:br/>
            <a:r>
              <a:t>start_execution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32720" y="320040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05050"/>
                </a:solidFill>
              </a:defRPr>
            </a:pPr>
            <a:r>
              <a:t>get_execution</a:t>
            </a:r>
            <a:br/>
            <a:r>
              <a:t>get_events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MCP Tool Categories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029200" cy="4114800"/>
          </a:xfrm>
          <a:prstGeom prst="roundRect">
            <a:avLst/>
          </a:prstGeom>
          <a:solidFill>
            <a:srgbClr val="009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KNOWLEDGE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(no credentials required)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search_docs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27432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Search documentation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1546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get_plugin_docs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31546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Plugin documentation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5661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list_node_types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35661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List available node types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97763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get_node_type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397763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Node type definition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3891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find_blueprint_examples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43891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Search examples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800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lint_blueprint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48006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Validate YAML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2120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get_datetime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5212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Server datetime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1645920"/>
            <a:ext cx="5029200" cy="4114800"/>
          </a:xfrm>
          <a:prstGeom prst="roundRect">
            <a:avLst/>
          </a:prstGeom>
          <a:solidFill>
            <a:srgbClr val="002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0" y="17373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DAP TOOLS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1945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(credentials required)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27432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list_blueprints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0" y="27432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List all blueprints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31546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create_blueprint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0" y="31546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Upload blueprint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35661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list_deployments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0" y="35661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List deployments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397763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create_deployment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0" y="3977639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Create deployment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43891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start_execution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5360" y="43891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Start workflow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4800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get_execution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0" y="48006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Check status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52120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list_secrets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0" y="52120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List secrets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5943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505050"/>
                </a:solidFill>
              </a:defRPr>
            </a:pPr>
            <a:r>
              <a:t>These are capabilities the MCP server ACTUALLY advertises - not things the AI assumes.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1: Tool Discovery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029200" cy="109728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05050"/>
                </a:solidFill>
              </a:defRPr>
            </a:pPr>
            <a:r>
              <a:t>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2145"/>
                </a:solidFill>
              </a:defRPr>
            </a:pPr>
            <a:r>
              <a:t>"What Dell Automation Platform tools do you have available?"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029200" cy="1097280"/>
          </a:xfrm>
          <a:prstGeom prst="roundRect">
            <a:avLst/>
          </a:prstGeom>
          <a:solidFill>
            <a:srgbClr val="009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MCP CALL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10312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tools/list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3200400"/>
            <a:ext cx="8229600" cy="2286000"/>
          </a:xfrm>
          <a:prstGeom prst="roundRect">
            <a:avLst/>
          </a:prstGeom>
          <a:solidFill>
            <a:srgbClr val="002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011680" y="329184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KEY POINT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3749039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These aren't things the AI thinks DAP can do.</a:t>
            </a:r>
            <a:br/>
            <a:br/>
            <a:r>
              <a:t>These are capabilities the MCP server is actually advertising.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2: Knowledge Tools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554480"/>
            <a:ext cx="5943600" cy="82296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5577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2145"/>
                </a:solidFill>
              </a:defRPr>
            </a:pPr>
            <a:r>
              <a:t>"Find me a blueprint example for VMware vSphere"</a:t>
            </a:r>
          </a:p>
        </p:txBody>
      </p:sp>
      <p:sp>
        <p:nvSpPr>
          <p:cNvPr id="5" name="Right Arrow 4"/>
          <p:cNvSpPr/>
          <p:nvPr/>
        </p:nvSpPr>
        <p:spPr>
          <a:xfrm>
            <a:off x="6492240" y="1828800"/>
            <a:ext cx="365760" cy="228600"/>
          </a:xfrm>
          <a:prstGeom prst="rightArrow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949440" y="1554480"/>
            <a:ext cx="4114800" cy="822960"/>
          </a:xfrm>
          <a:prstGeom prst="roundRect">
            <a:avLst/>
          </a:prstGeom>
          <a:solidFill>
            <a:srgbClr val="009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find_blueprint_examples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834639"/>
            <a:ext cx="5943600" cy="82296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2926079"/>
            <a:ext cx="5577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2145"/>
                </a:solidFill>
              </a:defRPr>
            </a:pPr>
            <a:r>
              <a:rPr dirty="0"/>
              <a:t>"What node types are in the vSphere plugin?"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492240" y="3108959"/>
            <a:ext cx="365760" cy="228600"/>
          </a:xfrm>
          <a:prstGeom prst="rightArrow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949440" y="2834639"/>
            <a:ext cx="4114800" cy="822960"/>
          </a:xfrm>
          <a:prstGeom prst="roundRect">
            <a:avLst/>
          </a:prstGeom>
          <a:solidFill>
            <a:srgbClr val="009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list_node_types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114800"/>
            <a:ext cx="5943600" cy="82296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4206240"/>
            <a:ext cx="5577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2145"/>
                </a:solidFill>
              </a:defRPr>
            </a:pPr>
            <a:r>
              <a:t>"Explain the node type for creating a VM"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492240" y="4389120"/>
            <a:ext cx="365760" cy="228600"/>
          </a:xfrm>
          <a:prstGeom prst="rightArrow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949440" y="4114800"/>
            <a:ext cx="4114800" cy="822960"/>
          </a:xfrm>
          <a:prstGeom prst="roundRect">
            <a:avLst/>
          </a:prstGeom>
          <a:solidFill>
            <a:srgbClr val="009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get_node_type</a:t>
            </a:r>
            <a:br/>
            <a:r>
              <a:t>get_node_type_docs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486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505050"/>
                </a:solidFill>
              </a:defRPr>
            </a:pPr>
            <a:r>
              <a:t>Blueprint Assist provides domain knowledge.</a:t>
            </a:r>
            <a:br/>
            <a:r>
              <a:t>The AI doesn't connect directly to VMware.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3: Cross to Live DAP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645920"/>
            <a:ext cx="9144000" cy="9144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554480" y="1737360"/>
            <a:ext cx="8778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2145"/>
                </a:solidFill>
              </a:defRPr>
            </a:pPr>
            <a:r>
              <a:t>"List the blueprints currently available on my DAP Orchestrator."</a:t>
            </a:r>
          </a:p>
        </p:txBody>
      </p:sp>
      <p:sp>
        <p:nvSpPr>
          <p:cNvPr id="5" name="Down Arrow 4"/>
          <p:cNvSpPr/>
          <p:nvPr/>
        </p:nvSpPr>
        <p:spPr>
          <a:xfrm>
            <a:off x="5760720" y="2606040"/>
            <a:ext cx="457200" cy="457200"/>
          </a:xfrm>
          <a:prstGeom prst="downArrow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114800" y="3108960"/>
            <a:ext cx="3657600" cy="731520"/>
          </a:xfrm>
          <a:prstGeom prst="roundRect">
            <a:avLst/>
          </a:prstGeom>
          <a:solidFill>
            <a:srgbClr val="009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list_blueprints</a:t>
            </a:r>
          </a:p>
        </p:txBody>
      </p:sp>
      <p:sp>
        <p:nvSpPr>
          <p:cNvPr id="7" name="Down Arrow 6"/>
          <p:cNvSpPr/>
          <p:nvPr/>
        </p:nvSpPr>
        <p:spPr>
          <a:xfrm>
            <a:off x="5760720" y="3886200"/>
            <a:ext cx="457200" cy="457200"/>
          </a:xfrm>
          <a:prstGeom prst="downArrow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371600" y="4389120"/>
            <a:ext cx="9144000" cy="1828800"/>
          </a:xfrm>
          <a:prstGeom prst="roundRect">
            <a:avLst/>
          </a:prstGeom>
          <a:solidFill>
            <a:srgbClr val="002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554480" y="4480560"/>
            <a:ext cx="8778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IMPORTANT BOUNDARY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4937760"/>
            <a:ext cx="8778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A moment ago we were asking Blueprint Assist for knowledge.</a:t>
            </a:r>
            <a:br/>
            <a:br/>
            <a:r>
              <a:t>Now the same MCP interface is talking to your</a:t>
            </a:r>
            <a:br/>
            <a:r>
              <a:t>ACTUAL Dell Automation Platform environment.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4: Author a Blueprint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463040"/>
            <a:ext cx="5029200" cy="128016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2145"/>
                </a:solidFill>
              </a:defRPr>
            </a:pPr>
            <a:r>
              <a:t>"I need a simple development environment on VMware.</a:t>
            </a:r>
            <a:br/>
            <a:r>
              <a:t>Create a blueprint for a VM with 4 CPUs, 16 GB memory, networking and storage."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463040"/>
            <a:ext cx="4114800" cy="502920"/>
          </a:xfrm>
          <a:prstGeom prst="roundRect">
            <a:avLst/>
          </a:prstGeom>
          <a:solidFill>
            <a:srgbClr val="009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plan_blueprint</a:t>
            </a:r>
          </a:p>
        </p:txBody>
      </p:sp>
      <p:sp>
        <p:nvSpPr>
          <p:cNvPr id="6" name="Down Arrow 5"/>
          <p:cNvSpPr/>
          <p:nvPr/>
        </p:nvSpPr>
        <p:spPr>
          <a:xfrm>
            <a:off x="8321040" y="1965960"/>
            <a:ext cx="182880" cy="182880"/>
          </a:xfrm>
          <a:prstGeom prst="downArrow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0" y="2148840"/>
            <a:ext cx="4114800" cy="502920"/>
          </a:xfrm>
          <a:prstGeom prst="roundRect">
            <a:avLst/>
          </a:prstGeom>
          <a:solidFill>
            <a:srgbClr val="009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get_node_type</a:t>
            </a:r>
          </a:p>
        </p:txBody>
      </p:sp>
      <p:sp>
        <p:nvSpPr>
          <p:cNvPr id="8" name="Down Arrow 7"/>
          <p:cNvSpPr/>
          <p:nvPr/>
        </p:nvSpPr>
        <p:spPr>
          <a:xfrm>
            <a:off x="8321040" y="2651760"/>
            <a:ext cx="182880" cy="182880"/>
          </a:xfrm>
          <a:prstGeom prst="downArrow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400800" y="2834640"/>
            <a:ext cx="4114800" cy="50292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505050"/>
                </a:solidFill>
              </a:defRPr>
            </a:pPr>
            <a:r>
              <a:t>Generate YAML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321040" y="3337560"/>
            <a:ext cx="182880" cy="182880"/>
          </a:xfrm>
          <a:prstGeom prst="downArrow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400800" y="3520440"/>
            <a:ext cx="4114800" cy="502920"/>
          </a:xfrm>
          <a:prstGeom prst="roundRect">
            <a:avLst/>
          </a:prstGeom>
          <a:solidFill>
            <a:srgbClr val="009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lint_blueprint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321040" y="4023360"/>
            <a:ext cx="182880" cy="182880"/>
          </a:xfrm>
          <a:prstGeom prst="downArrow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400800" y="4206240"/>
            <a:ext cx="4114800" cy="502920"/>
          </a:xfrm>
          <a:prstGeom prst="roundRect">
            <a:avLst/>
          </a:prstGeom>
          <a:solidFill>
            <a:srgbClr val="009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review_blueprint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321040" y="4709159"/>
            <a:ext cx="182880" cy="182880"/>
          </a:xfrm>
          <a:prstGeom prst="downArrow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400800" y="4892040"/>
            <a:ext cx="4114800" cy="502920"/>
          </a:xfrm>
          <a:prstGeom prst="roundRect">
            <a:avLst/>
          </a:prstGeom>
          <a:solidFill>
            <a:srgbClr val="009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package_blueprint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760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2145"/>
                </a:solidFill>
              </a:defRPr>
            </a:pPr>
            <a:r>
              <a:t>Natural-language intent --&gt; Deterministic Infrastructure-as-Code artifact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5: Validate Before Deployment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151166"/>
            <a:ext cx="3200400" cy="73152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002145"/>
                </a:solidFill>
              </a:defRPr>
            </a:pPr>
            <a:r>
              <a:t>"Validate this blueprint"</a:t>
            </a:r>
          </a:p>
        </p:txBody>
      </p:sp>
      <p:sp>
        <p:nvSpPr>
          <p:cNvPr id="4" name="Right Arrow 3"/>
          <p:cNvSpPr/>
          <p:nvPr/>
        </p:nvSpPr>
        <p:spPr>
          <a:xfrm>
            <a:off x="4206240" y="1379766"/>
            <a:ext cx="365760" cy="274320"/>
          </a:xfrm>
          <a:prstGeom prst="rightArrow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663440" y="1151166"/>
            <a:ext cx="2286000" cy="731520"/>
          </a:xfrm>
          <a:prstGeom prst="roundRect">
            <a:avLst/>
          </a:prstGeom>
          <a:solidFill>
            <a:srgbClr val="009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lint_blueprint</a:t>
            </a:r>
          </a:p>
        </p:txBody>
      </p:sp>
      <p:sp>
        <p:nvSpPr>
          <p:cNvPr id="6" name="Right Arrow 5"/>
          <p:cNvSpPr/>
          <p:nvPr/>
        </p:nvSpPr>
        <p:spPr>
          <a:xfrm>
            <a:off x="7040880" y="1379766"/>
            <a:ext cx="365760" cy="274320"/>
          </a:xfrm>
          <a:prstGeom prst="rightArrow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498079" y="1151166"/>
            <a:ext cx="1828800" cy="73152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ERROR</a:t>
            </a:r>
          </a:p>
        </p:txBody>
      </p:sp>
      <p:sp>
        <p:nvSpPr>
          <p:cNvPr id="8" name="Down Arrow 7"/>
          <p:cNvSpPr/>
          <p:nvPr/>
        </p:nvSpPr>
        <p:spPr>
          <a:xfrm>
            <a:off x="8321040" y="1928406"/>
            <a:ext cx="365760" cy="365760"/>
          </a:xfrm>
          <a:prstGeom prst="downArrow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498079" y="2339886"/>
            <a:ext cx="1828800" cy="73152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002145"/>
                </a:solidFill>
              </a:defRPr>
            </a:pPr>
            <a:r>
              <a:t>"Fix the issue"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321040" y="3117126"/>
            <a:ext cx="365760" cy="365760"/>
          </a:xfrm>
          <a:prstGeom prst="downArrow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498079" y="3528606"/>
            <a:ext cx="1828800" cy="731520"/>
          </a:xfrm>
          <a:prstGeom prst="roundRect">
            <a:avLst/>
          </a:prstGeom>
          <a:solidFill>
            <a:srgbClr val="009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edit_blueprint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321040" y="4305846"/>
            <a:ext cx="365760" cy="365760"/>
          </a:xfrm>
          <a:prstGeom prst="downArrow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498079" y="4717326"/>
            <a:ext cx="1828800" cy="731520"/>
          </a:xfrm>
          <a:prstGeom prst="roundRect">
            <a:avLst/>
          </a:prstGeom>
          <a:solidFill>
            <a:srgbClr val="009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lint_blueprint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321040" y="5494566"/>
            <a:ext cx="365760" cy="365760"/>
          </a:xfrm>
          <a:prstGeom prst="downArrow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498079" y="5906046"/>
            <a:ext cx="1828800" cy="548640"/>
          </a:xfrm>
          <a:prstGeom prst="roundRect">
            <a:avLst/>
          </a:prstGeom>
          <a:solidFill>
            <a:srgbClr val="009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PASS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2979966"/>
            <a:ext cx="5943600" cy="1828800"/>
          </a:xfrm>
          <a:prstGeom prst="roundRect">
            <a:avLst/>
          </a:prstGeom>
          <a:solidFill>
            <a:srgbClr val="002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97280" y="3071405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KEY POINT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528606"/>
            <a:ext cx="5577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We're not trusting the LLM's output</a:t>
            </a:r>
            <a:br/>
            <a:r>
              <a:t>simply because it looks correct.</a:t>
            </a:r>
            <a:br/>
            <a:br/>
            <a:r>
              <a:t>We're validating the artifact</a:t>
            </a:r>
            <a:br/>
            <a:r>
              <a:t>against the automation model.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6: Publish and Deploy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3200400" cy="82296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2145"/>
                </a:solidFill>
              </a:defRPr>
            </a:pPr>
            <a:r>
              <a:t>"Upload this blueprint"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749039" y="1920240"/>
            <a:ext cx="365760" cy="228600"/>
          </a:xfrm>
          <a:prstGeom prst="rightArrow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206240" y="1645920"/>
            <a:ext cx="2743200" cy="822960"/>
          </a:xfrm>
          <a:prstGeom prst="roundRect">
            <a:avLst/>
          </a:prstGeom>
          <a:solidFill>
            <a:srgbClr val="009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create_blueprint</a:t>
            </a:r>
          </a:p>
        </p:txBody>
      </p:sp>
      <p:sp>
        <p:nvSpPr>
          <p:cNvPr id="7" name="Right Arrow 6"/>
          <p:cNvSpPr/>
          <p:nvPr/>
        </p:nvSpPr>
        <p:spPr>
          <a:xfrm>
            <a:off x="7040880" y="1920240"/>
            <a:ext cx="365760" cy="228600"/>
          </a:xfrm>
          <a:prstGeom prst="rightArrow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498079" y="1645920"/>
            <a:ext cx="3200400" cy="822960"/>
          </a:xfrm>
          <a:prstGeom prst="roundRect">
            <a:avLst/>
          </a:prstGeom>
          <a:solidFill>
            <a:srgbClr val="009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Blueprint in DAP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108960"/>
            <a:ext cx="3200400" cy="82296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32918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2145"/>
                </a:solidFill>
              </a:defRPr>
            </a:pPr>
            <a:r>
              <a:t>"Deploy as MCP-DEMO-01"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749039" y="3383280"/>
            <a:ext cx="365760" cy="228600"/>
          </a:xfrm>
          <a:prstGeom prst="rightArrow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206240" y="3108960"/>
            <a:ext cx="2743200" cy="822960"/>
          </a:xfrm>
          <a:prstGeom prst="roundRect">
            <a:avLst/>
          </a:prstGeom>
          <a:solidFill>
            <a:srgbClr val="009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create_deployment</a:t>
            </a:r>
            <a:br/>
            <a:r>
              <a:t>start_execution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040880" y="3383280"/>
            <a:ext cx="365760" cy="228600"/>
          </a:xfrm>
          <a:prstGeom prst="rightArrow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498079" y="3108960"/>
            <a:ext cx="3200400" cy="822960"/>
          </a:xfrm>
          <a:prstGeom prst="roundRect">
            <a:avLst/>
          </a:prstGeom>
          <a:solidFill>
            <a:srgbClr val="009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Deployment running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572000"/>
            <a:ext cx="3200400" cy="82296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47548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2145"/>
                </a:solidFill>
              </a:defRPr>
            </a:pPr>
            <a:r>
              <a:t>"Show me the status"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749039" y="4846320"/>
            <a:ext cx="365760" cy="228600"/>
          </a:xfrm>
          <a:prstGeom prst="rightArrow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206240" y="4572000"/>
            <a:ext cx="2743200" cy="822960"/>
          </a:xfrm>
          <a:prstGeom prst="roundRect">
            <a:avLst/>
          </a:prstGeom>
          <a:solidFill>
            <a:srgbClr val="009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get_execution</a:t>
            </a:r>
            <a:br/>
            <a:r>
              <a:t>get_events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040880" y="4846320"/>
            <a:ext cx="365760" cy="228600"/>
          </a:xfrm>
          <a:prstGeom prst="rightArrow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498079" y="4572000"/>
            <a:ext cx="3200400" cy="822960"/>
          </a:xfrm>
          <a:prstGeom prst="roundRect">
            <a:avLst/>
          </a:prstGeom>
          <a:solidFill>
            <a:srgbClr val="009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Live monitoring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943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2145"/>
                </a:solidFill>
              </a:defRPr>
            </a:pPr>
            <a:r>
              <a:t>Natural language requirement --&gt; Validated blueprint --&gt; Running infrastructure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Complete Loop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0" y="1371600"/>
            <a:ext cx="2743200" cy="64008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505050"/>
                </a:solidFill>
              </a:defRPr>
            </a:pPr>
            <a:r>
              <a:t>HUMAN INTENT</a:t>
            </a:r>
          </a:p>
        </p:txBody>
      </p:sp>
      <p:sp>
        <p:nvSpPr>
          <p:cNvPr id="4" name="Down Arrow 3"/>
          <p:cNvSpPr/>
          <p:nvPr/>
        </p:nvSpPr>
        <p:spPr>
          <a:xfrm>
            <a:off x="5760720" y="2057400"/>
            <a:ext cx="320040" cy="320040"/>
          </a:xfrm>
          <a:prstGeom prst="downArrow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0" y="2423160"/>
            <a:ext cx="2743200" cy="640080"/>
          </a:xfrm>
          <a:prstGeom prst="roundRect">
            <a:avLst/>
          </a:prstGeom>
          <a:solidFill>
            <a:srgbClr val="0076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AI ASSISTANT</a:t>
            </a:r>
          </a:p>
        </p:txBody>
      </p:sp>
      <p:sp>
        <p:nvSpPr>
          <p:cNvPr id="6" name="Down Arrow 5"/>
          <p:cNvSpPr/>
          <p:nvPr/>
        </p:nvSpPr>
        <p:spPr>
          <a:xfrm>
            <a:off x="5760720" y="3108960"/>
            <a:ext cx="320040" cy="320040"/>
          </a:xfrm>
          <a:prstGeom prst="downArrow">
            <a:avLst/>
          </a:prstGeom>
          <a:solidFill>
            <a:srgbClr val="009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0" y="25603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968F"/>
                </a:solidFill>
              </a:defRPr>
            </a:pPr>
            <a:r>
              <a:rPr dirty="0"/>
              <a:t>MCP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3474720"/>
            <a:ext cx="2743200" cy="640080"/>
          </a:xfrm>
          <a:prstGeom prst="roundRect">
            <a:avLst/>
          </a:prstGeom>
          <a:solidFill>
            <a:srgbClr val="009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BLUEPRINT ASSIST</a:t>
            </a:r>
          </a:p>
        </p:txBody>
      </p:sp>
      <p:sp>
        <p:nvSpPr>
          <p:cNvPr id="9" name="Down Arrow 8"/>
          <p:cNvSpPr/>
          <p:nvPr/>
        </p:nvSpPr>
        <p:spPr>
          <a:xfrm>
            <a:off x="5760720" y="4160520"/>
            <a:ext cx="320040" cy="320040"/>
          </a:xfrm>
          <a:prstGeom prst="downArrow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572000" y="4526280"/>
            <a:ext cx="2743200" cy="640080"/>
          </a:xfrm>
          <a:prstGeom prst="roundRect">
            <a:avLst/>
          </a:prstGeom>
          <a:solidFill>
            <a:srgbClr val="002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DAP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5760720" y="5212080"/>
            <a:ext cx="320040" cy="320040"/>
          </a:xfrm>
          <a:prstGeom prst="downArrow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572000" y="5577840"/>
            <a:ext cx="2743200" cy="640080"/>
          </a:xfrm>
          <a:prstGeom prst="roundRect">
            <a:avLst/>
          </a:prstGeom>
          <a:solidFill>
            <a:srgbClr val="009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INFRASTRUCTURE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411480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050"/>
                </a:solidFill>
              </a:defRPr>
            </a:pPr>
            <a:r>
              <a:rPr dirty="0"/>
              <a:t>Execution data</a:t>
            </a:r>
            <a:br>
              <a:rPr dirty="0"/>
            </a:br>
            <a:r>
              <a:rPr dirty="0"/>
              <a:t>flows back via MCP</a:t>
            </a:r>
            <a:br>
              <a:rPr dirty="0"/>
            </a:br>
            <a:r>
              <a:rPr dirty="0"/>
              <a:t>to the AI Assistant</a:t>
            </a:r>
            <a:br>
              <a:rPr dirty="0"/>
            </a:br>
            <a:r>
              <a:rPr dirty="0"/>
              <a:t>and to the User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Messages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463040"/>
            <a:ext cx="457200" cy="457200"/>
          </a:xfrm>
          <a:prstGeom prst="roundRect">
            <a:avLst/>
          </a:prstGeom>
          <a:solidFill>
            <a:srgbClr val="0076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2145"/>
                </a:solidFill>
              </a:defRPr>
            </a:pPr>
            <a:r>
              <a:t>MCP is not required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46304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05050"/>
                </a:solidFill>
              </a:defRPr>
            </a:pPr>
            <a:r>
              <a:rPr dirty="0"/>
              <a:t>You could build direct AI-to-DAP integration.</a:t>
            </a:r>
            <a:br>
              <a:rPr dirty="0"/>
            </a:br>
            <a:r>
              <a:rPr dirty="0"/>
              <a:t>MCP adds value when you want portability across AI clients.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468880"/>
            <a:ext cx="457200" cy="457200"/>
          </a:xfrm>
          <a:prstGeom prst="roundRect">
            <a:avLst/>
          </a:prstGeom>
          <a:solidFill>
            <a:srgbClr val="0076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2145"/>
                </a:solidFill>
              </a:defRPr>
            </a:pPr>
            <a:r>
              <a:t>Tools are discovered, not assumed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246888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05050"/>
                </a:solidFill>
              </a:defRPr>
            </a:pPr>
            <a:r>
              <a:t>These are capabilities the MCP server actually advertises,</a:t>
            </a:r>
            <a:br/>
            <a:r>
              <a:t>not things the AI thinks DAP can do.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474720"/>
            <a:ext cx="457200" cy="457200"/>
          </a:xfrm>
          <a:prstGeom prst="roundRect">
            <a:avLst/>
          </a:prstGeom>
          <a:solidFill>
            <a:srgbClr val="0076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474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2145"/>
                </a:solidFill>
              </a:defRPr>
            </a:pPr>
            <a:r>
              <a:t>Three-layer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347472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05050"/>
                </a:solidFill>
              </a:defRPr>
            </a:pPr>
            <a:r>
              <a:t>AI understands intent, MCP standardizes the interface,</a:t>
            </a:r>
            <a:br/>
            <a:r>
              <a:t>DAP does the work.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480560"/>
            <a:ext cx="457200" cy="457200"/>
          </a:xfrm>
          <a:prstGeom prst="roundRect">
            <a:avLst/>
          </a:prstGeom>
          <a:solidFill>
            <a:srgbClr val="0076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4805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2145"/>
                </a:solidFill>
              </a:defRPr>
            </a:pPr>
            <a:r>
              <a:t>Explicit artifacts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448056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05050"/>
                </a:solidFill>
              </a:defRPr>
            </a:pPr>
            <a:r>
              <a:t>Generated blueprints remain inspectable,</a:t>
            </a:r>
            <a:br/>
            <a:r>
              <a:t>versionable, and governable.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486400"/>
            <a:ext cx="457200" cy="457200"/>
          </a:xfrm>
          <a:prstGeom prst="roundRect">
            <a:avLst/>
          </a:prstGeom>
          <a:solidFill>
            <a:srgbClr val="0076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4864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2145"/>
                </a:solidFill>
              </a:defRPr>
            </a:pPr>
            <a:r>
              <a:t>Strategic positioning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548640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05050"/>
                </a:solidFill>
              </a:defRPr>
            </a:pPr>
            <a:r>
              <a:t>DAP automation becomes a consumable toolset</a:t>
            </a:r>
            <a:br/>
            <a:r>
              <a:t>for the broader agentic ecosystem.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0" y="1330779"/>
            <a:ext cx="11220450" cy="5070021"/>
          </a:xfrm>
        </p:spPr>
        <p:txBody>
          <a:bodyPr/>
          <a:lstStyle/>
          <a:p>
            <a:r>
              <a:rPr dirty="0"/>
              <a:t>MCP doesn't replace Dell Automation Platform.</a:t>
            </a:r>
            <a:br>
              <a:rPr dirty="0"/>
            </a:br>
            <a:br>
              <a:rPr dirty="0"/>
            </a:br>
            <a:r>
              <a:rPr dirty="0"/>
              <a:t>MCP makes Dell Automation Platform</a:t>
            </a:r>
            <a:br>
              <a:rPr dirty="0"/>
            </a:br>
            <a:r>
              <a:rPr dirty="0"/>
              <a:t>accessible to the agentic ecosystem.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8963" y="430618"/>
            <a:ext cx="10396979" cy="6035496"/>
          </a:xfrm>
        </p:spPr>
        <p:txBody>
          <a:bodyPr/>
          <a:lstStyle/>
          <a:p>
            <a:r>
              <a:rPr dirty="0"/>
              <a:t>Blueprint Assist turns intent into automation.</a:t>
            </a:r>
            <a:br>
              <a:rPr dirty="0"/>
            </a:br>
            <a:br>
              <a:rPr dirty="0"/>
            </a:br>
            <a:r>
              <a:rPr dirty="0"/>
              <a:t>MCP makes that automation accessible to AI.</a:t>
            </a:r>
            <a:br>
              <a:rPr dirty="0"/>
            </a:br>
            <a:br>
              <a:rPr dirty="0"/>
            </a:br>
            <a:r>
              <a:rPr dirty="0"/>
              <a:t>Dell Automation Platform turns it into action.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ll Tech color update">
  <a:themeElements>
    <a:clrScheme name="Brand Color Evolution">
      <a:dk1>
        <a:srgbClr val="F0F0F0"/>
      </a:dk1>
      <a:lt1>
        <a:srgbClr val="0672CB"/>
      </a:lt1>
      <a:dk2>
        <a:srgbClr val="FFFFFF"/>
      </a:dk2>
      <a:lt2>
        <a:srgbClr val="000000"/>
      </a:lt2>
      <a:accent1>
        <a:srgbClr val="1D2C3B"/>
      </a:accent1>
      <a:accent2>
        <a:srgbClr val="0D2155"/>
      </a:accent2>
      <a:accent3>
        <a:srgbClr val="00468B"/>
      </a:accent3>
      <a:accent4>
        <a:srgbClr val="044E52"/>
      </a:accent4>
      <a:accent5>
        <a:srgbClr val="0B7C84"/>
      </a:accent5>
      <a:accent6>
        <a:srgbClr val="3F205C"/>
      </a:accent6>
      <a:hlink>
        <a:srgbClr val="0672CB"/>
      </a:hlink>
      <a:folHlink>
        <a:srgbClr val="40155C"/>
      </a:folHlink>
    </a:clrScheme>
    <a:fontScheme name="Corporate fonts">
      <a:majorFont>
        <a:latin typeface="Arial Nova Light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dirty="0" err="1" smtClean="0">
            <a:solidFill>
              <a:schemeClr val="bg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1CC3CD47-EF45-432F-9AF9-CFEDCF1F47FF}" vid="{A0E41CA2-901C-421D-9926-B463575B5FE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ontents xmlns="c9a8f3c6-4134-4ed2-abf1-9ab44cea38c7" xsi:nil="true"/>
    <TaxCatchAll xmlns="c9a8f3c6-4134-4ed2-abf1-9ab44cea38c7" xsi:nil="true"/>
    <TaxKeywordTaxHTField xmlns="c9a8f3c6-4134-4ed2-abf1-9ab44cea38c7">
      <Terms xmlns="http://schemas.microsoft.com/office/infopath/2007/PartnerControls"/>
    </TaxKeywordTaxHTField>
    <lcf76f155ced4ddcb4097134ff3c332f xmlns="c96a20fd-d0fe-4b05-81eb-937327896eab">
      <Terms xmlns="http://schemas.microsoft.com/office/infopath/2007/PartnerControls"/>
    </lcf76f155ced4ddcb4097134ff3c332f>
    <SiteCategories xmlns="c9a8f3c6-4134-4ed2-abf1-9ab44cea38c7" xsi:nil="true"/>
    <DocumentID xmlns="c9a8f3c6-4134-4ed2-abf1-9ab44cea38c7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B3681888A0D6F4CAB3F279E1632A492" ma:contentTypeVersion="23" ma:contentTypeDescription="Create a new document." ma:contentTypeScope="" ma:versionID="38faa351c0cca54dc229fc84c720e3ab">
  <xsd:schema xmlns:xsd="http://www.w3.org/2001/XMLSchema" xmlns:xs="http://www.w3.org/2001/XMLSchema" xmlns:p="http://schemas.microsoft.com/office/2006/metadata/properties" xmlns:ns2="c96a20fd-d0fe-4b05-81eb-937327896eab" xmlns:ns3="c9a8f3c6-4134-4ed2-abf1-9ab44cea38c7" targetNamespace="http://schemas.microsoft.com/office/2006/metadata/properties" ma:root="true" ma:fieldsID="9d1a8cc92e345173b13802e0475ad06f" ns2:_="" ns3:_="">
    <xsd:import namespace="c96a20fd-d0fe-4b05-81eb-937327896eab"/>
    <xsd:import namespace="c9a8f3c6-4134-4ed2-abf1-9ab44cea38c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iteCategories" minOccurs="0"/>
                <xsd:element ref="ns3:TaxKeywordTaxHTField" minOccurs="0"/>
                <xsd:element ref="ns3:TaxCatchAll" minOccurs="0"/>
                <xsd:element ref="ns3:Contents" minOccurs="0"/>
                <xsd:element ref="ns3:DocumentID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ObjectDetectorVersions" minOccurs="0"/>
                <xsd:element ref="ns2:lcf76f155ced4ddcb4097134ff3c332f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6a20fd-d0fe-4b05-81eb-937327896ea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29" nillable="true" ma:taxonomy="true" ma:internalName="lcf76f155ced4ddcb4097134ff3c332f" ma:taxonomyFieldName="MediaServiceImageTags" ma:displayName="Image Tags" ma:readOnly="false" ma:fieldId="{5cf76f15-5ced-4ddc-b409-7134ff3c332f}" ma:taxonomyMulti="true" ma:sspId="f4a8f3d3-8814-4760-a664-575ca63320f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3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a8f3c6-4134-4ed2-abf1-9ab44cea38c7" elementFormDefault="qualified">
    <xsd:import namespace="http://schemas.microsoft.com/office/2006/documentManagement/types"/>
    <xsd:import namespace="http://schemas.microsoft.com/office/infopath/2007/PartnerControls"/>
    <xsd:element name="SiteCategories" ma:index="17" nillable="true" ma:displayName="SiteCategories" ma:default="" ma:internalName="SiteCategori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Enter Choice #1"/>
                  </xsd:restriction>
                </xsd:simpleType>
              </xsd:element>
            </xsd:sequence>
          </xsd:extension>
        </xsd:complexContent>
      </xsd:complexType>
    </xsd:element>
    <xsd:element name="TaxKeywordTaxHTField" ma:index="19" nillable="true" ma:taxonomy="true" ma:internalName="TaxKeywordTaxHTField" ma:taxonomyFieldName="TaxKeyword" ma:displayName="Enterprise Keywords" ma:fieldId="{23f27201-bee3-471e-b2e7-b64fd8b7ca38}" ma:taxonomyMulti="true" ma:sspId="f4a8f3d3-8814-4760-a664-575ca63320f0" ma:termSetId="00000000-0000-0000-0000-000000000000" ma:anchorId="00000000-0000-0000-0000-000000000000" ma:open="true" ma:isKeyword="true">
      <xsd:complexType>
        <xsd:sequence>
          <xsd:element ref="pc:Terms" minOccurs="0" maxOccurs="1"/>
        </xsd:sequence>
      </xsd:complexType>
    </xsd:element>
    <xsd:element name="TaxCatchAll" ma:index="20" nillable="true" ma:displayName="Taxonomy Catch All Column" ma:hidden="true" ma:list="{936948ff-7f2c-4484-93b7-cb1e75a429f8}" ma:internalName="TaxCatchAll" ma:showField="CatchAllData" ma:web="c9a8f3c6-4134-4ed2-abf1-9ab44cea38c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Contents" ma:index="21" nillable="true" ma:displayName="Contents" ma:internalName="Contents">
      <xsd:simpleType>
        <xsd:restriction base="dms:Note">
          <xsd:maxLength value="255"/>
        </xsd:restriction>
      </xsd:simpleType>
    </xsd:element>
    <xsd:element name="DocumentID" ma:index="22" nillable="true" ma:displayName="DocumentID" ma:internalName="DocumentID">
      <xsd:simpleType>
        <xsd:restriction base="dms:Text">
          <xsd:maxLength value="255"/>
        </xsd:restriction>
      </xsd:simpleType>
    </xsd:element>
    <xsd:element name="SharedWithUsers" ma:index="2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8E51012-B727-4B01-9EE6-0C8A68B96B4B}">
  <ds:schemaRefs>
    <ds:schemaRef ds:uri="http://schemas.openxmlformats.org/package/2006/metadata/core-properties"/>
    <ds:schemaRef ds:uri="http://purl.org/dc/dcmitype/"/>
    <ds:schemaRef ds:uri="c96a20fd-d0fe-4b05-81eb-937327896eab"/>
    <ds:schemaRef ds:uri="http://purl.org/dc/terms/"/>
    <ds:schemaRef ds:uri="http://schemas.microsoft.com/office/2006/documentManagement/types"/>
    <ds:schemaRef ds:uri="c9a8f3c6-4134-4ed2-abf1-9ab44cea38c7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C2536F5C-77E1-4EDC-B025-4FDDF0DFB1B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2888767-1ACA-4527-989F-70C1B76C33A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96a20fd-d0fe-4b05-81eb-937327896eab"/>
    <ds:schemaRef ds:uri="c9a8f3c6-4134-4ed2-abf1-9ab44cea38c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Dell Technologies Template 2026</Template>
  <TotalTime>34</TotalTime>
  <Words>903</Words>
  <Application>Microsoft Office PowerPoint</Application>
  <PresentationFormat>Widescreen</PresentationFormat>
  <Paragraphs>170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 </vt:lpstr>
      <vt:lpstr>Aptos</vt:lpstr>
      <vt:lpstr>Arial</vt:lpstr>
      <vt:lpstr>Arial Nova Light</vt:lpstr>
      <vt:lpstr>Wingdings</vt:lpstr>
      <vt:lpstr>Dell Tech color update</vt:lpstr>
      <vt:lpstr>MCP Demo: AI to Dell Automation Platform</vt:lpstr>
      <vt:lpstr>AI understands what I want.  MCP standardizes what the AI can do.  Dell Automation Platform does the work.</vt:lpstr>
      <vt:lpstr>The Integration Challenge</vt:lpstr>
      <vt:lpstr>The Three-Layer Model</vt:lpstr>
      <vt:lpstr>MCP Architecture Overview</vt:lpstr>
      <vt:lpstr>Two MCP Servers</vt:lpstr>
      <vt:lpstr>Live Demo</vt:lpstr>
      <vt:lpstr>Demo Lifecycle</vt:lpstr>
      <vt:lpstr>MCP Tool Categories</vt:lpstr>
      <vt:lpstr>Step 1: Tool Discovery</vt:lpstr>
      <vt:lpstr>Step 2: Knowledge Tools</vt:lpstr>
      <vt:lpstr>Step 3: Cross to Live DAP</vt:lpstr>
      <vt:lpstr>Step 4: Author a Blueprint</vt:lpstr>
      <vt:lpstr>Step 5: Validate Before Deployment</vt:lpstr>
      <vt:lpstr>Step 6: Publish and Deploy</vt:lpstr>
      <vt:lpstr>The Complete Loop</vt:lpstr>
      <vt:lpstr>Key Messages</vt:lpstr>
      <vt:lpstr>MCP doesn't replace Dell Automation Platform.  MCP makes Dell Automation Platform accessible to the agentic ecosystem.</vt:lpstr>
      <vt:lpstr>Blueprint Assist turns intent into automation.  MCP makes that automation accessible to AI.  Dell Automation Platform turns it into action.</vt:lpstr>
    </vt:vector>
  </TitlesOfParts>
  <Company>Dell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Sonders, Robert</cp:lastModifiedBy>
  <cp:revision>4</cp:revision>
  <dcterms:created xsi:type="dcterms:W3CDTF">2025-06-10T19:07:08Z</dcterms:created>
  <dcterms:modified xsi:type="dcterms:W3CDTF">2026-09-27T19:06:15Z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0x0101008B3681888A0D6F4CAB3F279E1632A492</vt:lpwstr>
  </property>
  <property fmtid="{D5CDD505-2E9C-101B-9397-08002B2CF9AE}" pid="3" name="TaxKeyword">
    <vt:lpwstr/>
  </property>
  <property fmtid="{D5CDD505-2E9C-101B-9397-08002B2CF9AE}" pid="4" name="MediaServiceImageTags">
    <vt:lpwstr/>
  </property>
  <property fmtid="{D5CDD505-2E9C-101B-9397-08002B2CF9AE}" pid="5" name="MSIP_Label_dad3be33-4108-4738-9e07-d8656a181486_Enabled">
    <vt:lpwstr>true</vt:lpwstr>
  </property>
  <property fmtid="{D5CDD505-2E9C-101B-9397-08002B2CF9AE}" pid="6" name="MSIP_Label_dad3be33-4108-4738-9e07-d8656a181486_SetDate">
    <vt:lpwstr>2026-07-04T00:13:23Z</vt:lpwstr>
  </property>
  <property fmtid="{D5CDD505-2E9C-101B-9397-08002B2CF9AE}" pid="7" name="MSIP_Label_dad3be33-4108-4738-9e07-d8656a181486_Method">
    <vt:lpwstr>Privileged</vt:lpwstr>
  </property>
  <property fmtid="{D5CDD505-2E9C-101B-9397-08002B2CF9AE}" pid="8" name="MSIP_Label_dad3be33-4108-4738-9e07-d8656a181486_Name">
    <vt:lpwstr>Public No Visual Label</vt:lpwstr>
  </property>
  <property fmtid="{D5CDD505-2E9C-101B-9397-08002B2CF9AE}" pid="9" name="MSIP_Label_dad3be33-4108-4738-9e07-d8656a181486_SiteId">
    <vt:lpwstr>945c199a-83a2-4e80-9f8c-5a91be5752dd</vt:lpwstr>
  </property>
  <property fmtid="{D5CDD505-2E9C-101B-9397-08002B2CF9AE}" pid="10" name="MSIP_Label_dad3be33-4108-4738-9e07-d8656a181486_ActionId">
    <vt:lpwstr>4f5098b3-66fc-4924-869c-b80fe86058c0</vt:lpwstr>
  </property>
  <property fmtid="{D5CDD505-2E9C-101B-9397-08002B2CF9AE}" pid="11" name="MSIP_Label_dad3be33-4108-4738-9e07-d8656a181486_ContentBits">
    <vt:lpwstr>0</vt:lpwstr>
  </property>
  <property fmtid="{D5CDD505-2E9C-101B-9397-08002B2CF9AE}" pid="12" name="MSIP_Label_dad3be33-4108-4738-9e07-d8656a181486_Tag">
    <vt:lpwstr>10, 0, 1, 1</vt:lpwstr>
  </property>
</Properties>
</file>