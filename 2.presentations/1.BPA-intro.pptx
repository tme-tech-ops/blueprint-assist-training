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4" r:id="rId4"/>
  </p:sldMasterIdLst>
  <p:notesMasterIdLst>
    <p:notesMasterId r:id="rId31"/>
  </p:notesMasterIdLst>
  <p:handoutMasterIdLst>
    <p:handoutMasterId r:id="rId32"/>
  </p:handoutMasterIdLst>
  <p:sldIdLst>
    <p:sldId id="2147481903" r:id="rId5"/>
    <p:sldId id="2147481888" r:id="rId6"/>
    <p:sldId id="2147481904" r:id="rId7"/>
    <p:sldId id="2147481908" r:id="rId8"/>
    <p:sldId id="2147481915" r:id="rId9"/>
    <p:sldId id="2147481907" r:id="rId10"/>
    <p:sldId id="2147481930" r:id="rId11"/>
    <p:sldId id="2147481917" r:id="rId12"/>
    <p:sldId id="2147481926" r:id="rId13"/>
    <p:sldId id="2147481931" r:id="rId14"/>
    <p:sldId id="2147481918" r:id="rId15"/>
    <p:sldId id="2147481927" r:id="rId16"/>
    <p:sldId id="2147481935" r:id="rId17"/>
    <p:sldId id="2147481932" r:id="rId18"/>
    <p:sldId id="2147481919" r:id="rId19"/>
    <p:sldId id="2147481920" r:id="rId20"/>
    <p:sldId id="2147481928" r:id="rId21"/>
    <p:sldId id="2147481933" r:id="rId22"/>
    <p:sldId id="2147481921" r:id="rId23"/>
    <p:sldId id="2147481922" r:id="rId24"/>
    <p:sldId id="2147481923" r:id="rId25"/>
    <p:sldId id="2147481924" r:id="rId26"/>
    <p:sldId id="2147481929" r:id="rId27"/>
    <p:sldId id="2147481934" r:id="rId28"/>
    <p:sldId id="2147481925" r:id="rId29"/>
    <p:sldId id="2147481910" r:id="rId30"/>
  </p:sldIdLst>
  <p:sldSz cx="12192000" cy="6858000"/>
  <p:notesSz cx="6934200" cy="92202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157D7A43-DA91-4AB2-9459-01CE2BB3B99F}">
          <p14:sldIdLst>
            <p14:sldId id="2147481903"/>
            <p14:sldId id="2147481888"/>
            <p14:sldId id="2147481904"/>
            <p14:sldId id="2147481908"/>
            <p14:sldId id="2147481915"/>
            <p14:sldId id="2147481907"/>
            <p14:sldId id="2147481930"/>
            <p14:sldId id="2147481917"/>
            <p14:sldId id="2147481926"/>
            <p14:sldId id="2147481931"/>
            <p14:sldId id="2147481918"/>
            <p14:sldId id="2147481927"/>
            <p14:sldId id="2147481935"/>
            <p14:sldId id="2147481932"/>
            <p14:sldId id="2147481919"/>
            <p14:sldId id="2147481920"/>
            <p14:sldId id="2147481928"/>
            <p14:sldId id="2147481933"/>
            <p14:sldId id="2147481921"/>
            <p14:sldId id="2147481922"/>
            <p14:sldId id="2147481923"/>
            <p14:sldId id="2147481924"/>
            <p14:sldId id="2147481929"/>
            <p14:sldId id="2147481934"/>
            <p14:sldId id="2147481925"/>
            <p14:sldId id="21474819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14F600-5991-1A16-1E3E-BB188D1262B1}" name="Murillo, Andrea" initials="MA" userId="S::andrea_murillo@dell.com::697477ab-76d4-4a99-accf-f54986488589" providerId="AD"/>
  <p188:author id="{2E102906-FA21-3150-B9F3-F607260BBB47}" name="Champion, Shannon" initials="CS" userId="S::Shannon.Champion@dell.com::d6ff1f60-a541-4b9a-8542-02198fc2d2e5" providerId="AD"/>
  <p188:author id="{9CDC990A-4D2A-0437-F49F-EE252EB35336}" name="Gilliam, Sarah" initials="GS" userId="S::sarah_gilliam@dell.com::0b0178a5-c61d-4773-8535-c9a962c1b355" providerId="AD"/>
  <p188:author id="{CAC78E0D-1A31-96FA-5290-74AAF7E59F48}" name="Henderson, Brian" initials="" userId="S::Brian.Henderson@dell.com::594d647a-4d10-4200-8edb-83bf621607b6" providerId="AD"/>
  <p188:author id="{52F9AE0D-68CD-A27A-859E-3134EF82F3E7}" name="Mandal, Chhandomay" initials="MC" userId="S::Chhandomay.Mandal@dell.com::721a0bff-e239-41c7-9d40-5586e0418dc8" providerId="AD"/>
  <p188:author id="{8E54F70D-C24B-4263-7249-908146E8FABF}" name="Rennett, Michael" initials="RM" userId="S::Michael_Rennett@Dell.com::0ebb4401-2b24-4bca-8b38-4e557f5b9d69" providerId="AD"/>
  <p188:author id="{FD8F0212-3204-27BC-283F-6F8DAAED3E3C}" name="Hassard, Tara" initials="HT" userId="S::tara.hassard@dell.com::cba9bf39-c3c7-4c5f-a440-5b827c96265c" providerId="AD"/>
  <p188:author id="{F28A291B-7590-FC04-1DC3-21AD78829CD8}" name="Henderson, Brian" initials="HB" userId="S::brian.henderson@dell.com::594d647a-4d10-4200-8edb-83bf621607b6" providerId="AD"/>
  <p188:author id="{DC118120-DEC5-3D86-04CB-E7E1F72B976E}" name="Zehr, Erin" initials="ZE" userId="S::erin_zehr@dell.com::d2f6fb47-ac9a-4230-9560-98b3823d49da" providerId="AD"/>
  <p188:author id="{2C6C1027-EE57-1772-7587-2010ECAC62AC}" name="Burmeister, Nigel" initials="BN" userId="S::Nigel_Burmeister@Dell.com::0a39d6c3-31e7-41c3-a183-de7a58d41936" providerId="AD"/>
  <p188:author id="{FCCC7333-FA0F-7BA4-0235-6AE169417362}" name="Luden, Sarah" initials="LS" userId="S::sarah_luden@dell.com::4ab5182d-6f77-41f3-83bb-2e4f60ae4988" providerId="AD"/>
  <p188:author id="{F422DD38-F606-1EE6-974D-6EE63D2C7165}" name="Loftin, Anna" initials="LA" userId="S::Anna_Loftin@Dell.com::414f66f4-df63-4b6a-a861-1292404a3074" providerId="AD"/>
  <p188:author id="{B6411839-BA5B-0CEA-1D1F-43D11C89DDAB}" name="Williams, Beth" initials="WB" userId="S::Beth_W@Dell.com::a91125fe-c381-4216-bfcf-81553eaee199" providerId="AD"/>
  <p188:author id="{9118B046-B6AB-69FD-6DAD-F11A34F6AE4F}" name="Abu, Maria Renton" initials="" userId="S::Maria_Renton_Abu@Dell.com::68e82061-3ecc-4b38-a5a2-445b36034606" providerId="AD"/>
  <p188:author id="{A792F948-A14E-6092-9F6B-272FC2E755D6}" name="Chhabra, Varun" initials="CV" userId="S::Varun.Chhabra@dell.com::255dde95-f9fc-468a-84bc-e828a77dcd4b" providerId="AD"/>
  <p188:author id="{0A593D4B-9373-66F0-F4CD-0F372188FB39}" name="Kim, Sunny" initials="KS" userId="S::sunny_kim2@dell.com::4bacdb63-1145-44d3-8f71-b44bcf98cfc3" providerId="AD"/>
  <p188:author id="{417D104E-2177-38E2-B753-141D4218DDB9}" name="Nandwani, Radhika" initials="NR" userId="S::Radhika_Nandwani@Dell.com::4b66620c-5d0e-4e89-be17-0a34d5b5f4ee" providerId="AD"/>
  <p188:author id="{67184850-E06D-CFC6-48F9-4768804BF6B2}" name="Snell, Suzanne" initials="SS" userId="S::Suzanne.Snell@Dell.com::feac1fb2-b3a4-4ada-9cc6-7abcc22963f7" providerId="AD"/>
  <p188:author id="{B311FD55-968A-7D62-E2C9-1BAC3471D952}" name="Bustamante, Marisol" initials="BM" userId="S::Marisol_Bustamante@Dell.com::b567e3c8-f842-4f00-a0d5-4ed647678dcc" providerId="AD"/>
  <p188:author id="{6E74EB57-7A00-BF76-C713-AAD92BFF0E08}" name="Cheung, NgaiMatthew" initials="CN" userId="S::matthew_cheung@dell.com::d53ec753-131e-422a-8bf1-4861c1e4a5f9" providerId="AD"/>
  <p188:author id="{FA9AB366-F821-DC3B-F504-DFD4A21D84A0}" name="Buffo, David" initials="BD" userId="S::David.Buffo@dell.com::689a783b-eb70-4cc3-9ee6-9feac293bb69" providerId="AD"/>
  <p188:author id="{8BE8576E-C6B5-DDEF-7B24-B322540A2005}" name="Paquette, Rebecca" initials="PR" userId="S::rebecca.paquette@dell.com::375f2645-0568-4dd1-976e-dafc2aba6c9c" providerId="AD"/>
  <p188:author id="{1D511275-967C-2AE7-D834-C852EF495766}" name="Daniels, Michelle" initials="DM" userId="S::Michelle_Daniels@Dell.com::068e6cfe-dc47-43fe-8b35-a3a67322fa9c" providerId="AD"/>
  <p188:author id="{D8963C75-4293-F279-B74D-0FB97097BB7B}" name="Williams, Beth" initials="WB" userId="S::beth_w@dell.com::a91125fe-c381-4216-bfcf-81553eaee199" providerId="AD"/>
  <p188:author id="{81300B77-A506-76FF-90DA-1889F23E8D18}" name="Rennett, Michael" initials="" userId="Michael_Rennett@Dell.com" providerId="O365"/>
  <p188:author id="{E2148F78-45BE-E4D3-6DA6-B58DEF05466A}" name="Murillo, Andrea" initials="MA" userId="S::Andrea_Murillo@Dell.com::697477ab-76d4-4a99-accf-f54986488589" providerId="AD"/>
  <p188:author id="{751F9080-E5CE-570C-47CA-8A10B04FD582}" name="Tongbua, Laura" initials="" userId="S::Laura_Tongbua@Dell.com::2f9b0c9e-e72c-49b0-8496-f5534726b427" providerId="AD"/>
  <p188:author id="{52ADCD81-9B31-E037-D4C6-D0FAB20FB1C5}" name="Kyle.Harrington" initials="Ky" userId="S::kyle.harrington_spotlightar.com#ext#@dell.onmicrosoft.com::0029072a-f1b7-4d1b-a8f0-12f0e4ac1e89" providerId="AD"/>
  <p188:author id="{47015A84-FF45-824D-1F4E-ED8A51F81907}" name="Schmidt, Angela" initials="SA" userId="S::Angela_Schmidt@Dell.com::61103eae-5660-4c7d-869c-0e4580044964" providerId="AD"/>
  <p188:author id="{9B5FFD8B-02A2-0FFA-E9C1-615E0D98ED32}" name="Brandt, David" initials="" userId="David_Brandt@Dell.com" providerId="O365"/>
  <p188:author id="{1F872A91-8644-40A5-CA84-90696AA5F46B}" name="Glick, Adam" initials="" userId="S::Adam_Glick@Dell.com::f099aec2-b944-4869-86ce-91d4526df530" providerId="AD"/>
  <p188:author id="{BB2E4391-1EC4-9C3D-54CC-4B2C9EB8640D}" name="Loftin, Anna" initials="LA" userId="S::anna_loftin@dell.com::414f66f4-df63-4b6a-a861-1292404a3074" providerId="AD"/>
  <p188:author id="{EE2C0593-C531-CFBB-7079-1CE757802E05}" name="Lockman, John" initials="LJ" userId="S::j_lockman@dell.com::8eaba65a-8d5f-4957-8b5a-fbb87512eb09" providerId="AD"/>
  <p188:author id="{2E842C9D-1901-32B0-FAA7-94449F3E3325}" name="Brandt, David" initials="" userId="S::David_Brandt@Dell.com::ab27a442-8afd-46e9-94dc-bb437f6eb6cb" providerId="AD"/>
  <p188:author id="{4768369F-318A-D196-38E3-06DC8D2F71DA}" name="Champion, Shannon" initials="CS" userId="S::shannon.champion@dell.com::d6ff1f60-a541-4b9a-8542-02198fc2d2e5" providerId="AD"/>
  <p188:author id="{96013CA4-4F78-B9B0-E797-DED2F6B69BBB}" name="Tongbua, Laura" initials="TL" userId="S::laura_tongbua@dell.com::2f9b0c9e-e72c-49b0-8496-f5534726b427" providerId="AD"/>
  <p188:author id="{FAF6D7A7-2BF4-1692-9314-249EA6343916}" name="Schmidt, Angela" initials="SA" userId="S::angela_schmidt@dell.com::61103eae-5660-4c7d-869c-0e4580044964" providerId="AD"/>
  <p188:author id="{919469A9-0258-D741-152E-C51444A006EC}" name="Ludwig, Katlyn" initials="LK" userId="S::katlyn.ludwig@dell.com::2e752846-65df-4d05-8c73-30a9134d2563" providerId="AD"/>
  <p188:author id="{32A638AB-FFDC-936B-2C35-6050981074CC}" name="Rennett, Michael" initials="RM" userId="S::michael_rennett@dell.com::0ebb4401-2b24-4bca-8b38-4e557f5b9d69" providerId="AD"/>
  <p188:author id="{BD37AEB1-25FE-1A98-6BB9-A685E9174591}" name="Glick, Adam" initials="GA" userId="S::adam_glick@dell.com::f099aec2-b944-4869-86ce-91d4526df530" providerId="AD"/>
  <p188:author id="{1B39ECC2-D8D1-9590-5DB3-312811BDF1C2}" name="Banic, Katia" initials="BK" userId="S::katia_banic@dell.com::d28ec11d-bd4c-4271-ac79-4233b0fc5233" providerId="AD"/>
  <p188:author id="{B5B63FC3-DEF2-1C26-3B91-DFCBCB9C3EFF}" name="Snell, Suzanne" initials="SS" userId="S::suzanne.snell@dell.com::feac1fb2-b3a4-4ada-9cc6-7abcc22963f7" providerId="AD"/>
  <p188:author id="{14CDDCC4-5BE2-BA27-153F-97DBE4014EAF}" name="Zehr, Erin" initials="ZE" userId="S::Erin_Zehr@Dell.com::d2f6fb47-ac9a-4230-9560-98b3823d49da" providerId="AD"/>
  <p188:author id="{5F7DB6C9-2356-4F0C-1C38-392344A63AE5}" name="Toolan, Matt" initials="" userId="S::Matt.Toolan@dell.com::fe62fbbb-5d92-4546-a57e-6360eaaec0d9" providerId="AD"/>
  <p188:author id="{769575CF-60CE-E6C4-4315-55378A996914}" name="Carrasco, Megan" initials="CM" userId="S::Megan_Carrasco@Dell.com::aacd4137-0c44-46d6-a526-ff9502e58d36" providerId="AD"/>
  <p188:author id="{0D8032D4-12DF-6D41-4EF2-893794D69E6E}" name="Brandt, David" initials="BD" userId="S::david_brandt@dell.com::ab27a442-8afd-46e9-94dc-bb437f6eb6cb" providerId="AD"/>
  <p188:author id="{4A0D3FD4-041F-52BE-30B9-35640E936AFD}" name="Pinon, Isaac" initials="" userId="S::Isaac_Pinon@Dell.com::3c8b3573-9c44-4d4f-b6d7-b6429cb81820" providerId="AD"/>
  <p188:author id="{3F81ACD8-0F6C-D194-4F15-BCAC5B1BEF04}" name="Pinon, Isaac" initials="PI" userId="S::isaac_pinon@dell.com::3c8b3573-9c44-4d4f-b6d7-b6429cb81820" providerId="AD"/>
  <p188:author id="{D16A92D9-08BA-74B2-299A-84F61A9FE8ED}" name="Eline, Kristin" initials="EK" userId="S::k_eline@dell.com::2b713167-6523-434c-99d4-56b7da16722e" providerId="AD"/>
  <p188:author id="{7EED8EE6-615E-3069-1684-364FA4462FE3}" name="Levitan, Lon" initials="LL" userId="S::Lon_Levitan@DELL.com::6eb0a97e-122e-44b4-a123-9e37cfcc7212" providerId="AD"/>
  <p188:author id="{71A0B0F2-91C1-3D5E-F0FB-45A26AEB1BE4}" name="Nandwani, Radhika" initials="NR" userId="S::radhika_nandwani@dell.com::4b66620c-5d0e-4e89-be17-0a34d5b5f4e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155"/>
    <a:srgbClr val="76AEE1"/>
    <a:srgbClr val="0D35B7"/>
    <a:srgbClr val="0D35B3"/>
    <a:srgbClr val="0E39C2"/>
    <a:srgbClr val="9FDDFF"/>
    <a:srgbClr val="80C7FB"/>
    <a:srgbClr val="CBEEFF"/>
    <a:srgbClr val="C9C7C6"/>
    <a:srgbClr val="E5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10B175-A90E-418E-81A8-53050EED5808}" v="1" dt="2026-07-04T00:07:58.4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8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ers, Robert" userId="fbb7e790-7c81-43ad-9c38-b18cbf2e2b1d" providerId="ADAL" clId="{7ABE44DF-A0B6-4B62-B7EB-FDE3DD496FE5}"/>
    <pc:docChg chg="undo custSel mod addSld delSld modSld sldOrd modMainMaster modSection">
      <pc:chgData name="Sonders, Robert" userId="fbb7e790-7c81-43ad-9c38-b18cbf2e2b1d" providerId="ADAL" clId="{7ABE44DF-A0B6-4B62-B7EB-FDE3DD496FE5}" dt="2026-07-04T00:07:58.453" v="1064"/>
      <pc:docMkLst>
        <pc:docMk/>
      </pc:docMkLst>
      <pc:sldChg chg="modSp mod">
        <pc:chgData name="Sonders, Robert" userId="fbb7e790-7c81-43ad-9c38-b18cbf2e2b1d" providerId="ADAL" clId="{7ABE44DF-A0B6-4B62-B7EB-FDE3DD496FE5}" dt="2026-07-03T23:47:18.392" v="1025" actId="20577"/>
        <pc:sldMkLst>
          <pc:docMk/>
          <pc:sldMk cId="1929739595" sldId="2147481907"/>
        </pc:sldMkLst>
        <pc:spChg chg="mod">
          <ac:chgData name="Sonders, Robert" userId="fbb7e790-7c81-43ad-9c38-b18cbf2e2b1d" providerId="ADAL" clId="{7ABE44DF-A0B6-4B62-B7EB-FDE3DD496FE5}" dt="2026-07-03T23:47:18.392" v="1025" actId="20577"/>
          <ac:spMkLst>
            <pc:docMk/>
            <pc:sldMk cId="1929739595" sldId="2147481907"/>
            <ac:spMk id="5" creationId="{7B7412BA-4DDB-3AA0-F0B2-2D48D879A949}"/>
          </ac:spMkLst>
        </pc:spChg>
      </pc:sldChg>
      <pc:sldChg chg="modSp mod">
        <pc:chgData name="Sonders, Robert" userId="fbb7e790-7c81-43ad-9c38-b18cbf2e2b1d" providerId="ADAL" clId="{7ABE44DF-A0B6-4B62-B7EB-FDE3DD496FE5}" dt="2026-07-02T14:16:38.518" v="984"/>
        <pc:sldMkLst>
          <pc:docMk/>
          <pc:sldMk cId="2918082328" sldId="2147481915"/>
        </pc:sldMkLst>
        <pc:spChg chg="mod">
          <ac:chgData name="Sonders, Robert" userId="fbb7e790-7c81-43ad-9c38-b18cbf2e2b1d" providerId="ADAL" clId="{7ABE44DF-A0B6-4B62-B7EB-FDE3DD496FE5}" dt="2026-07-02T14:16:38.518" v="984"/>
          <ac:spMkLst>
            <pc:docMk/>
            <pc:sldMk cId="2918082328" sldId="2147481915"/>
            <ac:spMk id="6" creationId="{1A8E1B19-A540-F980-13D8-B40E80004C9C}"/>
          </ac:spMkLst>
        </pc:spChg>
      </pc:sldChg>
      <pc:sldChg chg="modSp mod">
        <pc:chgData name="Sonders, Robert" userId="fbb7e790-7c81-43ad-9c38-b18cbf2e2b1d" providerId="ADAL" clId="{7ABE44DF-A0B6-4B62-B7EB-FDE3DD496FE5}" dt="2026-07-02T14:18:48.749" v="1011"/>
        <pc:sldMkLst>
          <pc:docMk/>
          <pc:sldMk cId="0" sldId="2147481919"/>
        </pc:sldMkLst>
        <pc:spChg chg="mod">
          <ac:chgData name="Sonders, Robert" userId="fbb7e790-7c81-43ad-9c38-b18cbf2e2b1d" providerId="ADAL" clId="{7ABE44DF-A0B6-4B62-B7EB-FDE3DD496FE5}" dt="2026-07-02T14:18:48.749" v="1011"/>
          <ac:spMkLst>
            <pc:docMk/>
            <pc:sldMk cId="0" sldId="2147481919"/>
            <ac:spMk id="4" creationId="{B3CDD94B-E389-393F-8AA7-65A89DEC8628}"/>
          </ac:spMkLst>
        </pc:spChg>
      </pc:sldChg>
      <pc:sldChg chg="modSp">
        <pc:chgData name="Sonders, Robert" userId="fbb7e790-7c81-43ad-9c38-b18cbf2e2b1d" providerId="ADAL" clId="{7ABE44DF-A0B6-4B62-B7EB-FDE3DD496FE5}" dt="2026-07-02T14:19:11.626" v="1016"/>
        <pc:sldMkLst>
          <pc:docMk/>
          <pc:sldMk cId="0" sldId="2147481921"/>
        </pc:sldMkLst>
        <pc:spChg chg="mod">
          <ac:chgData name="Sonders, Robert" userId="fbb7e790-7c81-43ad-9c38-b18cbf2e2b1d" providerId="ADAL" clId="{7ABE44DF-A0B6-4B62-B7EB-FDE3DD496FE5}" dt="2026-07-02T14:19:11.626" v="1016"/>
          <ac:spMkLst>
            <pc:docMk/>
            <pc:sldMk cId="0" sldId="2147481921"/>
            <ac:spMk id="4" creationId="{4FC940F0-2CAB-93E8-B621-0E02BF1D1ABD}"/>
          </ac:spMkLst>
        </pc:spChg>
      </pc:sldChg>
      <pc:sldChg chg="modSp">
        <pc:chgData name="Sonders, Robert" userId="fbb7e790-7c81-43ad-9c38-b18cbf2e2b1d" providerId="ADAL" clId="{7ABE44DF-A0B6-4B62-B7EB-FDE3DD496FE5}" dt="2026-07-02T14:19:41.172" v="1021"/>
        <pc:sldMkLst>
          <pc:docMk/>
          <pc:sldMk cId="0" sldId="2147481922"/>
        </pc:sldMkLst>
        <pc:spChg chg="mod">
          <ac:chgData name="Sonders, Robert" userId="fbb7e790-7c81-43ad-9c38-b18cbf2e2b1d" providerId="ADAL" clId="{7ABE44DF-A0B6-4B62-B7EB-FDE3DD496FE5}" dt="2026-07-02T14:19:41.172" v="1021"/>
          <ac:spMkLst>
            <pc:docMk/>
            <pc:sldMk cId="0" sldId="2147481922"/>
            <ac:spMk id="4" creationId="{201BC580-F015-E317-9E28-4EC4F0221E44}"/>
          </ac:spMkLst>
        </pc:spChg>
      </pc:sldChg>
      <pc:sldChg chg="modSp mod">
        <pc:chgData name="Sonders, Robert" userId="fbb7e790-7c81-43ad-9c38-b18cbf2e2b1d" providerId="ADAL" clId="{7ABE44DF-A0B6-4B62-B7EB-FDE3DD496FE5}" dt="2026-07-04T00:07:58.453" v="1064"/>
        <pc:sldMkLst>
          <pc:docMk/>
          <pc:sldMk cId="2310873761" sldId="2147481927"/>
        </pc:sldMkLst>
        <pc:spChg chg="mod">
          <ac:chgData name="Sonders, Robert" userId="fbb7e790-7c81-43ad-9c38-b18cbf2e2b1d" providerId="ADAL" clId="{7ABE44DF-A0B6-4B62-B7EB-FDE3DD496FE5}" dt="2026-07-04T00:07:58.453" v="1064"/>
          <ac:spMkLst>
            <pc:docMk/>
            <pc:sldMk cId="2310873761" sldId="2147481927"/>
            <ac:spMk id="4" creationId="{8B3C3140-2436-7E7B-BA8D-F17826A6A353}"/>
          </ac:spMkLst>
        </pc:spChg>
      </pc:sldChg>
      <pc:sldChg chg="addSp delSp modSp new mod modClrScheme chgLayout">
        <pc:chgData name="Sonders, Robert" userId="fbb7e790-7c81-43ad-9c38-b18cbf2e2b1d" providerId="ADAL" clId="{7ABE44DF-A0B6-4B62-B7EB-FDE3DD496FE5}" dt="2026-07-04T00:07:05.068" v="1058" actId="1076"/>
        <pc:sldMkLst>
          <pc:docMk/>
          <pc:sldMk cId="3213242736" sldId="2147481935"/>
        </pc:sldMkLst>
        <pc:spChg chg="del">
          <ac:chgData name="Sonders, Robert" userId="fbb7e790-7c81-43ad-9c38-b18cbf2e2b1d" providerId="ADAL" clId="{7ABE44DF-A0B6-4B62-B7EB-FDE3DD496FE5}" dt="2026-07-04T00:06:20.195" v="1028" actId="26606"/>
          <ac:spMkLst>
            <pc:docMk/>
            <pc:sldMk cId="3213242736" sldId="2147481935"/>
            <ac:spMk id="2" creationId="{2B3FEA86-A020-A2CD-AB20-5F99C42B690C}"/>
          </ac:spMkLst>
        </pc:spChg>
        <pc:spChg chg="del">
          <ac:chgData name="Sonders, Robert" userId="fbb7e790-7c81-43ad-9c38-b18cbf2e2b1d" providerId="ADAL" clId="{7ABE44DF-A0B6-4B62-B7EB-FDE3DD496FE5}" dt="2026-07-04T00:06:14.583" v="1027" actId="22"/>
          <ac:spMkLst>
            <pc:docMk/>
            <pc:sldMk cId="3213242736" sldId="2147481935"/>
            <ac:spMk id="3" creationId="{50F2219E-C985-6634-D73E-03763C5C9E12}"/>
          </ac:spMkLst>
        </pc:spChg>
        <pc:spChg chg="del">
          <ac:chgData name="Sonders, Robert" userId="fbb7e790-7c81-43ad-9c38-b18cbf2e2b1d" providerId="ADAL" clId="{7ABE44DF-A0B6-4B62-B7EB-FDE3DD496FE5}" dt="2026-07-04T00:06:20.195" v="1028" actId="26606"/>
          <ac:spMkLst>
            <pc:docMk/>
            <pc:sldMk cId="3213242736" sldId="2147481935"/>
            <ac:spMk id="4" creationId="{C6276872-6D44-6B14-43B6-10491C35EDC7}"/>
          </ac:spMkLst>
        </pc:spChg>
        <pc:spChg chg="add mod">
          <ac:chgData name="Sonders, Robert" userId="fbb7e790-7c81-43ad-9c38-b18cbf2e2b1d" providerId="ADAL" clId="{7ABE44DF-A0B6-4B62-B7EB-FDE3DD496FE5}" dt="2026-07-04T00:06:49.351" v="1056" actId="20577"/>
          <ac:spMkLst>
            <pc:docMk/>
            <pc:sldMk cId="3213242736" sldId="2147481935"/>
            <ac:spMk id="11" creationId="{D2D22202-E618-3B27-19C9-FDA1EA4F0D21}"/>
          </ac:spMkLst>
        </pc:spChg>
        <pc:spChg chg="add del mod">
          <ac:chgData name="Sonders, Robert" userId="fbb7e790-7c81-43ad-9c38-b18cbf2e2b1d" providerId="ADAL" clId="{7ABE44DF-A0B6-4B62-B7EB-FDE3DD496FE5}" dt="2026-07-04T00:06:53.562" v="1057" actId="21"/>
          <ac:spMkLst>
            <pc:docMk/>
            <pc:sldMk cId="3213242736" sldId="2147481935"/>
            <ac:spMk id="13" creationId="{DA8D841D-44E9-ECF8-32FB-C7EDA205D4FE}"/>
          </ac:spMkLst>
        </pc:spChg>
        <pc:picChg chg="add mod ord">
          <ac:chgData name="Sonders, Robert" userId="fbb7e790-7c81-43ad-9c38-b18cbf2e2b1d" providerId="ADAL" clId="{7ABE44DF-A0B6-4B62-B7EB-FDE3DD496FE5}" dt="2026-07-04T00:07:05.068" v="1058" actId="1076"/>
          <ac:picMkLst>
            <pc:docMk/>
            <pc:sldMk cId="3213242736" sldId="2147481935"/>
            <ac:picMk id="6" creationId="{43B31555-FE12-9E95-21C5-595E11957C41}"/>
          </ac:picMkLst>
        </pc:picChg>
      </pc:sldChg>
      <pc:sldMasterChg chg="addSp delSp mod">
        <pc:chgData name="Sonders, Robert" userId="fbb7e790-7c81-43ad-9c38-b18cbf2e2b1d" providerId="ADAL" clId="{7ABE44DF-A0B6-4B62-B7EB-FDE3DD496FE5}" dt="2026-07-04T00:07:27.374" v="1059" actId="21"/>
        <pc:sldMasterMkLst>
          <pc:docMk/>
          <pc:sldMasterMk cId="4028233181" sldId="2147484064"/>
        </pc:sldMasterMkLst>
        <pc:spChg chg="add del">
          <ac:chgData name="Sonders, Robert" userId="fbb7e790-7c81-43ad-9c38-b18cbf2e2b1d" providerId="ADAL" clId="{7ABE44DF-A0B6-4B62-B7EB-FDE3DD496FE5}" dt="2026-07-04T00:07:27.374" v="1059" actId="21"/>
          <ac:spMkLst>
            <pc:docMk/>
            <pc:sldMasterMk cId="4028233181" sldId="2147484064"/>
            <ac:spMk id="6" creationId="{C1581C4A-9584-3C45-5D72-C231BE0FF8DD}"/>
          </ac:spMkLst>
        </pc:sp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D2AFB7-4047-435B-BD00-30C526EDB4C5}" type="doc">
      <dgm:prSet loTypeId="urn:microsoft.com/office/officeart/2018/2/layout/IconLabel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3C9DEA7-BEEE-48E8-A9B3-CF25855BD4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DAP instance – SaaS or on-prem</a:t>
          </a:r>
        </a:p>
      </dgm:t>
    </dgm:pt>
    <dgm:pt modelId="{16211629-08FA-4CB1-97AB-FA63C4B58CFA}" type="parTrans" cxnId="{9D52B2B7-0391-436B-9149-4A1CBA6904D7}">
      <dgm:prSet/>
      <dgm:spPr/>
      <dgm:t>
        <a:bodyPr/>
        <a:lstStyle/>
        <a:p>
          <a:endParaRPr lang="en-US"/>
        </a:p>
      </dgm:t>
    </dgm:pt>
    <dgm:pt modelId="{3CB48C80-9265-4679-BF96-50C7CA55C9AA}" type="sibTrans" cxnId="{9D52B2B7-0391-436B-9149-4A1CBA6904D7}">
      <dgm:prSet/>
      <dgm:spPr/>
      <dgm:t>
        <a:bodyPr/>
        <a:lstStyle/>
        <a:p>
          <a:endParaRPr lang="en-US"/>
        </a:p>
      </dgm:t>
    </dgm:pt>
    <dgm:pt modelId="{84057997-0285-4526-BA66-CFB6DB0A20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Windsurf/Claude/VSC IDE installation</a:t>
          </a:r>
        </a:p>
      </dgm:t>
    </dgm:pt>
    <dgm:pt modelId="{8DFA7E51-D4EA-4789-B522-1723B6F23E3F}" type="parTrans" cxnId="{711C835C-ED0D-4B5F-B63E-B6661F79A89D}">
      <dgm:prSet/>
      <dgm:spPr/>
      <dgm:t>
        <a:bodyPr/>
        <a:lstStyle/>
        <a:p>
          <a:endParaRPr lang="en-US"/>
        </a:p>
      </dgm:t>
    </dgm:pt>
    <dgm:pt modelId="{4A99D177-80C2-4F10-9E68-30E7A5F3647D}" type="sibTrans" cxnId="{711C835C-ED0D-4B5F-B63E-B6661F79A89D}">
      <dgm:prSet/>
      <dgm:spPr/>
      <dgm:t>
        <a:bodyPr/>
        <a:lstStyle/>
        <a:p>
          <a:endParaRPr lang="en-US"/>
        </a:p>
      </dgm:t>
    </dgm:pt>
    <dgm:pt modelId="{CFC07325-BB4E-4BB9-94B9-F0C8D37FA5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BPA installation</a:t>
          </a:r>
        </a:p>
      </dgm:t>
    </dgm:pt>
    <dgm:pt modelId="{A286CC8F-2AAF-4DE5-AFF8-38E0F3159ADB}" type="parTrans" cxnId="{37D65B0C-8867-4840-9933-7152AB043521}">
      <dgm:prSet/>
      <dgm:spPr/>
      <dgm:t>
        <a:bodyPr/>
        <a:lstStyle/>
        <a:p>
          <a:endParaRPr lang="en-US"/>
        </a:p>
      </dgm:t>
    </dgm:pt>
    <dgm:pt modelId="{94E5A996-00B2-4F97-A436-446F724AEF30}" type="sibTrans" cxnId="{37D65B0C-8867-4840-9933-7152AB043521}">
      <dgm:prSet/>
      <dgm:spPr/>
      <dgm:t>
        <a:bodyPr/>
        <a:lstStyle/>
        <a:p>
          <a:endParaRPr lang="en-US"/>
        </a:p>
      </dgm:t>
    </dgm:pt>
    <dgm:pt modelId="{E0FBD2D3-0E15-4A53-91CD-602A443E5A07}" type="pres">
      <dgm:prSet presAssocID="{CFD2AFB7-4047-435B-BD00-30C526EDB4C5}" presName="root" presStyleCnt="0">
        <dgm:presLayoutVars>
          <dgm:dir/>
          <dgm:resizeHandles val="exact"/>
        </dgm:presLayoutVars>
      </dgm:prSet>
      <dgm:spPr/>
    </dgm:pt>
    <dgm:pt modelId="{C545DFD3-A33C-49C2-86C8-939D770B1F38}" type="pres">
      <dgm:prSet presAssocID="{03C9DEA7-BEEE-48E8-A9B3-CF25855BD40E}" presName="compNode" presStyleCnt="0"/>
      <dgm:spPr/>
    </dgm:pt>
    <dgm:pt modelId="{EE32B438-EF57-4BA8-B91A-EDADD47B5A59}" type="pres">
      <dgm:prSet presAssocID="{03C9DEA7-BEEE-48E8-A9B3-CF25855BD40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F5886F2-4453-48FF-B1FA-890154508D7F}" type="pres">
      <dgm:prSet presAssocID="{03C9DEA7-BEEE-48E8-A9B3-CF25855BD40E}" presName="spaceRect" presStyleCnt="0"/>
      <dgm:spPr/>
    </dgm:pt>
    <dgm:pt modelId="{77954648-F727-4D65-8C14-47C07241F6D6}" type="pres">
      <dgm:prSet presAssocID="{03C9DEA7-BEEE-48E8-A9B3-CF25855BD40E}" presName="textRect" presStyleLbl="revTx" presStyleIdx="0" presStyleCnt="3">
        <dgm:presLayoutVars>
          <dgm:chMax val="1"/>
          <dgm:chPref val="1"/>
        </dgm:presLayoutVars>
      </dgm:prSet>
      <dgm:spPr/>
    </dgm:pt>
    <dgm:pt modelId="{4F12D33C-B67B-4B89-9DB5-9AAE2A7CCE66}" type="pres">
      <dgm:prSet presAssocID="{3CB48C80-9265-4679-BF96-50C7CA55C9AA}" presName="sibTrans" presStyleCnt="0"/>
      <dgm:spPr/>
    </dgm:pt>
    <dgm:pt modelId="{63302167-4EEF-47E2-B25B-04B69C82C8A5}" type="pres">
      <dgm:prSet presAssocID="{84057997-0285-4526-BA66-CFB6DB0A20B8}" presName="compNode" presStyleCnt="0"/>
      <dgm:spPr/>
    </dgm:pt>
    <dgm:pt modelId="{98A63725-3859-4AAE-9793-958FE4461147}" type="pres">
      <dgm:prSet presAssocID="{84057997-0285-4526-BA66-CFB6DB0A20B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041A35B-46CE-487B-B60B-692C30D433A0}" type="pres">
      <dgm:prSet presAssocID="{84057997-0285-4526-BA66-CFB6DB0A20B8}" presName="spaceRect" presStyleCnt="0"/>
      <dgm:spPr/>
    </dgm:pt>
    <dgm:pt modelId="{0893AB35-CBC4-455C-A0DA-97936C0B742B}" type="pres">
      <dgm:prSet presAssocID="{84057997-0285-4526-BA66-CFB6DB0A20B8}" presName="textRect" presStyleLbl="revTx" presStyleIdx="1" presStyleCnt="3">
        <dgm:presLayoutVars>
          <dgm:chMax val="1"/>
          <dgm:chPref val="1"/>
        </dgm:presLayoutVars>
      </dgm:prSet>
      <dgm:spPr/>
    </dgm:pt>
    <dgm:pt modelId="{4911DFD3-9BFB-4758-B869-47C469A775C3}" type="pres">
      <dgm:prSet presAssocID="{4A99D177-80C2-4F10-9E68-30E7A5F3647D}" presName="sibTrans" presStyleCnt="0"/>
      <dgm:spPr/>
    </dgm:pt>
    <dgm:pt modelId="{6C16317D-05D8-4D3C-98C8-BD32E65385ED}" type="pres">
      <dgm:prSet presAssocID="{CFC07325-BB4E-4BB9-94B9-F0C8D37FA53B}" presName="compNode" presStyleCnt="0"/>
      <dgm:spPr/>
    </dgm:pt>
    <dgm:pt modelId="{149E2D96-1168-419F-8453-BFD179BF077C}" type="pres">
      <dgm:prSet presAssocID="{CFC07325-BB4E-4BB9-94B9-F0C8D37FA53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0143541-C4D5-49C2-B284-DC2FB23D57EB}" type="pres">
      <dgm:prSet presAssocID="{CFC07325-BB4E-4BB9-94B9-F0C8D37FA53B}" presName="spaceRect" presStyleCnt="0"/>
      <dgm:spPr/>
    </dgm:pt>
    <dgm:pt modelId="{95C26E09-17D2-4AF1-A3E5-27D678DD4618}" type="pres">
      <dgm:prSet presAssocID="{CFC07325-BB4E-4BB9-94B9-F0C8D37FA53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7D65B0C-8867-4840-9933-7152AB043521}" srcId="{CFD2AFB7-4047-435B-BD00-30C526EDB4C5}" destId="{CFC07325-BB4E-4BB9-94B9-F0C8D37FA53B}" srcOrd="2" destOrd="0" parTransId="{A286CC8F-2AAF-4DE5-AFF8-38E0F3159ADB}" sibTransId="{94E5A996-00B2-4F97-A436-446F724AEF30}"/>
    <dgm:cxn modelId="{711C835C-ED0D-4B5F-B63E-B6661F79A89D}" srcId="{CFD2AFB7-4047-435B-BD00-30C526EDB4C5}" destId="{84057997-0285-4526-BA66-CFB6DB0A20B8}" srcOrd="1" destOrd="0" parTransId="{8DFA7E51-D4EA-4789-B522-1723B6F23E3F}" sibTransId="{4A99D177-80C2-4F10-9E68-30E7A5F3647D}"/>
    <dgm:cxn modelId="{CF1BAB4A-2F88-441E-901F-871C69C66DE7}" type="presOf" srcId="{CFD2AFB7-4047-435B-BD00-30C526EDB4C5}" destId="{E0FBD2D3-0E15-4A53-91CD-602A443E5A07}" srcOrd="0" destOrd="0" presId="urn:microsoft.com/office/officeart/2018/2/layout/IconLabelList"/>
    <dgm:cxn modelId="{55056081-4D4B-4EAA-BB9E-8FD9966D820E}" type="presOf" srcId="{03C9DEA7-BEEE-48E8-A9B3-CF25855BD40E}" destId="{77954648-F727-4D65-8C14-47C07241F6D6}" srcOrd="0" destOrd="0" presId="urn:microsoft.com/office/officeart/2018/2/layout/IconLabelList"/>
    <dgm:cxn modelId="{C3DE1496-5624-42D8-9337-A9B27F087580}" type="presOf" srcId="{84057997-0285-4526-BA66-CFB6DB0A20B8}" destId="{0893AB35-CBC4-455C-A0DA-97936C0B742B}" srcOrd="0" destOrd="0" presId="urn:microsoft.com/office/officeart/2018/2/layout/IconLabelList"/>
    <dgm:cxn modelId="{73F73998-3BF7-4084-AD75-FD26974B1165}" type="presOf" srcId="{CFC07325-BB4E-4BB9-94B9-F0C8D37FA53B}" destId="{95C26E09-17D2-4AF1-A3E5-27D678DD4618}" srcOrd="0" destOrd="0" presId="urn:microsoft.com/office/officeart/2018/2/layout/IconLabelList"/>
    <dgm:cxn modelId="{9D52B2B7-0391-436B-9149-4A1CBA6904D7}" srcId="{CFD2AFB7-4047-435B-BD00-30C526EDB4C5}" destId="{03C9DEA7-BEEE-48E8-A9B3-CF25855BD40E}" srcOrd="0" destOrd="0" parTransId="{16211629-08FA-4CB1-97AB-FA63C4B58CFA}" sibTransId="{3CB48C80-9265-4679-BF96-50C7CA55C9AA}"/>
    <dgm:cxn modelId="{FCD40307-4704-4F21-B50A-82C50E175CE5}" type="presParOf" srcId="{E0FBD2D3-0E15-4A53-91CD-602A443E5A07}" destId="{C545DFD3-A33C-49C2-86C8-939D770B1F38}" srcOrd="0" destOrd="0" presId="urn:microsoft.com/office/officeart/2018/2/layout/IconLabelList"/>
    <dgm:cxn modelId="{94D27E93-7BF9-4EDB-99EF-3D0CEC6EDF14}" type="presParOf" srcId="{C545DFD3-A33C-49C2-86C8-939D770B1F38}" destId="{EE32B438-EF57-4BA8-B91A-EDADD47B5A59}" srcOrd="0" destOrd="0" presId="urn:microsoft.com/office/officeart/2018/2/layout/IconLabelList"/>
    <dgm:cxn modelId="{94DC3449-1FE3-4336-93FC-ED92441D3067}" type="presParOf" srcId="{C545DFD3-A33C-49C2-86C8-939D770B1F38}" destId="{8F5886F2-4453-48FF-B1FA-890154508D7F}" srcOrd="1" destOrd="0" presId="urn:microsoft.com/office/officeart/2018/2/layout/IconLabelList"/>
    <dgm:cxn modelId="{5E82ECE3-648E-4212-8741-D44C655F761F}" type="presParOf" srcId="{C545DFD3-A33C-49C2-86C8-939D770B1F38}" destId="{77954648-F727-4D65-8C14-47C07241F6D6}" srcOrd="2" destOrd="0" presId="urn:microsoft.com/office/officeart/2018/2/layout/IconLabelList"/>
    <dgm:cxn modelId="{19041CFB-FFEB-4755-B9AC-C577F3B7C8BC}" type="presParOf" srcId="{E0FBD2D3-0E15-4A53-91CD-602A443E5A07}" destId="{4F12D33C-B67B-4B89-9DB5-9AAE2A7CCE66}" srcOrd="1" destOrd="0" presId="urn:microsoft.com/office/officeart/2018/2/layout/IconLabelList"/>
    <dgm:cxn modelId="{18B5FF80-022D-4DF3-ABFD-7A603449857F}" type="presParOf" srcId="{E0FBD2D3-0E15-4A53-91CD-602A443E5A07}" destId="{63302167-4EEF-47E2-B25B-04B69C82C8A5}" srcOrd="2" destOrd="0" presId="urn:microsoft.com/office/officeart/2018/2/layout/IconLabelList"/>
    <dgm:cxn modelId="{C13ADC6E-A9C0-43E9-9A8D-7BF803DA203E}" type="presParOf" srcId="{63302167-4EEF-47E2-B25B-04B69C82C8A5}" destId="{98A63725-3859-4AAE-9793-958FE4461147}" srcOrd="0" destOrd="0" presId="urn:microsoft.com/office/officeart/2018/2/layout/IconLabelList"/>
    <dgm:cxn modelId="{D3B5DAE3-E42E-49B8-B7BD-CE7A169064B7}" type="presParOf" srcId="{63302167-4EEF-47E2-B25B-04B69C82C8A5}" destId="{9041A35B-46CE-487B-B60B-692C30D433A0}" srcOrd="1" destOrd="0" presId="urn:microsoft.com/office/officeart/2018/2/layout/IconLabelList"/>
    <dgm:cxn modelId="{EB42EE5C-07E0-4046-83A8-8E3A34A0E683}" type="presParOf" srcId="{63302167-4EEF-47E2-B25B-04B69C82C8A5}" destId="{0893AB35-CBC4-455C-A0DA-97936C0B742B}" srcOrd="2" destOrd="0" presId="urn:microsoft.com/office/officeart/2018/2/layout/IconLabelList"/>
    <dgm:cxn modelId="{B52A13CD-CF0D-4330-800E-651331E3A0C9}" type="presParOf" srcId="{E0FBD2D3-0E15-4A53-91CD-602A443E5A07}" destId="{4911DFD3-9BFB-4758-B869-47C469A775C3}" srcOrd="3" destOrd="0" presId="urn:microsoft.com/office/officeart/2018/2/layout/IconLabelList"/>
    <dgm:cxn modelId="{FFFC8A4E-998E-407B-B098-16C4B46D99F2}" type="presParOf" srcId="{E0FBD2D3-0E15-4A53-91CD-602A443E5A07}" destId="{6C16317D-05D8-4D3C-98C8-BD32E65385ED}" srcOrd="4" destOrd="0" presId="urn:microsoft.com/office/officeart/2018/2/layout/IconLabelList"/>
    <dgm:cxn modelId="{CC0841D2-8504-4884-A449-8E5E8C33133F}" type="presParOf" srcId="{6C16317D-05D8-4D3C-98C8-BD32E65385ED}" destId="{149E2D96-1168-419F-8453-BFD179BF077C}" srcOrd="0" destOrd="0" presId="urn:microsoft.com/office/officeart/2018/2/layout/IconLabelList"/>
    <dgm:cxn modelId="{834F0D58-5C8C-4E75-BF44-DFDAF308E39C}" type="presParOf" srcId="{6C16317D-05D8-4D3C-98C8-BD32E65385ED}" destId="{30143541-C4D5-49C2-B284-DC2FB23D57EB}" srcOrd="1" destOrd="0" presId="urn:microsoft.com/office/officeart/2018/2/layout/IconLabelList"/>
    <dgm:cxn modelId="{C6CCDBCB-EBBC-4AB2-AA71-1FE9CCF14156}" type="presParOf" srcId="{6C16317D-05D8-4D3C-98C8-BD32E65385ED}" destId="{95C26E09-17D2-4AF1-A3E5-27D678DD461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2B438-EF57-4BA8-B91A-EDADD47B5A59}">
      <dsp:nvSpPr>
        <dsp:cNvPr id="0" name=""/>
        <dsp:cNvSpPr/>
      </dsp:nvSpPr>
      <dsp:spPr>
        <a:xfrm>
          <a:off x="1088437" y="987688"/>
          <a:ext cx="1487109" cy="148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54648-F727-4D65-8C14-47C07241F6D6}">
      <dsp:nvSpPr>
        <dsp:cNvPr id="0" name=""/>
        <dsp:cNvSpPr/>
      </dsp:nvSpPr>
      <dsp:spPr>
        <a:xfrm>
          <a:off x="179648" y="2864311"/>
          <a:ext cx="33046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DAP instance – SaaS or on-prem</a:t>
          </a:r>
        </a:p>
      </dsp:txBody>
      <dsp:txXfrm>
        <a:off x="179648" y="2864311"/>
        <a:ext cx="3304687" cy="720000"/>
      </dsp:txXfrm>
    </dsp:sp>
    <dsp:sp modelId="{98A63725-3859-4AAE-9793-958FE4461147}">
      <dsp:nvSpPr>
        <dsp:cNvPr id="0" name=""/>
        <dsp:cNvSpPr/>
      </dsp:nvSpPr>
      <dsp:spPr>
        <a:xfrm>
          <a:off x="4971445" y="987688"/>
          <a:ext cx="1487109" cy="148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3AB35-CBC4-455C-A0DA-97936C0B742B}">
      <dsp:nvSpPr>
        <dsp:cNvPr id="0" name=""/>
        <dsp:cNvSpPr/>
      </dsp:nvSpPr>
      <dsp:spPr>
        <a:xfrm>
          <a:off x="4062656" y="2864311"/>
          <a:ext cx="33046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Windsurf/Claude/VSC IDE installation</a:t>
          </a:r>
        </a:p>
      </dsp:txBody>
      <dsp:txXfrm>
        <a:off x="4062656" y="2864311"/>
        <a:ext cx="3304687" cy="720000"/>
      </dsp:txXfrm>
    </dsp:sp>
    <dsp:sp modelId="{149E2D96-1168-419F-8453-BFD179BF077C}">
      <dsp:nvSpPr>
        <dsp:cNvPr id="0" name=""/>
        <dsp:cNvSpPr/>
      </dsp:nvSpPr>
      <dsp:spPr>
        <a:xfrm>
          <a:off x="8854453" y="987688"/>
          <a:ext cx="1487109" cy="148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26E09-17D2-4AF1-A3E5-27D678DD4618}">
      <dsp:nvSpPr>
        <dsp:cNvPr id="0" name=""/>
        <dsp:cNvSpPr/>
      </dsp:nvSpPr>
      <dsp:spPr>
        <a:xfrm>
          <a:off x="7945664" y="2864311"/>
          <a:ext cx="33046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BPA installation</a:t>
          </a:r>
        </a:p>
      </dsp:txBody>
      <dsp:txXfrm>
        <a:off x="7945664" y="2864311"/>
        <a:ext cx="330468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" descr="                              Dell - Internal Use - Confidential&#10;"/>
          <p:cNvSpPr txBox="1"/>
          <p:nvPr/>
        </p:nvSpPr>
        <p:spPr>
          <a:xfrm>
            <a:off x="780683" y="8990041"/>
            <a:ext cx="1077218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defTabSz="923087" fontAlgn="base">
              <a:lnSpc>
                <a:spcPct val="90000"/>
              </a:lnSpc>
              <a:spcBef>
                <a:spcPts val="101"/>
              </a:spcBef>
              <a:spcAft>
                <a:spcPts val="101"/>
              </a:spcAft>
              <a:defRPr/>
            </a:pPr>
            <a:r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t>© Dell Inc. All Rights Reserved.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119" y="8989695"/>
            <a:ext cx="95629" cy="8379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err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136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173038"/>
            <a:ext cx="5940425" cy="3341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2280" y="3803332"/>
            <a:ext cx="6009640" cy="497871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l" descr="                              Dell - Internal Use - Confidential&#10;"/>
          <p:cNvSpPr txBox="1"/>
          <p:nvPr/>
        </p:nvSpPr>
        <p:spPr>
          <a:xfrm>
            <a:off x="780683" y="8990041"/>
            <a:ext cx="1077218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defTabSz="923087" fontAlgn="base">
              <a:lnSpc>
                <a:spcPct val="90000"/>
              </a:lnSpc>
              <a:spcBef>
                <a:spcPts val="101"/>
              </a:spcBef>
              <a:spcAft>
                <a:spcPts val="101"/>
              </a:spcAft>
              <a:defRPr/>
            </a:pPr>
            <a:r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t>© Dell Inc.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119" y="8989695"/>
            <a:ext cx="95629" cy="8379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>
                <a:solidFill>
                  <a:schemeClr val="bg2"/>
                </a:solidFill>
                <a:latin typeface="Arial" panose="020B0604020202020204" pitchFamily="34" charset="0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err="1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31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spcBef>
        <a:spcPts val="0"/>
      </a:spcBef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1pPr>
    <a:lvl2pPr marL="685783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•"/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2pPr>
    <a:lvl3pPr marL="1142971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–"/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3pPr>
    <a:lvl4pPr marL="1600160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▪"/>
      <a:defRPr sz="1467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4pPr>
    <a:lvl5pPr marL="2057349" indent="-228594" algn="l" defTabSz="914377" rtl="0" eaLnBrk="1" latinLnBrk="0" hangingPunct="1">
      <a:spcBef>
        <a:spcPts val="400"/>
      </a:spcBef>
      <a:buClrTx/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198D-CEF9-E109-F5A3-148E896C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2AAFE-C007-6C4C-2A16-55470ED7B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D7468-06CD-B732-81EE-EC33E86AD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sz="1600" u="sng">
                <a:solidFill>
                  <a:schemeClr val="bg2"/>
                </a:solidFill>
                <a:latin typeface="Amasis MT Pro" panose="020F0502020204030204" pitchFamily="18" charset="0"/>
              </a:rPr>
              <a:t>Query and perform operations from BP Assist chat</a:t>
            </a:r>
          </a:p>
          <a:p>
            <a:pPr>
              <a:lnSpc>
                <a:spcPct val="120000"/>
              </a:lnSpc>
            </a:pPr>
            <a:r>
              <a:rPr lang="en-US" sz="1600">
                <a:solidFill>
                  <a:schemeClr val="bg2"/>
                </a:solidFill>
                <a:latin typeface="Amasis MT Pro" panose="020F0502020204030204" pitchFamily="18" charset="0"/>
              </a:rPr>
              <a:t>The LLM </a:t>
            </a:r>
            <a:r>
              <a:rPr lang="en-US" sz="1600" b="1">
                <a:latin typeface="Amasis MT Pro" panose="020F0502020204030204" pitchFamily="18" charset="0"/>
              </a:rPr>
              <a:t>translates</a:t>
            </a:r>
            <a:r>
              <a:rPr lang="en-US" sz="1600">
                <a:solidFill>
                  <a:schemeClr val="bg2"/>
                </a:solidFill>
                <a:latin typeface="Amasis MT Pro" panose="020F0502020204030204" pitchFamily="18" charset="0"/>
              </a:rPr>
              <a:t> natural language intent into </a:t>
            </a:r>
            <a:r>
              <a:rPr lang="en-US" sz="1600" b="1">
                <a:latin typeface="Amasis MT Pro" panose="020F0502020204030204" pitchFamily="18" charset="0"/>
              </a:rPr>
              <a:t>relevant tool call</a:t>
            </a:r>
            <a:r>
              <a:rPr lang="en-US" sz="1600">
                <a:solidFill>
                  <a:schemeClr val="bg2"/>
                </a:solidFill>
                <a:latin typeface="Amasis MT Pro" panose="020F0502020204030204" pitchFamily="18" charset="0"/>
              </a:rPr>
              <a:t>, This ensures AI agents can act reliably without direct access to raw APIs.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49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6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47AF3-21B9-5936-3CCF-22BE24CD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3B92A-5166-01E3-A3D7-6218C3206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EBD64-7C97-DBDB-3F9C-1491A3D9A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23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Full original explanation of BPA usage and IDE interaction steps.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explanation of metadata, imports, node templates, and relationships.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architecture explanation including components and use cases.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Step-by-step CLI commands and monitoring explanation.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list of commands, documents, and learning resources.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.bin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023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604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408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8764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126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7833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8527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93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78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3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B27FB20C-95B6-1266-0BA1-5C2B2E48E3A2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5B343D01-A10D-F11A-16D9-82BB8F013D1F}"/>
              </a:ext>
            </a:extLst>
          </p:cNvPr>
          <p:cNvSpPr txBox="1"/>
          <p:nvPr userDrawn="1"/>
        </p:nvSpPr>
        <p:spPr>
          <a:xfrm>
            <a:off x="5246083" y="6697379"/>
            <a:ext cx="65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667" b="0" kern="1200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8DB8AFDE-7270-8D4E-B491-3C74AF114377}"/>
              </a:ext>
            </a:extLst>
          </p:cNvPr>
          <p:cNvSpPr txBox="1"/>
          <p:nvPr userDrawn="1"/>
        </p:nvSpPr>
        <p:spPr>
          <a:xfrm>
            <a:off x="0" y="6698602"/>
            <a:ext cx="1185008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b="0" i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Internal Use - Confidential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DBF15DB1-FFE2-5F40-2B24-41CC0AB590B1}"/>
              </a:ext>
            </a:extLst>
          </p:cNvPr>
          <p:cNvSpPr txBox="1"/>
          <p:nvPr userDrawn="1"/>
        </p:nvSpPr>
        <p:spPr>
          <a:xfrm>
            <a:off x="5128266" y="6702028"/>
            <a:ext cx="86562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473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6AE1E5DA-ECD0-85E4-F7D6-C8E40AD1ADA1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70272B45-9BF1-1CCE-27BC-11ED45F3E724}"/>
              </a:ext>
            </a:extLst>
          </p:cNvPr>
          <p:cNvSpPr txBox="1"/>
          <p:nvPr userDrawn="1"/>
        </p:nvSpPr>
        <p:spPr>
          <a:xfrm>
            <a:off x="5246083" y="6697379"/>
            <a:ext cx="65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667" b="0" kern="1200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9B36E38A-5024-18E4-BD2C-534405EBDED4}"/>
              </a:ext>
            </a:extLst>
          </p:cNvPr>
          <p:cNvSpPr txBox="1"/>
          <p:nvPr userDrawn="1"/>
        </p:nvSpPr>
        <p:spPr>
          <a:xfrm>
            <a:off x="0" y="6698602"/>
            <a:ext cx="1185008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b="0" i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Internal Use - Confidential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91BA2C56-DB81-9EB0-950F-AA70A55CBB42}"/>
              </a:ext>
            </a:extLst>
          </p:cNvPr>
          <p:cNvSpPr txBox="1"/>
          <p:nvPr userDrawn="1"/>
        </p:nvSpPr>
        <p:spPr>
          <a:xfrm>
            <a:off x="5128266" y="6702028"/>
            <a:ext cx="86562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943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4666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16606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9227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3207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49779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62473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1452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9249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74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logo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48E485A-5392-9F9B-3D5B-96832871E34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468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48E485A-5392-9F9B-3D5B-96832871E3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101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-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342900"/>
            <a:ext cx="1080621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E2E84-828C-0D67-45DD-9F00A6282F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786912A0-DDCC-5616-1904-20DC8B7B7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857250"/>
            <a:ext cx="114300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>
                    <a:lumMod val="40000"/>
                    <a:lumOff val="60000"/>
                  </a:schemeClr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94FC5D54-DBE8-3397-252C-8C06963D3128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F1FA1B56-FAC2-4BA1-5B4A-E1683303D816}"/>
              </a:ext>
            </a:extLst>
          </p:cNvPr>
          <p:cNvSpPr txBox="1"/>
          <p:nvPr userDrawn="1"/>
        </p:nvSpPr>
        <p:spPr>
          <a:xfrm>
            <a:off x="5246083" y="6697379"/>
            <a:ext cx="65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667" b="0" kern="1200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483946F2-4CE8-5678-6E38-2991C1632C06}"/>
              </a:ext>
            </a:extLst>
          </p:cNvPr>
          <p:cNvSpPr txBox="1"/>
          <p:nvPr userDrawn="1"/>
        </p:nvSpPr>
        <p:spPr>
          <a:xfrm>
            <a:off x="0" y="6698602"/>
            <a:ext cx="1185008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 b="0" i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Internal Use - Confidential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FC7EC7-4D35-4DB9-CE29-D7BE6C3180A2}"/>
              </a:ext>
            </a:extLst>
          </p:cNvPr>
          <p:cNvSpPr txBox="1"/>
          <p:nvPr userDrawn="1"/>
        </p:nvSpPr>
        <p:spPr>
          <a:xfrm>
            <a:off x="5128266" y="6702028"/>
            <a:ext cx="86562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chemeClr val="tx1">
                  <a:lumMod val="60000"/>
                  <a:lumOff val="4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4899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6897" y="2321005"/>
            <a:ext cx="7143750" cy="221599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lnSpc>
                <a:spcPct val="100000"/>
              </a:lnSpc>
              <a:defRPr lang="en-US" sz="7200" dirty="0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5A31E9-347D-832A-9EE9-E4665678B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4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16905A7-FC5B-9034-11C5-79709E9CA7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8387750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415" imgH="416" progId="TCLayout.ActiveDocument.1">
                  <p:embed/>
                </p:oleObj>
              </mc:Choice>
              <mc:Fallback>
                <p:oleObj name="think-cell Slide" r:id="rId26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6905A7-FC5B-9034-11C5-79709E9CA7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59758CE2-0438-263D-B9F3-E410BED6CAF0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CE0A08F5-A383-CC88-7E45-B3CAAC01630D}"/>
              </a:ext>
            </a:extLst>
          </p:cNvPr>
          <p:cNvSpPr txBox="1"/>
          <p:nvPr userDrawn="1"/>
        </p:nvSpPr>
        <p:spPr>
          <a:xfrm>
            <a:off x="5246083" y="6697379"/>
            <a:ext cx="65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endParaRPr lang="en-US" sz="667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FD2BB3EB-5B12-AEA8-E3E2-40A95F19C31C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77B8E6-B487-D410-8666-2C15451CFB14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3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5" r:id="rId1"/>
    <p:sldLayoutId id="2147484066" r:id="rId2"/>
    <p:sldLayoutId id="2147484067" r:id="rId3"/>
    <p:sldLayoutId id="2147484068" r:id="rId4"/>
    <p:sldLayoutId id="2147484069" r:id="rId5"/>
    <p:sldLayoutId id="2147484070" r:id="rId6"/>
    <p:sldLayoutId id="2147484071" r:id="rId7"/>
    <p:sldLayoutId id="2147484072" r:id="rId8"/>
    <p:sldLayoutId id="2147484073" r:id="rId9"/>
    <p:sldLayoutId id="2147484074" r:id="rId10"/>
    <p:sldLayoutId id="2147484075" r:id="rId11"/>
    <p:sldLayoutId id="2147484076" r:id="rId12"/>
    <p:sldLayoutId id="2147484077" r:id="rId13"/>
    <p:sldLayoutId id="2147484078" r:id="rId14"/>
    <p:sldLayoutId id="2147484079" r:id="rId15"/>
    <p:sldLayoutId id="2147484080" r:id="rId16"/>
    <p:sldLayoutId id="2147484081" r:id="rId17"/>
    <p:sldLayoutId id="2147484082" r:id="rId18"/>
    <p:sldLayoutId id="2147484083" r:id="rId19"/>
    <p:sldLayoutId id="2147484084" r:id="rId20"/>
    <p:sldLayoutId id="2147484085" r:id="rId21"/>
    <p:sldLayoutId id="2147484086" r:id="rId22"/>
    <p:sldLayoutId id="2147484089" r:id="rId23"/>
  </p:sldLayoutIdLst>
  <p:txStyles>
    <p:titleStyle>
      <a:lvl1pPr algn="l" defTabSz="91438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6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5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9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9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3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dl.dell.com/content/manual39624970-dell-automation-platform-blueprint-developer-s-guide.pdf?language=en-us" TargetMode="External"/><Relationship Id="rId3" Type="http://schemas.openxmlformats.org/officeDocument/2006/relationships/hyperlink" Target="https://www.delltechnologies.com/asset/en-us/solutions/infrastructure-solutions/briefs-summaries/dell-automation-platform-solution-brief.pdf" TargetMode="External"/><Relationship Id="rId7" Type="http://schemas.openxmlformats.org/officeDocument/2006/relationships/hyperlink" Target="https://www.dell.com/support/manuals/en-us/dell-automation-platform-components/dap_p_blueprint_qsg/introduction?guid=guid-872d885f-633c-480c-8e0c-b7eaf07566cd&amp;lang=en-us" TargetMode="External"/><Relationship Id="rId2" Type="http://schemas.openxmlformats.org/officeDocument/2006/relationships/hyperlink" Target="https://dell.sharepoint.com/:f:/r/sites/BlueprintAssist/Shared%20Documents/BP%20Assist%20General/bpa-toolkit?csf=1&amp;web=1&amp;e=e6zpB0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delltechnologies.com/asset/en-us/solutions/infrastructure-solutions/briefs-summaries/dell-automation-platform-overview-video.mp4.external" TargetMode="External"/><Relationship Id="rId5" Type="http://schemas.openxmlformats.org/officeDocument/2006/relationships/hyperlink" Target="https://www.dell.com/support/manuals/en-us/dell-automation-platform-components/dap_p_blueprint_qsg/blueprint-introduction?guid=guid-c018ccbb-e465-481a-9cc0-148bc44087e1&amp;lang=en-us" TargetMode="External"/><Relationship Id="rId10" Type="http://schemas.openxmlformats.org/officeDocument/2006/relationships/hyperlink" Target="https://www.delltechnologies.com/asset/en-us/solutions/infrastructure-solutions/selling-competitive/dell-automation-platform-technical-reference-deck.pptx.external" TargetMode="External"/><Relationship Id="rId4" Type="http://schemas.openxmlformats.org/officeDocument/2006/relationships/hyperlink" Target="https://www.delltechnologies.com/asset/en-us/solutions/infrastructure-solutions/briefs-summaries/dell-automation-platform-infographic.pdf.external" TargetMode="External"/><Relationship Id="rId9" Type="http://schemas.openxmlformats.org/officeDocument/2006/relationships/hyperlink" Target="https://www.delltechnologies.com/asset/en-us/solutions/infrastructure-solutions/briefs-summaries/dell-automation-platform-technical-faq.pdf.extern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9192-0866-3470-C102-02C9324F6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36E0-EF2E-F704-0450-0624B4626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29" y="2321005"/>
            <a:ext cx="7143750" cy="2215991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BPA Introduction  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96847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FD55F-67C1-5DE4-D732-9C2D228AE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4DABEE6-5016-BA47-0162-06C9D4E8B11F}"/>
              </a:ext>
            </a:extLst>
          </p:cNvPr>
          <p:cNvSpPr txBox="1">
            <a:spLocks/>
          </p:cNvSpPr>
          <p:nvPr/>
        </p:nvSpPr>
        <p:spPr>
          <a:xfrm>
            <a:off x="3389544" y="903682"/>
            <a:ext cx="7869807" cy="4404851"/>
          </a:xfrm>
          <a:prstGeom prst="rect">
            <a:avLst/>
          </a:prstGeom>
        </p:spPr>
        <p:txBody>
          <a:bodyPr vert="horz" lIns="91440" tIns="0" rIns="91440" bIns="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800" dirty="0">
                <a:solidFill>
                  <a:schemeClr val="bg2"/>
                </a:solidFill>
              </a:rPr>
              <a:t>Following is an overview of the different components that will support you as a Blueprint developer throughout your onboarding journey:</a:t>
            </a:r>
          </a:p>
          <a:p>
            <a:endParaRPr lang="en-US" sz="28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rial" panose="020B0604020202020204" pitchFamily="34" charset="0"/>
              </a:rPr>
              <a:t>DAP – Dell Automation Platform – An orchestration tool that enables provisioning an infrastructure and updating it. 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rial" panose="020B0604020202020204" pitchFamily="34" charset="0"/>
              </a:rPr>
              <a:t>Blueprint – A declarative infrastructure definition, written in TOSCA format, saved as a YAML file. 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rial" panose="020B0604020202020204" pitchFamily="34" charset="0"/>
              </a:rPr>
              <a:t>Blueprint Assist – An AI tool that supports Blueprint generation, deployment and validation.  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rial" panose="020B0604020202020204" pitchFamily="34" charset="0"/>
              </a:rPr>
              <a:t>BPA Installation – BPA has an installation package for Linux or Windows and supports the common IDE types – Windsurf/VSC/Claude/etc.</a:t>
            </a:r>
          </a:p>
          <a:p>
            <a:endParaRPr lang="en-US" sz="2800" dirty="0"/>
          </a:p>
          <a:p>
            <a:endParaRPr lang="en-US" sz="2800" dirty="0"/>
          </a:p>
          <a:p>
            <a:pPr>
              <a:lnSpc>
                <a:spcPct val="120000"/>
              </a:lnSpc>
            </a:pP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2"/>
              </a:solidFill>
              <a:latin typeface="Amasis MT Pro" panose="020F0502020204030204" pitchFamily="18" charset="0"/>
            </a:endParaRPr>
          </a:p>
          <a:p>
            <a:endParaRPr lang="en-US" sz="2800" u="sng" dirty="0">
              <a:solidFill>
                <a:schemeClr val="bg2"/>
              </a:solidFill>
              <a:latin typeface="Amasis MT Pro" panose="020F0502020204030204" pitchFamily="18" charset="0"/>
            </a:endParaRPr>
          </a:p>
          <a:p>
            <a:endParaRPr lang="en-US" sz="2800" dirty="0">
              <a:solidFill>
                <a:schemeClr val="bg2"/>
              </a:solidFill>
              <a:latin typeface="Amasis MT Pro" panose="020F0502020204030204" pitchFamily="18" charset="0"/>
            </a:endParaRPr>
          </a:p>
          <a:p>
            <a:endParaRPr lang="en-US" sz="2800" dirty="0">
              <a:solidFill>
                <a:schemeClr val="bg2"/>
              </a:solidFill>
              <a:latin typeface="Amasis MT Pro" panose="020F0502020204030204" pitchFamily="18" charset="0"/>
            </a:endParaRPr>
          </a:p>
          <a:p>
            <a:endParaRPr lang="en-US" sz="2800" dirty="0">
              <a:solidFill>
                <a:schemeClr val="bg2"/>
              </a:solidFill>
              <a:latin typeface="Amasis MT Pro" panose="020F0502020204030204" pitchFamily="18" charset="0"/>
            </a:endParaRPr>
          </a:p>
          <a:p>
            <a:endParaRPr lang="en-US" sz="2800" dirty="0">
              <a:solidFill>
                <a:schemeClr val="bg2"/>
              </a:solidFill>
              <a:latin typeface="Amasis MT Pro" panose="020F0502020204030204" pitchFamily="18" charset="0"/>
            </a:endParaRPr>
          </a:p>
          <a:p>
            <a:endParaRPr lang="en-US" sz="2800" b="1" dirty="0">
              <a:latin typeface="Amasis MT Pro" panose="020F0502020204030204" pitchFamily="18" charset="0"/>
            </a:endParaRPr>
          </a:p>
          <a:p>
            <a:endParaRPr lang="en-US" sz="2800" dirty="0">
              <a:solidFill>
                <a:srgbClr val="374151"/>
              </a:solidFill>
              <a:latin typeface="Amasis MT Pro" panose="020F0502020204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93695-0124-365D-58A6-B6B19201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00" y="1479385"/>
            <a:ext cx="2286000" cy="886397"/>
          </a:xfrm>
        </p:spPr>
        <p:txBody>
          <a:bodyPr/>
          <a:lstStyle/>
          <a:p>
            <a:r>
              <a:rPr lang="en-US"/>
              <a:t>BPA Overview</a:t>
            </a:r>
          </a:p>
        </p:txBody>
      </p:sp>
    </p:spTree>
    <p:extLst>
      <p:ext uri="{BB962C8B-B14F-4D97-AF65-F5344CB8AC3E}">
        <p14:creationId xmlns:p14="http://schemas.microsoft.com/office/powerpoint/2010/main" val="58874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18CB-10C7-A3CA-7AD7-6EA2FF74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</p:spPr>
        <p:txBody>
          <a:bodyPr wrap="square">
            <a:normAutofit/>
          </a:bodyPr>
          <a:lstStyle/>
          <a:p>
            <a:r>
              <a:rPr lang="en-US"/>
              <a:t>Prerequisites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B65C3A1C-19BF-C6B4-F9DA-10806A25D6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662460"/>
              </p:ext>
            </p:extLst>
          </p:nvPr>
        </p:nvGraphicFramePr>
        <p:xfrm>
          <a:off x="381001" y="1600200"/>
          <a:ext cx="11430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501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FE594-77EB-0142-FC0A-2F9BFEC91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0A1D-D056-31EC-40E6-ECFD34B22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</p:spPr>
        <p:txBody>
          <a:bodyPr wrap="square">
            <a:normAutofit/>
          </a:bodyPr>
          <a:lstStyle/>
          <a:p>
            <a:r>
              <a:rPr lang="en-US" sz="2500"/>
              <a:t>Obtaining client credentials from DAP 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8879B3F-BC5B-7287-997C-3912FAA7D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0" y="644655"/>
            <a:ext cx="8343900" cy="5340094"/>
          </a:xfrm>
          <a:prstGeom prst="rect">
            <a:avLst/>
          </a:prstGeo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F57BB9-A82E-CF82-CC00-0807FB83C85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</p:spPr>
        <p:txBody>
          <a:bodyPr wrap="square">
            <a:normAutofit/>
          </a:bodyPr>
          <a:lstStyle/>
          <a:p>
            <a:r>
              <a:rPr lang="en-US" dirty="0"/>
              <a:t>BPA - Add DAP client credentials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8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53506-3C1B-ADF7-4729-1EC049F9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73EF-6C47-817A-819F-37A4497C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801185"/>
            <a:ext cx="2596895" cy="886397"/>
          </a:xfrm>
        </p:spPr>
        <p:txBody>
          <a:bodyPr/>
          <a:lstStyle/>
          <a:p>
            <a:r>
              <a:rPr lang="en-US" dirty="0"/>
              <a:t>BPA CLI configuration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E1B19-A540-F980-13D8-B40E80004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1824" y="801184"/>
            <a:ext cx="8343900" cy="546071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The BPA CLI can be configured via environment variables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or a config file at ~/.blueprint-assist/</a:t>
            </a:r>
            <a:r>
              <a:rPr lang="en-US" sz="1600" dirty="0" err="1"/>
              <a:t>config.json</a:t>
            </a:r>
            <a:r>
              <a:rPr lang="en-US" sz="1600" dirty="0"/>
              <a:t>.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Environment Variables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export DAP_ORCHESTRATOR_DOMAIN=“your-orchestrator.domain.com "</a:t>
            </a:r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export DAP_TOKEN="</a:t>
            </a:r>
            <a:r>
              <a:rPr lang="en-US" sz="900" dirty="0" err="1"/>
              <a:t>eyJhbGci</a:t>
            </a:r>
            <a:r>
              <a:rPr lang="en-US" sz="900" dirty="0"/>
              <a:t>..."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Config File (~/.blueprint-assist/</a:t>
            </a:r>
            <a:r>
              <a:rPr lang="en-US" sz="1600" dirty="0" err="1"/>
              <a:t>config.json</a:t>
            </a:r>
            <a:r>
              <a:rPr lang="en-US" sz="1600" dirty="0"/>
              <a:t>)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{</a:t>
            </a:r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  "</a:t>
            </a:r>
            <a:r>
              <a:rPr lang="en-US" sz="900" dirty="0" err="1"/>
              <a:t>orchestrator_domain</a:t>
            </a:r>
            <a:r>
              <a:rPr lang="en-US" sz="900" dirty="0"/>
              <a:t>": "your-orchestrator.domain.com",</a:t>
            </a:r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  "token": "your-token"</a:t>
            </a:r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}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Current Configuration</a:t>
            </a:r>
          </a:p>
          <a:p>
            <a:pPr>
              <a:spcBef>
                <a:spcPts val="0"/>
              </a:spcBef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Your current config file at C:\Users\&lt;UserName&gt;\.blueprint-assist\config.json contains: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{</a:t>
            </a:r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"diagnostician": {</a:t>
            </a:r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    "adapter": "</a:t>
            </a:r>
            <a:r>
              <a:rPr lang="en-US" sz="900" dirty="0" err="1"/>
              <a:t>devin</a:t>
            </a:r>
            <a:r>
              <a:rPr lang="en-US" sz="900" dirty="0"/>
              <a:t>"</a:t>
            </a:r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  }</a:t>
            </a:r>
          </a:p>
          <a:p>
            <a:pPr marL="457193" lvl="1" indent="0">
              <a:spcBef>
                <a:spcPts val="0"/>
              </a:spcBef>
              <a:buNone/>
            </a:pPr>
            <a:r>
              <a:rPr lang="en-US" sz="900" dirty="0"/>
              <a:t>}</a:t>
            </a:r>
          </a:p>
          <a:p>
            <a:pPr>
              <a:spcBef>
                <a:spcPts val="0"/>
              </a:spcBef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8082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CCDB7-94C3-9493-D735-7C571FDF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8CAE-7D32-DDA2-4066-065C118E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</p:spPr>
        <p:txBody>
          <a:bodyPr wrap="square">
            <a:normAutofit/>
          </a:bodyPr>
          <a:lstStyle/>
          <a:p>
            <a:r>
              <a:rPr lang="en-US"/>
              <a:t>BPA usage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7412BA-4DDB-3AA0-F0B2-2D48D879A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</p:spPr>
        <p:txBody>
          <a:bodyPr>
            <a:normAutofit/>
          </a:bodyPr>
          <a:lstStyle/>
          <a:p>
            <a:r>
              <a:rPr lang="en-US" dirty="0"/>
              <a:t>In your IDE chat interface, request a blueprint generation, describing your solution.</a:t>
            </a:r>
          </a:p>
          <a:p>
            <a:r>
              <a:rPr lang="en-US" dirty="0"/>
              <a:t>In the case of an existing solution, add to the chat or to the context window the existing solution files like TF models, Helm chart, ansible playbooks, etc..</a:t>
            </a:r>
          </a:p>
          <a:p>
            <a:r>
              <a:rPr lang="en-US" dirty="0"/>
              <a:t>BPA will generate a Blueprint.</a:t>
            </a:r>
          </a:p>
          <a:p>
            <a:r>
              <a:rPr lang="en-US" dirty="0"/>
              <a:t>In the IDE chat, request to upload and deploy the Blueprint.</a:t>
            </a:r>
          </a:p>
          <a:p>
            <a:r>
              <a:rPr lang="en-US" dirty="0"/>
              <a:t>Once deployment was successful, verify the solution works as expected.</a:t>
            </a:r>
          </a:p>
        </p:txBody>
      </p:sp>
    </p:spTree>
    <p:extLst>
      <p:ext uri="{BB962C8B-B14F-4D97-AF65-F5344CB8AC3E}">
        <p14:creationId xmlns:p14="http://schemas.microsoft.com/office/powerpoint/2010/main" val="1929739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CCDB7-94C3-9493-D735-7C571FDF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8CAE-7D32-DDA2-4066-065C118E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</p:spPr>
        <p:txBody>
          <a:bodyPr wrap="square">
            <a:normAutofit/>
          </a:bodyPr>
          <a:lstStyle/>
          <a:p>
            <a:r>
              <a:t>BPA Workflow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7412BA-4DDB-3AA0-F0B2-2D48D879A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894600"/>
            <a:ext cx="11430000" cy="4572000"/>
          </a:xfrm>
        </p:spPr>
        <p:txBody>
          <a:bodyPr>
            <a:normAutofit/>
          </a:bodyPr>
          <a:lstStyle/>
          <a:p>
            <a:r>
              <a:rPr dirty="0"/>
              <a:t>End-to-end BPA interaction flow</a:t>
            </a:r>
          </a:p>
          <a:p>
            <a:r>
              <a:rPr dirty="0"/>
              <a:t>User-driven blueprint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6800" y="2813400"/>
            <a:ext cx="2150041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Describe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800" y="2813400"/>
            <a:ext cx="2150041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Generate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88800" y="2813400"/>
            <a:ext cx="2150041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800" y="2813400"/>
            <a:ext cx="2150041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Validate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15641" y="0"/>
            <a:ext cx="1188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01641" y="0"/>
            <a:ext cx="1188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87641" y="0"/>
            <a:ext cx="1188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46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Blueprint Structure</a:t>
            </a:r>
            <a:br>
              <a:rPr lang="en-US" dirty="0"/>
            </a:b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800E4-44A8-222E-8C45-B8C2119D4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300"/>
              </a:spcAft>
              <a:defRPr sz="1400"/>
            </a:pPr>
            <a:r>
              <a:rPr lang="en-US" dirty="0"/>
              <a:t>my-blueprint/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├── </a:t>
            </a:r>
            <a:r>
              <a:rPr lang="en-US" dirty="0" err="1"/>
              <a:t>blueprint.yaml</a:t>
            </a:r>
            <a:r>
              <a:rPr lang="en-US" dirty="0"/>
              <a:t>              # Main blueprint definition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├── </a:t>
            </a:r>
            <a:r>
              <a:rPr lang="en-US" dirty="0" err="1"/>
              <a:t>inputs.yaml</a:t>
            </a:r>
            <a:r>
              <a:rPr lang="en-US" dirty="0"/>
              <a:t>                 # Input definitions (optional)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├── </a:t>
            </a:r>
            <a:r>
              <a:rPr lang="en-US" dirty="0" err="1"/>
              <a:t>capabilities.yaml</a:t>
            </a:r>
            <a:r>
              <a:rPr lang="en-US" dirty="0"/>
              <a:t>           # Output definitions (optional)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├── infrastructure/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│   └── </a:t>
            </a:r>
            <a:r>
              <a:rPr lang="en-US" dirty="0" err="1"/>
              <a:t>vsphere</a:t>
            </a:r>
            <a:r>
              <a:rPr lang="en-US" dirty="0"/>
              <a:t>/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│       ├── </a:t>
            </a:r>
            <a:r>
              <a:rPr lang="en-US" dirty="0" err="1"/>
              <a:t>inputs.yaml</a:t>
            </a:r>
            <a:endParaRPr lang="en-US" dirty="0"/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│       ├── </a:t>
            </a:r>
            <a:r>
              <a:rPr lang="en-US" dirty="0" err="1"/>
              <a:t>definitions.yaml</a:t>
            </a:r>
            <a:endParaRPr lang="en-US" dirty="0"/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│       └── </a:t>
            </a:r>
            <a:r>
              <a:rPr lang="en-US" dirty="0" err="1"/>
              <a:t>outputs.yaml</a:t>
            </a:r>
            <a:endParaRPr lang="en-US" dirty="0"/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├── </a:t>
            </a:r>
            <a:r>
              <a:rPr lang="en-US" dirty="0" err="1"/>
              <a:t>example_JSON_configs</a:t>
            </a:r>
            <a:r>
              <a:rPr lang="en-US" dirty="0"/>
              <a:t>/       # Sample deployment inputs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│   └── deployment-</a:t>
            </a:r>
            <a:r>
              <a:rPr lang="en-US" dirty="0" err="1"/>
              <a:t>inputs.json</a:t>
            </a:r>
            <a:endParaRPr lang="en-US" dirty="0"/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├── </a:t>
            </a:r>
            <a:r>
              <a:rPr lang="en-US" dirty="0" err="1"/>
              <a:t>CHANGELOG.yaml</a:t>
            </a:r>
            <a:r>
              <a:rPr lang="en-US" dirty="0"/>
              <a:t>              # Version history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├── README.md                   # Documentation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└── icon.png                    # Blueprint icon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Blueprint Directory 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508B-235A-670C-8B9B-67B2A82F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BAA184-E8AE-CB68-6834-D0D3CC2A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Blueprint Structure</a:t>
            </a:r>
            <a:br>
              <a:rPr lang="en-US"/>
            </a:br>
            <a:r>
              <a:rPr lang="en-US"/>
              <a:t>continued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B8FB1-6AB1-675E-DD91-58410015A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 b="1"/>
            </a:pPr>
            <a:r>
              <a:rPr lang="en-US" dirty="0"/>
              <a:t>Core Blueprint Components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Metadata: name, version, description, author, license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TOSCA Structure: </a:t>
            </a:r>
            <a:r>
              <a:rPr lang="en-US" dirty="0" err="1"/>
              <a:t>tosca_definitions_version</a:t>
            </a:r>
            <a:r>
              <a:rPr lang="en-US" dirty="0"/>
              <a:t>, imports, </a:t>
            </a:r>
            <a:r>
              <a:rPr lang="en-US" dirty="0" err="1"/>
              <a:t>dsl_definitions</a:t>
            </a:r>
            <a:endParaRPr lang="en-US" dirty="0"/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Inputs: User-provided parameters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Node Templates: Infrastructure components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Capabilities: Output values for consumers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Relationships: Dependencies between nodes</a:t>
            </a:r>
          </a:p>
          <a:p>
            <a:pPr>
              <a:spcAft>
                <a:spcPts val="600"/>
              </a:spcAft>
              <a:defRPr sz="1800" b="1"/>
            </a:pPr>
            <a:r>
              <a:rPr lang="en-US" dirty="0"/>
              <a:t>Key Sections Explained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Imports: Load Dell types and required plugins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Inputs: Define parameters users provide at deployment time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Node Templates: Define infrastructure resources using plugin node types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Capabilities: Expose outputs for other blueprints to consume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Relationships: Define dependencies and connections between nodes</a:t>
            </a:r>
          </a:p>
          <a:p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3BAC2F1-1329-61F5-3003-7EA8C17D8E2D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lang="en-US" dirty="0"/>
              <a:t>Core Components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97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508B-235A-670C-8B9B-67B2A82F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BAA184-E8AE-CB68-6834-D0D3CC2A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Blueprint Core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B8FB1-6AB1-675E-DD91-58410015A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2700" y="277652"/>
            <a:ext cx="8343900" cy="3286347"/>
          </a:xfrm>
        </p:spPr>
        <p:txBody>
          <a:bodyPr/>
          <a:lstStyle/>
          <a:p>
            <a:r>
              <a:rPr dirty="0"/>
              <a:t>Key structural elements of a blueprint</a:t>
            </a:r>
          </a:p>
          <a:p>
            <a:r>
              <a:rPr dirty="0"/>
              <a:t>Defines execution and outputs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3BAC2F1-1329-61F5-3003-7EA8C17D8E2D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lang="en-US" dirty="0"/>
              <a:t>Core Components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330150" y="3015359"/>
            <a:ext cx="169026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55155" y="3015359"/>
            <a:ext cx="169026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80160" y="3015359"/>
            <a:ext cx="169026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Capabilities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5165" y="3015359"/>
            <a:ext cx="169026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Relationships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84520" y="0"/>
            <a:ext cx="571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53300" y="0"/>
            <a:ext cx="571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22080" y="0"/>
            <a:ext cx="571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D08082CA-17AD-5200-08F0-47304E43D4FC}"/>
              </a:ext>
            </a:extLst>
          </p:cNvPr>
          <p:cNvSpPr/>
          <p:nvPr/>
        </p:nvSpPr>
        <p:spPr>
          <a:xfrm>
            <a:off x="3330150" y="3024359"/>
            <a:ext cx="169026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Inputs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BF55CC74-7D94-A54B-BCE1-FE5AC58CBE8F}"/>
              </a:ext>
            </a:extLst>
          </p:cNvPr>
          <p:cNvSpPr/>
          <p:nvPr/>
        </p:nvSpPr>
        <p:spPr>
          <a:xfrm>
            <a:off x="5155155" y="3024359"/>
            <a:ext cx="169026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Nodes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010895F5-8622-D88F-5E5D-226BE5DDD69A}"/>
              </a:ext>
            </a:extLst>
          </p:cNvPr>
          <p:cNvSpPr/>
          <p:nvPr/>
        </p:nvSpPr>
        <p:spPr>
          <a:xfrm>
            <a:off x="6980160" y="3024359"/>
            <a:ext cx="169026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Capabilities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64E660A2-6414-1526-E1A1-233052716468}"/>
              </a:ext>
            </a:extLst>
          </p:cNvPr>
          <p:cNvSpPr/>
          <p:nvPr/>
        </p:nvSpPr>
        <p:spPr>
          <a:xfrm>
            <a:off x="8805165" y="3024359"/>
            <a:ext cx="169026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Relationships</a:t>
            </a:r>
          </a:p>
        </p:txBody>
      </p:sp>
    </p:spTree>
    <p:extLst>
      <p:ext uri="{BB962C8B-B14F-4D97-AF65-F5344CB8AC3E}">
        <p14:creationId xmlns:p14="http://schemas.microsoft.com/office/powerpoint/2010/main" val="2120037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Blueprint Assist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E3DD9-A478-99A2-3F07-52DC6ED3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AI-powered infrastructure deployment tool that simplifies blueprint creation and management for the Dell Automation Platform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Accelerated Development: Reduce blueprint creation time with AI assistance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Consistency: Ensure deployments follow best practices and standards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Knowledge Transfer: Learn from existing blueprints through reasoning and analysis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Flexibility: Support both signed and custom organizational blueprints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Multi-Platform: Deploy across on-premises, bare-metal, and Kubernetes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DAP Integration: Full lifecycle management from CLI or AI chat interface</a:t>
            </a:r>
          </a:p>
          <a:p>
            <a:pPr>
              <a:spcAft>
                <a:spcPts val="1000"/>
              </a:spcAft>
            </a:pPr>
            <a:endParaRPr lang="en-US" dirty="0"/>
          </a:p>
          <a:p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What is Blueprint Assist?</a:t>
            </a:r>
          </a:p>
          <a:p>
            <a:pPr>
              <a:spcAft>
                <a:spcPts val="1000"/>
              </a:spcAft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D6E6-86E2-FAA4-93FC-FDDD14C0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B765E5-FCC1-CBD0-A0C2-282A1A55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Blueprint Assist (BPA)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C3140-2436-7E7B-BA8D-F17826A6A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 b="1"/>
            </a:pPr>
            <a:r>
              <a:rPr lang="en-US" dirty="0"/>
              <a:t>BPA Architecture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User → IDE → Skills → LLM → dap-</a:t>
            </a:r>
            <a:r>
              <a:rPr lang="en-US" dirty="0" err="1"/>
              <a:t>bpa</a:t>
            </a:r>
            <a:r>
              <a:rPr lang="en-US" dirty="0"/>
              <a:t> CLI → Blueprint Description → DAP Orchestrator</a:t>
            </a:r>
          </a:p>
          <a:p>
            <a:pPr>
              <a:spcAft>
                <a:spcPts val="600"/>
              </a:spcAft>
              <a:defRPr sz="1800" b="1"/>
            </a:pPr>
            <a:r>
              <a:rPr lang="en-US" dirty="0"/>
              <a:t>Core Components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Skills Engine: AI-powered engine processing natural language requirements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Knowledge Base: Repository of plugins, blueprints, and documentation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dap-</a:t>
            </a:r>
            <a:r>
              <a:rPr lang="en-US" dirty="0" err="1"/>
              <a:t>bpa</a:t>
            </a:r>
            <a:r>
              <a:rPr lang="en-US" dirty="0"/>
              <a:t> CLI: Command-line interface for all operations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IDE Integration: Seamless integration with development environments</a:t>
            </a:r>
          </a:p>
          <a:p>
            <a:pPr>
              <a:spcAft>
                <a:spcPts val="600"/>
              </a:spcAft>
              <a:defRPr sz="1800" b="1"/>
            </a:pPr>
            <a:r>
              <a:rPr lang="en-US" dirty="0"/>
              <a:t>Primary Use Cases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1. Infrastructure Deployment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2. Blueprint Analysis and Auditing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3. Blueprint Creation from Scratch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4. Template Reuse from Signed Blueprints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5. Custom Organization-Specific Blueprints</a:t>
            </a:r>
          </a:p>
          <a:p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677A360-A8A4-8EE6-08AB-9B66F71049D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 b="1"/>
            </a:pPr>
            <a:r>
              <a:rPr dirty="0"/>
              <a:t>Key Value Propositions</a:t>
            </a:r>
          </a:p>
        </p:txBody>
      </p:sp>
    </p:spTree>
    <p:extLst>
      <p:ext uri="{BB962C8B-B14F-4D97-AF65-F5344CB8AC3E}">
        <p14:creationId xmlns:p14="http://schemas.microsoft.com/office/powerpoint/2010/main" val="231087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2D22202-E618-3B27-19C9-FDA1EA4F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</p:spPr>
        <p:txBody>
          <a:bodyPr/>
          <a:lstStyle/>
          <a:p>
            <a:r>
              <a:rPr lang="en-US" dirty="0"/>
              <a:t>System Architecture</a:t>
            </a:r>
            <a:br>
              <a:rPr lang="en-US" dirty="0"/>
            </a:br>
            <a:r>
              <a:rPr lang="en-US" dirty="0"/>
              <a:t>Overview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B31555-FE12-9E95-21C5-595E11957C4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tretch/>
        </p:blipFill>
        <p:spPr>
          <a:xfrm>
            <a:off x="3401275" y="0"/>
            <a:ext cx="6962436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13242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D6E6-86E2-FAA4-93FC-FDDD14C0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B765E5-FCC1-CBD0-A0C2-282A1A55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BPA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C3140-2436-7E7B-BA8D-F17826A6A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3028947"/>
          </a:xfrm>
        </p:spPr>
        <p:txBody>
          <a:bodyPr/>
          <a:lstStyle/>
          <a:p>
            <a:r>
              <a:rPr dirty="0"/>
              <a:t>High-level system interaction model</a:t>
            </a:r>
          </a:p>
          <a:p>
            <a:r>
              <a:rPr dirty="0"/>
              <a:t>AI-driven orchestration flow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677A360-A8A4-8EE6-08AB-9B66F71049D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 b="1"/>
            </a:pPr>
            <a:r>
              <a:rPr dirty="0"/>
              <a:t>Key Value Propositions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07725" y="0"/>
            <a:ext cx="947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99711" y="0"/>
            <a:ext cx="947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91697" y="0"/>
            <a:ext cx="94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83682" y="0"/>
            <a:ext cx="947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75668" y="0"/>
            <a:ext cx="947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B1DBDE3F-CE7C-C195-A236-8CC67B6BC393}"/>
              </a:ext>
            </a:extLst>
          </p:cNvPr>
          <p:cNvSpPr/>
          <p:nvPr/>
        </p:nvSpPr>
        <p:spPr>
          <a:xfrm>
            <a:off x="3561805" y="3206702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User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9D790083-8574-4ADA-1610-FDAB71DAC89D}"/>
              </a:ext>
            </a:extLst>
          </p:cNvPr>
          <p:cNvSpPr/>
          <p:nvPr/>
        </p:nvSpPr>
        <p:spPr>
          <a:xfrm>
            <a:off x="4753791" y="3206702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IDE</a:t>
            </a: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E0DCB31A-675F-09A4-F468-598260ADDB14}"/>
              </a:ext>
            </a:extLst>
          </p:cNvPr>
          <p:cNvSpPr/>
          <p:nvPr/>
        </p:nvSpPr>
        <p:spPr>
          <a:xfrm>
            <a:off x="5945777" y="3206702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Skills</a:t>
            </a: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0BE427FD-FF7E-8A4D-85D5-B9C84FEEC4D7}"/>
              </a:ext>
            </a:extLst>
          </p:cNvPr>
          <p:cNvSpPr/>
          <p:nvPr/>
        </p:nvSpPr>
        <p:spPr>
          <a:xfrm>
            <a:off x="7137762" y="3206702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LLM</a:t>
            </a: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1192763E-9414-037E-8748-16CE3E438121}"/>
              </a:ext>
            </a:extLst>
          </p:cNvPr>
          <p:cNvSpPr/>
          <p:nvPr/>
        </p:nvSpPr>
        <p:spPr>
          <a:xfrm>
            <a:off x="8329748" y="3206702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CLI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0548865C-4703-8FE4-A929-689E5D3DCCA6}"/>
              </a:ext>
            </a:extLst>
          </p:cNvPr>
          <p:cNvSpPr/>
          <p:nvPr/>
        </p:nvSpPr>
        <p:spPr>
          <a:xfrm>
            <a:off x="9521734" y="3206702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DAP</a:t>
            </a:r>
          </a:p>
        </p:txBody>
      </p:sp>
    </p:spTree>
    <p:extLst>
      <p:ext uri="{BB962C8B-B14F-4D97-AF65-F5344CB8AC3E}">
        <p14:creationId xmlns:p14="http://schemas.microsoft.com/office/powerpoint/2010/main" val="612850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Blueprints - Phase 1: Planning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DD94B-E389-393F-8AA7-65A89DEC8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100" y="400051"/>
            <a:ext cx="8343900" cy="6196691"/>
          </a:xfrm>
        </p:spPr>
        <p:txBody>
          <a:bodyPr/>
          <a:lstStyle/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Purpose: What infrastructure will this blueprint deploy?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Scope: What components are included/excluded?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Target Environment: On-premises, Kubernetes, cloud?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Constraints: Budget, timeline, compliance requirements?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Dependencies: External systems or services required?</a:t>
            </a:r>
          </a:p>
          <a:p>
            <a:pPr>
              <a:spcAft>
                <a:spcPts val="600"/>
              </a:spcAft>
              <a:defRPr sz="1800" b="1"/>
            </a:pPr>
            <a:r>
              <a:rPr lang="en-US" sz="1600" dirty="0"/>
              <a:t>Research Existing Blueprints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dap-</a:t>
            </a:r>
            <a:r>
              <a:rPr lang="en-US" sz="1200" dirty="0" err="1"/>
              <a:t>bpa</a:t>
            </a:r>
            <a:r>
              <a:rPr lang="en-US" sz="1200" dirty="0"/>
              <a:t> knowledge blueprints find "storage"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dap-</a:t>
            </a:r>
            <a:r>
              <a:rPr lang="en-US" sz="1200" dirty="0" err="1"/>
              <a:t>bpa</a:t>
            </a:r>
            <a:r>
              <a:rPr lang="en-US" sz="1200" dirty="0"/>
              <a:t> knowledge blueprints find "network"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dap-</a:t>
            </a:r>
            <a:r>
              <a:rPr lang="en-US" sz="1200" dirty="0" err="1"/>
              <a:t>bpa</a:t>
            </a:r>
            <a:r>
              <a:rPr lang="en-US" sz="1200" dirty="0"/>
              <a:t> knowledge blueprints get </a:t>
            </a:r>
            <a:r>
              <a:rPr lang="en-US" sz="1200" dirty="0" err="1"/>
              <a:t>vsphere-vm</a:t>
            </a:r>
            <a:r>
              <a:rPr lang="en-US" sz="1200" dirty="0"/>
              <a:t> --include-files</a:t>
            </a:r>
          </a:p>
          <a:p>
            <a:pPr>
              <a:spcAft>
                <a:spcPts val="600"/>
              </a:spcAft>
              <a:defRPr sz="1800" b="1"/>
            </a:pPr>
            <a:r>
              <a:rPr lang="en-US" sz="1600" dirty="0"/>
              <a:t>Study Plugin Documentation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dap-</a:t>
            </a:r>
            <a:r>
              <a:rPr lang="en-US" sz="1200" dirty="0" err="1"/>
              <a:t>bpa</a:t>
            </a:r>
            <a:r>
              <a:rPr lang="en-US" sz="1200" dirty="0"/>
              <a:t> knowledge plugins list </a:t>
            </a:r>
            <a:r>
              <a:rPr lang="en-US" sz="1200" dirty="0" err="1"/>
              <a:t>vsphere</a:t>
            </a:r>
            <a:endParaRPr lang="en-US" sz="1200" dirty="0"/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dap-</a:t>
            </a:r>
            <a:r>
              <a:rPr lang="en-US" sz="1200" dirty="0" err="1"/>
              <a:t>bpa</a:t>
            </a:r>
            <a:r>
              <a:rPr lang="en-US" sz="1200" dirty="0"/>
              <a:t> knowledge plugins get </a:t>
            </a:r>
            <a:r>
              <a:rPr lang="en-US" sz="1200" dirty="0" err="1"/>
              <a:t>vsphere</a:t>
            </a:r>
            <a:r>
              <a:rPr lang="en-US" sz="1200" dirty="0"/>
              <a:t> </a:t>
            </a:r>
            <a:r>
              <a:rPr lang="en-US" sz="1200" dirty="0" err="1"/>
              <a:t>dell.nodes.vsphere.Server</a:t>
            </a:r>
            <a:endParaRPr lang="en-US" sz="1200" dirty="0"/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dap-</a:t>
            </a:r>
            <a:r>
              <a:rPr lang="en-US" sz="1200" dirty="0" err="1"/>
              <a:t>bpa</a:t>
            </a:r>
            <a:r>
              <a:rPr lang="en-US" sz="1200" dirty="0"/>
              <a:t> knowledge plugins docs </a:t>
            </a:r>
            <a:r>
              <a:rPr lang="en-US" sz="1200" dirty="0" err="1"/>
              <a:t>vsphere</a:t>
            </a:r>
            <a:endParaRPr lang="en-US" sz="1200" dirty="0"/>
          </a:p>
          <a:p>
            <a:pPr>
              <a:spcAft>
                <a:spcPts val="600"/>
              </a:spcAft>
              <a:defRPr sz="1800" b="1"/>
            </a:pPr>
            <a:r>
              <a:rPr lang="en-US" sz="1600" dirty="0"/>
              <a:t>Create Blueprint Directory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 err="1"/>
              <a:t>mkdir</a:t>
            </a:r>
            <a:r>
              <a:rPr lang="en-US" sz="1200" dirty="0"/>
              <a:t> my-blueprint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/>
              <a:t>cd my-blueprint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 err="1"/>
              <a:t>mkdir</a:t>
            </a:r>
            <a:r>
              <a:rPr lang="en-US" sz="1200" dirty="0"/>
              <a:t> -p infrastructure/</a:t>
            </a:r>
            <a:r>
              <a:rPr lang="en-US" sz="1200" dirty="0" err="1"/>
              <a:t>vsphere</a:t>
            </a:r>
            <a:endParaRPr lang="en-US" sz="1200" dirty="0"/>
          </a:p>
          <a:p>
            <a:pPr lvl="1">
              <a:spcAft>
                <a:spcPts val="300"/>
              </a:spcAft>
              <a:defRPr sz="1400"/>
            </a:pPr>
            <a:r>
              <a:rPr lang="en-US" sz="1200" dirty="0" err="1"/>
              <a:t>mkdir</a:t>
            </a:r>
            <a:r>
              <a:rPr lang="en-US" sz="1200" dirty="0"/>
              <a:t> -p </a:t>
            </a:r>
            <a:r>
              <a:rPr lang="en-US" sz="1200" dirty="0" err="1"/>
              <a:t>example_JSON_configs</a:t>
            </a:r>
            <a:endParaRPr lang="en-US" sz="1200" dirty="0"/>
          </a:p>
          <a:p>
            <a:endParaRPr lang="en-US" sz="2000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Define Blueprint Requirements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Blueprints - Phase 2: Authoring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5C1D0-DC3F-05A3-D3C4-956CF65FB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300"/>
              </a:spcAft>
              <a:defRPr sz="1400"/>
            </a:pPr>
            <a:r>
              <a:rPr lang="en-US" dirty="0"/>
              <a:t>Simple Blueprint (single file): </a:t>
            </a:r>
            <a:r>
              <a:rPr lang="en-US" dirty="0" err="1"/>
              <a:t>blueprint.yaml</a:t>
            </a:r>
            <a:r>
              <a:rPr lang="en-US" dirty="0"/>
              <a:t>, example configs, changelog, readme, icon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Complex Blueprint (multi-file): Main blueprint with imports, separate inputs/capabilities/definitions files</a:t>
            </a:r>
          </a:p>
          <a:p>
            <a:pPr>
              <a:spcAft>
                <a:spcPts val="600"/>
              </a:spcAft>
              <a:defRPr sz="1800" b="1"/>
            </a:pPr>
            <a:r>
              <a:rPr lang="en-US" dirty="0"/>
              <a:t>Key TOSCA Elements - Imports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imports: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- dell/types/</a:t>
            </a:r>
            <a:r>
              <a:rPr lang="en-US" dirty="0" err="1"/>
              <a:t>types.yaml</a:t>
            </a:r>
            <a:endParaRPr lang="en-US" dirty="0"/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- </a:t>
            </a:r>
            <a:r>
              <a:rPr lang="en-US" dirty="0" err="1"/>
              <a:t>plugin:vsphere-plugin?version</a:t>
            </a:r>
            <a:r>
              <a:rPr lang="en-US" dirty="0"/>
              <a:t>= &gt;=3.0.7.0,&lt;4.0.0.0</a:t>
            </a:r>
          </a:p>
          <a:p>
            <a:pPr>
              <a:spcAft>
                <a:spcPts val="600"/>
              </a:spcAft>
              <a:defRPr sz="1800" b="1"/>
            </a:pPr>
            <a:r>
              <a:rPr lang="en-US" dirty="0"/>
              <a:t>DSL Definitions (Reusable Config)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 err="1"/>
              <a:t>dsl_definitions</a:t>
            </a:r>
            <a:r>
              <a:rPr lang="en-US" dirty="0"/>
              <a:t>: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</a:t>
            </a:r>
            <a:r>
              <a:rPr lang="en-US" dirty="0" err="1"/>
              <a:t>connection_config</a:t>
            </a:r>
            <a:r>
              <a:rPr lang="en-US" dirty="0"/>
              <a:t>: &amp;</a:t>
            </a:r>
            <a:r>
              <a:rPr lang="en-US" dirty="0" err="1"/>
              <a:t>connection_config</a:t>
            </a:r>
            <a:endParaRPr lang="en-US" dirty="0"/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  username: { </a:t>
            </a:r>
            <a:r>
              <a:rPr lang="en-US" dirty="0" err="1"/>
              <a:t>get_input</a:t>
            </a:r>
            <a:r>
              <a:rPr lang="en-US" dirty="0"/>
              <a:t>: </a:t>
            </a:r>
            <a:r>
              <a:rPr lang="en-US" dirty="0" err="1"/>
              <a:t>vsphere_username</a:t>
            </a:r>
            <a:r>
              <a:rPr lang="en-US" dirty="0"/>
              <a:t> }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 dirty="0"/>
              <a:t>    password: { </a:t>
            </a:r>
            <a:r>
              <a:rPr lang="en-US" dirty="0" err="1"/>
              <a:t>get_secret</a:t>
            </a:r>
            <a:r>
              <a:rPr lang="en-US" dirty="0"/>
              <a:t>: { </a:t>
            </a:r>
            <a:r>
              <a:rPr lang="en-US" dirty="0" err="1"/>
              <a:t>get_input</a:t>
            </a:r>
            <a:r>
              <a:rPr lang="en-US" dirty="0"/>
              <a:t>: </a:t>
            </a:r>
            <a:r>
              <a:rPr lang="en-US" dirty="0" err="1"/>
              <a:t>vsphere_secret</a:t>
            </a:r>
            <a:r>
              <a:rPr lang="en-US" dirty="0"/>
              <a:t> } }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Blueprint File Structure Options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FE22-E5BF-C0FD-F505-177987FD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3B7207-D092-F593-619C-F5F3292DD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2215991"/>
          </a:xfrm>
        </p:spPr>
        <p:txBody>
          <a:bodyPr/>
          <a:lstStyle/>
          <a:p>
            <a:r>
              <a:rPr lang="en-US"/>
              <a:t>Building Blueprints - Phase 2: Authoring continued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CB510-B8A4-C2E4-8649-D123E2B6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 b="1"/>
            </a:pPr>
            <a:r>
              <a:rPr lang="en-US"/>
              <a:t>Node Templates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/>
              <a:t>node_templates: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/>
              <a:t>  my_vm: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/>
              <a:t>    type: dell.nodes.vsphere.Server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/>
              <a:t>    properties: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/>
              <a:t>      connection_config: *connection_config</a:t>
            </a:r>
          </a:p>
          <a:p>
            <a:pPr>
              <a:spcAft>
                <a:spcPts val="600"/>
              </a:spcAft>
              <a:defRPr sz="1800" b="1"/>
            </a:pPr>
            <a:r>
              <a:rPr lang="en-US"/>
              <a:t>Intrinsic Functions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/>
              <a:t>{ get_input: parameter_name }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/>
              <a:t>{ get_secret: secret_name }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/>
              <a:t>{ get_attribute: [node_name, attribute] }</a:t>
            </a:r>
          </a:p>
          <a:p>
            <a:pPr lvl="1">
              <a:spcAft>
                <a:spcPts val="300"/>
              </a:spcAft>
              <a:defRPr sz="1400"/>
            </a:pPr>
            <a:r>
              <a:rPr lang="en-US"/>
              <a:t>{ concat: ["prefix-", { get_input: name }] }</a:t>
            </a:r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0BB4899-3DF6-629C-5AFC-A9E4C2899804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873829"/>
            <a:ext cx="2286000" cy="3355523"/>
          </a:xfrm>
        </p:spPr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Blueprint File Structure Options</a:t>
            </a:r>
          </a:p>
        </p:txBody>
      </p:sp>
    </p:spTree>
    <p:extLst>
      <p:ext uri="{BB962C8B-B14F-4D97-AF65-F5344CB8AC3E}">
        <p14:creationId xmlns:p14="http://schemas.microsoft.com/office/powerpoint/2010/main" val="233899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Pipeline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940F0-2CAB-93E8-B621-0E02BF1D1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3084747"/>
          </a:xfrm>
        </p:spPr>
        <p:txBody>
          <a:bodyPr/>
          <a:lstStyle/>
          <a:p>
            <a:r>
              <a:rPr dirty="0"/>
              <a:t>Lifecycle from validation to execution</a:t>
            </a:r>
          </a:p>
          <a:p>
            <a:r>
              <a:rPr dirty="0"/>
              <a:t>Ensures reliable deployment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>
          <a:xfrm>
            <a:off x="381001" y="3069771"/>
            <a:ext cx="2286000" cy="3159581"/>
          </a:xfrm>
        </p:spPr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Validation Steps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Deployment Steps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7100" y="2936159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57750" y="2936159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Validate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400" y="2936159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9050" y="2936159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9700" y="2936159"/>
            <a:ext cx="109728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Monitor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06390" y="0"/>
            <a:ext cx="293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797040" y="0"/>
            <a:ext cx="293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87690" y="0"/>
            <a:ext cx="293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78340" y="0"/>
            <a:ext cx="293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Blueprints - Phase 3: Validation &amp; Deployment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940F0-2CAB-93E8-B621-0E02BF1D1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Validation Steps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1. Local Linting: </a:t>
            </a:r>
            <a:r>
              <a:rPr lang="en-US" dirty="0" err="1"/>
              <a:t>bpa</a:t>
            </a:r>
            <a:r>
              <a:rPr lang="en-US" dirty="0"/>
              <a:t> blueprint lint --file </a:t>
            </a:r>
            <a:r>
              <a:rPr lang="en-US" dirty="0" err="1"/>
              <a:t>blueprint.yaml</a:t>
            </a:r>
            <a:endParaRPr lang="en-US" dirty="0"/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2. Node Validation: </a:t>
            </a:r>
            <a:r>
              <a:rPr lang="en-US" dirty="0" err="1"/>
              <a:t>bpa</a:t>
            </a:r>
            <a:r>
              <a:rPr lang="en-US" dirty="0"/>
              <a:t> blueprint validate </a:t>
            </a:r>
            <a:r>
              <a:rPr lang="en-US" dirty="0" err="1"/>
              <a:t>my_vm</a:t>
            </a:r>
            <a:r>
              <a:rPr lang="en-US" dirty="0"/>
              <a:t> --file </a:t>
            </a:r>
            <a:r>
              <a:rPr lang="en-US" dirty="0" err="1"/>
              <a:t>blueprint.yaml</a:t>
            </a:r>
            <a:endParaRPr lang="en-US" dirty="0"/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3. Create Example Configurations: JSON with deployment inputs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Deployment steps</a:t>
            </a:r>
          </a:p>
          <a:p>
            <a:pPr marL="800093" lvl="1" indent="-342900">
              <a:spcAft>
                <a:spcPts val="300"/>
              </a:spcAft>
              <a:buAutoNum type="arabicPeriod"/>
              <a:defRPr sz="1400"/>
            </a:pPr>
            <a:r>
              <a:rPr lang="en-US" dirty="0"/>
              <a:t>Upload Blueprint: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dap-</a:t>
            </a:r>
            <a:r>
              <a:rPr lang="en-US" dirty="0" err="1"/>
              <a:t>bpa</a:t>
            </a:r>
            <a:r>
              <a:rPr lang="en-US" dirty="0"/>
              <a:t> orchestrator blueprints upload --file </a:t>
            </a:r>
            <a:r>
              <a:rPr lang="en-US" dirty="0" err="1"/>
              <a:t>blueprint.yaml</a:t>
            </a:r>
            <a:r>
              <a:rPr lang="en-US" dirty="0"/>
              <a:t> --id my-blueprint --revision 1.0.0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dirty="0"/>
              <a:t>2. Create Deployment: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dirty="0"/>
              <a:t>	</a:t>
            </a:r>
            <a:r>
              <a:rPr lang="en-US" sz="1400" dirty="0"/>
              <a:t> dap-</a:t>
            </a:r>
            <a:r>
              <a:rPr lang="en-US" sz="1400" dirty="0" err="1"/>
              <a:t>bpa</a:t>
            </a:r>
            <a:r>
              <a:rPr lang="en-US" dirty="0"/>
              <a:t> orchestrator deployments create --blueprint-id my-blueprint --inputs 	</a:t>
            </a:r>
            <a:r>
              <a:rPr lang="en-US" dirty="0" err="1"/>
              <a:t>example_JSON_configs</a:t>
            </a:r>
            <a:r>
              <a:rPr lang="en-US" dirty="0"/>
              <a:t>/deployment-</a:t>
            </a:r>
            <a:r>
              <a:rPr lang="en-US" dirty="0" err="1"/>
              <a:t>inputs.json</a:t>
            </a:r>
            <a:endParaRPr lang="en-US" dirty="0"/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dirty="0"/>
              <a:t>3. Execute Installation: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dirty="0"/>
              <a:t>	</a:t>
            </a:r>
            <a:r>
              <a:rPr lang="en-US" sz="1400" dirty="0"/>
              <a:t> dap-</a:t>
            </a:r>
            <a:r>
              <a:rPr lang="en-US" sz="1400" dirty="0" err="1"/>
              <a:t>bpa</a:t>
            </a:r>
            <a:r>
              <a:rPr lang="en-US" dirty="0"/>
              <a:t> orchestrator executions start &lt;</a:t>
            </a:r>
            <a:r>
              <a:rPr lang="en-US" dirty="0" err="1"/>
              <a:t>deployment_id</a:t>
            </a:r>
            <a:r>
              <a:rPr lang="en-US" dirty="0"/>
              <a:t>&gt; --workflow-id install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endParaRPr lang="en-US" b="1" dirty="0"/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Monitor steps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dap-</a:t>
            </a:r>
            <a:r>
              <a:rPr lang="en-US" dirty="0" err="1"/>
              <a:t>bpa</a:t>
            </a:r>
            <a:r>
              <a:rPr lang="en-US" dirty="0"/>
              <a:t> orchestrator deployments get &lt;</a:t>
            </a:r>
            <a:r>
              <a:rPr lang="en-US" dirty="0" err="1"/>
              <a:t>deployment_id</a:t>
            </a:r>
            <a:r>
              <a:rPr lang="en-US" dirty="0"/>
              <a:t>&gt;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dap-</a:t>
            </a:r>
            <a:r>
              <a:rPr lang="en-US" dirty="0" err="1"/>
              <a:t>bpa</a:t>
            </a:r>
            <a:r>
              <a:rPr lang="en-US" dirty="0"/>
              <a:t> orchestrator events get &lt;</a:t>
            </a:r>
            <a:r>
              <a:rPr lang="en-US" dirty="0" err="1"/>
              <a:t>execution_id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>
          <a:xfrm>
            <a:off x="381001" y="3069771"/>
            <a:ext cx="2286000" cy="3159581"/>
          </a:xfrm>
        </p:spPr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Validation Steps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Deployment Steps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Monitoring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Skills to Blueprints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BC580-F015-E317-9E28-4EC4F0221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9731" y="400052"/>
            <a:ext cx="8601269" cy="6066062"/>
          </a:xfrm>
        </p:spPr>
        <p:txBody>
          <a:bodyPr/>
          <a:lstStyle/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What are BPA Skills?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Skills map directly to DAP plugins and operational workflows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Provide node type knowledge, authoring guidance, documentation lookup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Natural-language activation in IDE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Skill Categories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Plugin Skills: dap-plugin-</a:t>
            </a:r>
            <a:r>
              <a:rPr lang="en-US" dirty="0" err="1"/>
              <a:t>aws</a:t>
            </a:r>
            <a:r>
              <a:rPr lang="en-US" dirty="0"/>
              <a:t>, dap-plugin-azure, dap-plugin-</a:t>
            </a:r>
            <a:r>
              <a:rPr lang="en-US" dirty="0" err="1"/>
              <a:t>vsphere</a:t>
            </a:r>
            <a:r>
              <a:rPr lang="en-US" dirty="0"/>
              <a:t>, dap-plugin-</a:t>
            </a:r>
            <a:r>
              <a:rPr lang="en-US" dirty="0" err="1"/>
              <a:t>kubernetes</a:t>
            </a:r>
            <a:r>
              <a:rPr lang="en-US" dirty="0"/>
              <a:t>, etc.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Workflow Skills: dap-deployment-update, dap-service-composition, dap-monitor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Authoring Skills: dap-blueprint-assist, dap-scripts, dap-</a:t>
            </a:r>
            <a:r>
              <a:rPr lang="en-US" dirty="0" err="1"/>
              <a:t>sdd</a:t>
            </a:r>
            <a:r>
              <a:rPr lang="en-US" dirty="0"/>
              <a:t>-guidelines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Using Skills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Skills are invoked through natural-language prompts: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"Help me create a vSphere VM blueprint"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"Add Kubernetes deployment to my blueprint"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Query Skills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dap-</a:t>
            </a:r>
            <a:r>
              <a:rPr lang="en-US" dirty="0" err="1"/>
              <a:t>bpa</a:t>
            </a:r>
            <a:r>
              <a:rPr lang="en-US" dirty="0"/>
              <a:t> skills list --detailed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dap-</a:t>
            </a:r>
            <a:r>
              <a:rPr lang="en-US" dirty="0" err="1"/>
              <a:t>bpa</a:t>
            </a:r>
            <a:r>
              <a:rPr lang="en-US" dirty="0"/>
              <a:t> knowledge plugins list </a:t>
            </a:r>
            <a:r>
              <a:rPr lang="en-US" dirty="0" err="1"/>
              <a:t>kubernetes</a:t>
            </a:r>
            <a:endParaRPr lang="en-US" dirty="0"/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dap-</a:t>
            </a:r>
            <a:r>
              <a:rPr lang="en-US" dirty="0" err="1"/>
              <a:t>bpa</a:t>
            </a:r>
            <a:r>
              <a:rPr lang="en-US" dirty="0"/>
              <a:t> knowledge plugins get </a:t>
            </a:r>
            <a:r>
              <a:rPr lang="en-US" dirty="0" err="1"/>
              <a:t>kubernetes</a:t>
            </a:r>
            <a:r>
              <a:rPr lang="en-US" dirty="0"/>
              <a:t> </a:t>
            </a:r>
            <a:r>
              <a:rPr lang="en-US" dirty="0" err="1"/>
              <a:t>dell.nodes.kubernetes.Deployment</a:t>
            </a:r>
            <a:endParaRPr lang="en-US" dirty="0"/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dap-</a:t>
            </a:r>
            <a:r>
              <a:rPr lang="en-US" dirty="0" err="1"/>
              <a:t>bpa</a:t>
            </a:r>
            <a:r>
              <a:rPr lang="en-US" dirty="0"/>
              <a:t> knowledge docs search "helm chart deployment"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dap-</a:t>
            </a:r>
            <a:r>
              <a:rPr lang="en-US" dirty="0" err="1"/>
              <a:t>bpa</a:t>
            </a:r>
            <a:r>
              <a:rPr lang="en-US" dirty="0"/>
              <a:t> knowledge blueprints find "</a:t>
            </a:r>
            <a:r>
              <a:rPr lang="en-US" dirty="0" err="1"/>
              <a:t>kubernetes</a:t>
            </a:r>
            <a:r>
              <a:rPr lang="en-US" dirty="0"/>
              <a:t> helm"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What are BPA Skills?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Skill Categories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Using Skills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Querying Skills via CLI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57432-FF04-D3DB-5181-4F546168C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Principals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dirty="0"/>
              <a:t>1. Modularity: Each skill encapsulates a specific capability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dirty="0"/>
              <a:t>2. Composability: Skills can be combined to create complex deployments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dirty="0"/>
              <a:t>3. Reusability: Skills can be reused across multiple blueprints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dirty="0"/>
              <a:t>4. Independence: Skills can be developed, tested, and updated independently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dirty="0"/>
              <a:t>5. Discoverability: Skills are easily discoverable and self-documenting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Patterns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Linear: Skill A → Skill B → Skill C → Skill D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Parallel: [Network, Storage] → Compute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Conditional: Skill A → (Condition?) → Skill B : Skill C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Skill Design Principals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Single Responsibility: Each skill has one clear purpose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Clear Interfaces: Well-defined input/output contracts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Fail Fast: Validate inputs early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Idempotency: Consistent results on re-execution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Observability: Logging and progress reporting\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Location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~/.blueprint-assist/skills/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 b="1"/>
            </a:pPr>
            <a:r>
              <a:rPr dirty="0"/>
              <a:t>Skills-Based Architecture Principles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Skill Composition Patterns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Skill Design Principles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Skill Files Location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2E731-C3F3-BC7E-606C-0A57BC391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6162794"/>
          </a:xfrm>
        </p:spPr>
        <p:txBody>
          <a:bodyPr/>
          <a:lstStyle/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Blueprint Development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Use clear, descriptive names for node templates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Group related inputs using </a:t>
            </a:r>
            <a:r>
              <a:rPr lang="en-US" dirty="0" err="1"/>
              <a:t>input_groups</a:t>
            </a:r>
            <a:endParaRPr lang="en-US" dirty="0"/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Use </a:t>
            </a:r>
            <a:r>
              <a:rPr lang="en-US" dirty="0" err="1"/>
              <a:t>dsl_definitions</a:t>
            </a:r>
            <a:r>
              <a:rPr lang="en-US" dirty="0"/>
              <a:t> for reusable values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Separate complex blueprints into multiple files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Always lint before uploading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Validate node templates individually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Input Management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Provide default values where appropriate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Use display groups for better UX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Include helpful descriptions for all inputs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Use proper constraints for validation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Separate configuration from code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Documentation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Maintain comprehensive README files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Keep </a:t>
            </a:r>
            <a:r>
              <a:rPr lang="en-US" dirty="0" err="1"/>
              <a:t>CHANGELOG.yaml</a:t>
            </a:r>
            <a:r>
              <a:rPr lang="en-US" dirty="0"/>
              <a:t> updated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Document all parameters and their purposes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Include troubleshooting guides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Create example configurations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 b="1"/>
            </a:pPr>
            <a:r>
              <a:rPr dirty="0"/>
              <a:t>Blueprint Development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Input Management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Documentation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3972C-7CBF-ABD8-767A-ADAFFBD5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A904BF-004B-7273-38DA-BF5E61EA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772793"/>
          </a:xfrm>
        </p:spPr>
        <p:txBody>
          <a:bodyPr/>
          <a:lstStyle/>
          <a:p>
            <a:r>
              <a:rPr dirty="0"/>
              <a:t>Best Practices Summary</a:t>
            </a:r>
            <a:br>
              <a:rPr lang="en-US" dirty="0"/>
            </a:br>
            <a:r>
              <a:rPr lang="en-US" dirty="0"/>
              <a:t>continued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35202-4554-BDE1-15A5-DEDD3B146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Validation &amp; Testing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Always lint before uploading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Validate node templates individually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Test with example configurations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Use monitor for end-to-end testing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Test in multiple environments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Skills Usage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Leverage existing skills before creating custom ones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Use natural-language prompts in IDE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Query knowledge base for node types and examples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Study plugin documentation before authoring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Use signed blueprints as starting points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endParaRPr lang="en-US" dirty="0"/>
          </a:p>
          <a:p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74F8D68-E7FA-63B2-B5AF-50E18CAA3C4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757197"/>
            <a:ext cx="2286000" cy="3714751"/>
          </a:xfrm>
        </p:spPr>
        <p:txBody>
          <a:bodyPr/>
          <a:lstStyle/>
          <a:p>
            <a:pPr>
              <a:spcAft>
                <a:spcPts val="600"/>
              </a:spcAft>
              <a:defRPr sz="1800" b="1"/>
            </a:pPr>
            <a:r>
              <a:rPr dirty="0"/>
              <a:t>Validation &amp; Testing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Skills Usage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98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Next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E5D80-EE76-7F59-7F53-90CD3822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2854348"/>
          </a:xfrm>
        </p:spPr>
        <p:txBody>
          <a:bodyPr/>
          <a:lstStyle/>
          <a:p>
            <a:r>
              <a:rPr dirty="0"/>
              <a:t>Recommended learning progression</a:t>
            </a:r>
          </a:p>
          <a:p>
            <a:r>
              <a:rPr dirty="0"/>
              <a:t>Hands-on practice and scaling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Key Commands Reference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7100" y="2810702"/>
            <a:ext cx="151110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6243" y="2810702"/>
            <a:ext cx="151110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5387" y="2810702"/>
            <a:ext cx="151110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34375" y="2810702"/>
            <a:ext cx="151110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43363" y="2810702"/>
            <a:ext cx="1511100" cy="54864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Contribute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06390" y="0"/>
            <a:ext cx="293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797040" y="0"/>
            <a:ext cx="293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87690" y="0"/>
            <a:ext cx="293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78340" y="0"/>
            <a:ext cx="293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Resources &amp; Next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E5D80-EE76-7F59-7F53-90CD38222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Key Commands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Blueprint Operations: </a:t>
            </a:r>
            <a:r>
              <a:rPr lang="en-US" dirty="0" err="1"/>
              <a:t>bpa</a:t>
            </a:r>
            <a:r>
              <a:rPr lang="en-US" dirty="0"/>
              <a:t> blueprint lint, </a:t>
            </a:r>
            <a:r>
              <a:rPr lang="en-US" dirty="0" err="1"/>
              <a:t>bpa</a:t>
            </a:r>
            <a:r>
              <a:rPr lang="en-US" dirty="0"/>
              <a:t> orchestrator blueprints upload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Knowledge Base: </a:t>
            </a:r>
            <a:r>
              <a:rPr lang="en-US" dirty="0" err="1"/>
              <a:t>bpa</a:t>
            </a:r>
            <a:r>
              <a:rPr lang="en-US" dirty="0"/>
              <a:t> knowledge blueprints find, </a:t>
            </a:r>
            <a:r>
              <a:rPr lang="en-US" dirty="0" err="1"/>
              <a:t>bpa</a:t>
            </a:r>
            <a:r>
              <a:rPr lang="en-US" dirty="0"/>
              <a:t> knowledge plugins list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Deployment Operations: </a:t>
            </a:r>
            <a:r>
              <a:rPr lang="en-US" dirty="0" err="1"/>
              <a:t>bpa</a:t>
            </a:r>
            <a:r>
              <a:rPr lang="en-US" dirty="0"/>
              <a:t> orchestrator deployments create, </a:t>
            </a:r>
            <a:r>
              <a:rPr lang="en-US" dirty="0" err="1"/>
              <a:t>bpa</a:t>
            </a:r>
            <a:r>
              <a:rPr lang="en-US" dirty="0"/>
              <a:t> orchestrator executions start</a:t>
            </a:r>
          </a:p>
          <a:p>
            <a:pPr marL="457193" lvl="1" indent="0">
              <a:spcAft>
                <a:spcPts val="300"/>
              </a:spcAft>
              <a:buNone/>
              <a:defRPr sz="1400"/>
            </a:pPr>
            <a:r>
              <a:rPr lang="en-US" b="1" dirty="0"/>
              <a:t>Next Steps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1. Complete hands-on workshop (Section 012)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2. Practice with signed blueprints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3. Build your first custom blueprint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4. Explore advanced features</a:t>
            </a:r>
          </a:p>
          <a:p>
            <a:pPr marL="838186" lvl="2" indent="0">
              <a:spcAft>
                <a:spcPts val="300"/>
              </a:spcAft>
              <a:buNone/>
              <a:defRPr sz="1400"/>
            </a:pPr>
            <a:r>
              <a:rPr lang="en-US" dirty="0"/>
              <a:t>5. Contribute to internal repository</a:t>
            </a:r>
          </a:p>
          <a:p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800" b="1"/>
            </a:pPr>
            <a:r>
              <a:rPr dirty="0"/>
              <a:t>Key Commands Reference</a:t>
            </a:r>
          </a:p>
          <a:p>
            <a:pPr>
              <a:spcAft>
                <a:spcPts val="600"/>
              </a:spcAft>
              <a:defRPr sz="1800" b="1"/>
            </a:pPr>
            <a:r>
              <a:rPr dirty="0"/>
              <a:t>Next Steps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AC67-49CA-496E-957E-AD36B058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443198"/>
          </a:xfrm>
        </p:spPr>
        <p:txBody>
          <a:bodyPr/>
          <a:lstStyle/>
          <a:p>
            <a:r>
              <a:rPr lang="en-US"/>
              <a:t>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F6D01-06AB-3197-34E7-92BA12C6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BPA releases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Short summary of Dell Automation Platform</a:t>
            </a:r>
            <a:endParaRPr lang="en-US" dirty="0"/>
          </a:p>
          <a:p>
            <a:r>
              <a:rPr lang="en-US" dirty="0">
                <a:hlinkClick r:id="rId4"/>
              </a:rPr>
              <a:t>Value that Dell Automation Platform Delivers at a high-level</a:t>
            </a:r>
            <a:endParaRPr lang="en-US" dirty="0">
              <a:hlinkClick r:id="rId5"/>
            </a:endParaRPr>
          </a:p>
          <a:p>
            <a:r>
              <a:rPr lang="en-US" dirty="0">
                <a:hlinkClick r:id="rId6"/>
              </a:rPr>
              <a:t>A two-minute introduction to Dell Automation Platform</a:t>
            </a:r>
            <a:endParaRPr lang="en-US" dirty="0"/>
          </a:p>
          <a:p>
            <a:r>
              <a:rPr lang="en-US" dirty="0">
                <a:hlinkClick r:id="rId7"/>
              </a:rPr>
              <a:t>Dell Automation Platform Blueprint Quick Start Guide</a:t>
            </a:r>
            <a:endParaRPr lang="en-US" dirty="0"/>
          </a:p>
          <a:p>
            <a:r>
              <a:rPr lang="en-US" dirty="0">
                <a:hlinkClick r:id="rId8"/>
              </a:rPr>
              <a:t>Blueprint Developer's Guide </a:t>
            </a:r>
            <a:endParaRPr lang="en-US" dirty="0"/>
          </a:p>
          <a:p>
            <a:r>
              <a:rPr lang="en-US" dirty="0">
                <a:hlinkClick r:id="rId9"/>
              </a:rPr>
              <a:t>DAP frequently asked questions </a:t>
            </a:r>
            <a:endParaRPr lang="en-US" dirty="0"/>
          </a:p>
          <a:p>
            <a:r>
              <a:rPr lang="en-US" dirty="0">
                <a:hlinkClick r:id="rId10"/>
              </a:rPr>
              <a:t>In-depth technical review of Dell Automation Platform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6546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TS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Redesign_Final  -  Read-Only" id="{C06D947A-FEEA-4F78-B56B-C88BEC689CD2}" vid="{0F200309-FEE7-4483-B31D-CC3CC69156FE}"/>
    </a:ext>
  </a:extLst>
</a:theme>
</file>

<file path=ppt/theme/theme2.xml><?xml version="1.0" encoding="utf-8"?>
<a:theme xmlns:a="http://schemas.openxmlformats.org/drawingml/2006/main" name="Office Them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463260-fc0b-42bb-87a0-ce7bf9a978dd" xsi:nil="true"/>
    <lcf76f155ced4ddcb4097134ff3c332f xmlns="2e32b503-b380-467e-9d98-867131a8de4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A0ED25853EA647833116273C8A92BD" ma:contentTypeVersion="14" ma:contentTypeDescription="Create a new document." ma:contentTypeScope="" ma:versionID="17720f5e723c969bde78e69d3188e361">
  <xsd:schema xmlns:xsd="http://www.w3.org/2001/XMLSchema" xmlns:xs="http://www.w3.org/2001/XMLSchema" xmlns:p="http://schemas.microsoft.com/office/2006/metadata/properties" xmlns:ns2="34463260-fc0b-42bb-87a0-ce7bf9a978dd" xmlns:ns3="2e32b503-b380-467e-9d98-867131a8de4c" targetNamespace="http://schemas.microsoft.com/office/2006/metadata/properties" ma:root="true" ma:fieldsID="aa821d0922bc3bdd882fcaf1bca40d24" ns2:_="" ns3:_="">
    <xsd:import namespace="34463260-fc0b-42bb-87a0-ce7bf9a978dd"/>
    <xsd:import namespace="2e32b503-b380-467e-9d98-867131a8de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63260-fc0b-42bb-87a0-ce7bf9a978d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9935f71-1413-4a92-bb4d-0198b4dbd125}" ma:internalName="TaxCatchAll" ma:showField="CatchAllData" ma:web="34463260-fc0b-42bb-87a0-ce7bf9a978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32b503-b380-467e-9d98-867131a8de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a8f3d3-8814-4760-a664-575ca63320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4F60BA-53F9-4952-AA60-A100AF9A19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DA08A1-A182-4FED-BE08-552CC2323C26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2e32b503-b380-467e-9d98-867131a8de4c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34463260-fc0b-42bb-87a0-ce7bf9a978dd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88DB4BD-29E0-4E87-9577-1A21D1EA9C8F}">
  <ds:schemaRefs>
    <ds:schemaRef ds:uri="2e32b503-b380-467e-9d98-867131a8de4c"/>
    <ds:schemaRef ds:uri="34463260-fc0b-42bb-87a0-ce7bf9a978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1968</Words>
  <Application>Microsoft Office PowerPoint</Application>
  <PresentationFormat>Widescreen</PresentationFormat>
  <Paragraphs>351</Paragraphs>
  <Slides>26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Amasis MT Pro</vt:lpstr>
      <vt:lpstr>Arial</vt:lpstr>
      <vt:lpstr>Arial Nova Light</vt:lpstr>
      <vt:lpstr>Calibri</vt:lpstr>
      <vt:lpstr>Wingdings</vt:lpstr>
      <vt:lpstr>DTS TEMPLATE</vt:lpstr>
      <vt:lpstr>think-cell Slide</vt:lpstr>
      <vt:lpstr>BPA Introduction     May 2026</vt:lpstr>
      <vt:lpstr>BPA Overview</vt:lpstr>
      <vt:lpstr>Prerequisites</vt:lpstr>
      <vt:lpstr>Obtaining client credentials from DAP </vt:lpstr>
      <vt:lpstr>BPA CLI configuration</vt:lpstr>
      <vt:lpstr>BPA usage</vt:lpstr>
      <vt:lpstr>BPA Workflow</vt:lpstr>
      <vt:lpstr>Blueprint Structure </vt:lpstr>
      <vt:lpstr>Blueprint Structure continued</vt:lpstr>
      <vt:lpstr>Blueprint Core Components</vt:lpstr>
      <vt:lpstr>Introduction to Blueprint Assist</vt:lpstr>
      <vt:lpstr>Introduction to Blueprint Assist (BPA)</vt:lpstr>
      <vt:lpstr>System Architecture Overview</vt:lpstr>
      <vt:lpstr>BPA Architecture</vt:lpstr>
      <vt:lpstr>Building Blueprints - Phase 1: Planning</vt:lpstr>
      <vt:lpstr>Building Blueprints - Phase 2: Authoring</vt:lpstr>
      <vt:lpstr>Building Blueprints - Phase 2: Authoring continued</vt:lpstr>
      <vt:lpstr>Deployment Pipeline</vt:lpstr>
      <vt:lpstr>Building Blueprints - Phase 3: Validation &amp; Deployment</vt:lpstr>
      <vt:lpstr>Adding Skills to Blueprints</vt:lpstr>
      <vt:lpstr>Skills Architecture</vt:lpstr>
      <vt:lpstr>Best Practices Summary</vt:lpstr>
      <vt:lpstr>Best Practices Summary continued</vt:lpstr>
      <vt:lpstr>Resources &amp; Next Steps</vt:lpstr>
      <vt:lpstr>Resources &amp; Next Steps</vt:lpstr>
      <vt:lpstr>Materials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Dell Technologies PowerPoint Template</dc:title>
  <dc:creator/>
  <cp:lastModifiedBy>Sonders, Robert</cp:lastModifiedBy>
  <cp:revision>2</cp:revision>
  <cp:lastPrinted>2018-09-10T14:53:10Z</cp:lastPrinted>
  <dcterms:created xsi:type="dcterms:W3CDTF">2023-04-17T13:29:05Z</dcterms:created>
  <dcterms:modified xsi:type="dcterms:W3CDTF">2026-07-04T00:08:07Z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6fab74-d5af-4af7-a9a4-78d84655a626_Enabled">
    <vt:lpwstr>True</vt:lpwstr>
  </property>
  <property fmtid="{D5CDD505-2E9C-101B-9397-08002B2CF9AE}" pid="3" name="MSIP_Label_da6fab74-d5af-4af7-a9a4-78d84655a626_SiteId">
    <vt:lpwstr>945c199a-83a2-4e80-9f8c-5a91be5752dd</vt:lpwstr>
  </property>
  <property fmtid="{D5CDD505-2E9C-101B-9397-08002B2CF9AE}" pid="4" name="MSIP_Label_da6fab74-d5af-4af7-a9a4-78d84655a626_Owner">
    <vt:lpwstr>Denise.Leblanc@dell.com</vt:lpwstr>
  </property>
  <property fmtid="{D5CDD505-2E9C-101B-9397-08002B2CF9AE}" pid="5" name="MSIP_Label_da6fab74-d5af-4af7-a9a4-78d84655a626_SetDate">
    <vt:lpwstr>2020-12-08T14:27:20.7006711Z</vt:lpwstr>
  </property>
  <property fmtid="{D5CDD505-2E9C-101B-9397-08002B2CF9AE}" pid="6" name="MSIP_Label_da6fab74-d5af-4af7-a9a4-78d84655a626_Name">
    <vt:lpwstr>Visual Marking</vt:lpwstr>
  </property>
  <property fmtid="{D5CDD505-2E9C-101B-9397-08002B2CF9AE}" pid="7" name="MSIP_Label_da6fab74-d5af-4af7-a9a4-78d84655a626_Application">
    <vt:lpwstr>Microsoft Azure Information Protection</vt:lpwstr>
  </property>
  <property fmtid="{D5CDD505-2E9C-101B-9397-08002B2CF9AE}" pid="8" name="MSIP_Label_da6fab74-d5af-4af7-a9a4-78d84655a626_ActionId">
    <vt:lpwstr>493a9c59-0ea0-4b21-bc93-02385592a54b</vt:lpwstr>
  </property>
  <property fmtid="{D5CDD505-2E9C-101B-9397-08002B2CF9AE}" pid="9" name="MSIP_Label_da6fab74-d5af-4af7-a9a4-78d84655a626_Parent">
    <vt:lpwstr>7de70ee2-0cb4-4d60-aee5-75ef2c4c8a90</vt:lpwstr>
  </property>
  <property fmtid="{D5CDD505-2E9C-101B-9397-08002B2CF9AE}" pid="10" name="MSIP_Label_da6fab74-d5af-4af7-a9a4-78d84655a626_Extended_MSFT_Method">
    <vt:lpwstr>Manual</vt:lpwstr>
  </property>
  <property fmtid="{D5CDD505-2E9C-101B-9397-08002B2CF9AE}" pid="11" name="aiplabel">
    <vt:lpwstr>Internal Use Visual Marking</vt:lpwstr>
  </property>
  <property fmtid="{D5CDD505-2E9C-101B-9397-08002B2CF9AE}" pid="12" name="MediaServiceImageTags">
    <vt:lpwstr/>
  </property>
  <property fmtid="{D5CDD505-2E9C-101B-9397-08002B2CF9AE}" pid="13" name="ContentTypeId">
    <vt:lpwstr>0x010100D0A0ED25853EA647833116273C8A92BD</vt:lpwstr>
  </property>
  <property fmtid="{D5CDD505-2E9C-101B-9397-08002B2CF9AE}" pid="14" name="MSIP_Label_80744d05-bb34-4b7a-90cc-132cbdb578be_Enabled">
    <vt:lpwstr>true</vt:lpwstr>
  </property>
  <property fmtid="{D5CDD505-2E9C-101B-9397-08002B2CF9AE}" pid="15" name="MSIP_Label_80744d05-bb34-4b7a-90cc-132cbdb578be_SetDate">
    <vt:lpwstr>2026-07-02T14:15:51Z</vt:lpwstr>
  </property>
  <property fmtid="{D5CDD505-2E9C-101B-9397-08002B2CF9AE}" pid="16" name="MSIP_Label_80744d05-bb34-4b7a-90cc-132cbdb578be_Method">
    <vt:lpwstr>Privileged</vt:lpwstr>
  </property>
  <property fmtid="{D5CDD505-2E9C-101B-9397-08002B2CF9AE}" pid="17" name="MSIP_Label_80744d05-bb34-4b7a-90cc-132cbdb578be_Name">
    <vt:lpwstr>No Protection (Label Only)</vt:lpwstr>
  </property>
  <property fmtid="{D5CDD505-2E9C-101B-9397-08002B2CF9AE}" pid="18" name="MSIP_Label_80744d05-bb34-4b7a-90cc-132cbdb578be_SiteId">
    <vt:lpwstr>945c199a-83a2-4e80-9f8c-5a91be5752dd</vt:lpwstr>
  </property>
  <property fmtid="{D5CDD505-2E9C-101B-9397-08002B2CF9AE}" pid="19" name="MSIP_Label_80744d05-bb34-4b7a-90cc-132cbdb578be_ActionId">
    <vt:lpwstr>1586c77f-5b62-4b0f-88fc-eeed05d12a33</vt:lpwstr>
  </property>
  <property fmtid="{D5CDD505-2E9C-101B-9397-08002B2CF9AE}" pid="20" name="MSIP_Label_80744d05-bb34-4b7a-90cc-132cbdb578be_ContentBits">
    <vt:lpwstr>1</vt:lpwstr>
  </property>
  <property fmtid="{D5CDD505-2E9C-101B-9397-08002B2CF9AE}" pid="21" name="MSIP_Label_80744d05-bb34-4b7a-90cc-132cbdb578be_Tag">
    <vt:lpwstr>10, 0, 1, 1</vt:lpwstr>
  </property>
  <property fmtid="{D5CDD505-2E9C-101B-9397-08002B2CF9AE}" pid="22" name="ClassificationContentMarkingHeaderLocations">
    <vt:lpwstr>DTS TEMPLATE:6</vt:lpwstr>
  </property>
  <property fmtid="{D5CDD505-2E9C-101B-9397-08002B2CF9AE}" pid="23" name="ClassificationContentMarkingHeaderText">
    <vt:lpwstr>Dell Customer Communication - Confidential</vt:lpwstr>
  </property>
</Properties>
</file>