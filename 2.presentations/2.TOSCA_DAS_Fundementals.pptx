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918" r:id="rId4"/>
    <p:sldMasterId id="2147484290" r:id="rId5"/>
  </p:sldMasterIdLst>
  <p:notesMasterIdLst>
    <p:notesMasterId r:id="rId24"/>
  </p:notesMasterIdLst>
  <p:handoutMasterIdLst>
    <p:handoutMasterId r:id="rId25"/>
  </p:handout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2192000" cy="6858000"/>
  <p:notesSz cx="6934200" cy="92202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F71E60A-9A9F-3BAA-EECE-D9D7B29EABD6}" name="Gordon, Caitlin" initials="GC" userId="S::caitlin.gordon@dell.com::6784ba10-ad5e-40ec-ab9a-a6bef364d528" providerId="AD"/>
  <p188:author id="{52F9AE0D-68CD-A27A-859E-3134EF82F3E7}" name="Mandal, Chhandomay" initials="CM" userId="S::Chhandomay.Mandal@dell.com::721a0bff-e239-41c7-9d40-5586e0418dc8" providerId="AD"/>
  <p188:author id="{A89C5714-E913-FDCC-8967-2D4378704DA8}" name="Maltz, Brad" initials="" userId="S::Brad.Maltz@dell.com::9a528a84-5ddd-4f22-b947-d025873a572e" providerId="AD"/>
  <p188:author id="{821F2F15-73A5-7892-998F-1A677ACAD8AA}" name="Diehl, Jim" initials="JD" userId="S::Jim.Diehl@Dell.com::c4039d5f-0cbb-4990-b5cb-5485930feeb0" providerId="AD"/>
  <p188:author id="{F6168820-2B79-F150-3BBB-D1A0347C3588}" name="Copeland, Ramona" initials="CR" userId="S::mona.copeland@dell.com::561092b3-1a72-40ad-8e4d-f90ca4df9024" providerId="AD"/>
  <p188:author id="{CF88022E-B7BC-8A05-BA8C-A6AF7728182C}" name="Gordon, Caitlin" initials="CG" userId="S::Caitlin.Gordon@dell.com::6784ba10-ad5e-40ec-ab9a-a6bef364d528" providerId="AD"/>
  <p188:author id="{43F14730-DE6E-05C2-74BD-385BD0BA21EB}" name="Glick, Adam" initials="GA" userId="S::adam.glick@dell.com::f099aec2-b944-4869-86ce-91d4526df530" providerId="AD"/>
  <p188:author id="{00106234-A412-E64E-148C-0AB43797F453}" name="Brasure, Donna" initials="BD" userId="S::donna.brasure@dell.com::a606d3e9-ffef-4762-9704-9f53ec4a1546" providerId="AD"/>
  <p188:author id="{8928D23B-E7CA-6914-CDEF-5FF7198B7FB7}" name="Haff, Nicholas" initials="NH" userId="S::Nicholas.Haff@Dell.com::393462e7-3009-4ce7-81a9-79480ef71510" providerId="AD"/>
  <p188:author id="{D52D673D-5462-6364-EC0B-FACF34009F00}" name="McCarty, Ash" initials="MA" userId="S::ash.mccarty@dell.com::2a6428a0-ff0d-4419-a499-fa0fa17cd243" providerId="AD"/>
  <p188:author id="{9DE67242-DB98-6D9F-134A-2593A9722F79}" name="Chused, Ben" initials="BC" userId="S::Ben.Chused@dell.com::4d65cf0c-3e5c-40b1-98f3-b565ec80f834" providerId="AD"/>
  <p188:author id="{2BA2D246-27C0-0FF0-D0D6-3693357EE41D}" name="Chiodelli, Pierluca" initials="CP" userId="S::pierluca.chiodelli@dell.com::7b975908-ccab-47af-9f95-1cf190114901" providerId="AD"/>
  <p188:author id="{A57A1D4E-7593-8CBD-3643-410EE71D9DAA}" name="Cameron, Erin" initials="EC" userId="S::Erin_Cameron@dell.com::b277a85c-5ca9-4ea9-bf40-74ca318bca16" providerId="AD"/>
  <p188:author id="{25F24A57-5FFB-085C-A9A1-7B259060BA2D}" name="Glick, Adam" initials="" userId="S::Adam.Glick@dell.com::f099aec2-b944-4869-86ce-91d4526df530" providerId="AD"/>
  <p188:author id="{0EEAB258-9E8C-F76B-ABCF-6829B89A470B}" name="Davis, Chris" initials="DC" userId="S::c.davis@dell.com::4d096b3c-705e-484c-b9b5-057d1056fc0f" providerId="AD"/>
  <p188:author id="{54BBE55B-BC6C-D4DC-FA67-03247B49F067}" name="Psaltis, Christodoulos" initials="PC" userId="S::christodoulos.psaltis@dell.com::3c24c5f0-b00f-46c5-9121-20b5ce12dd2e" providerId="AD"/>
  <p188:author id="{CD132161-02B2-B8CF-9A52-183E960DC9BB}" name="Davis, Chris" initials="CD" userId="S::C.Davis@dell.com::4d096b3c-705e-484c-b9b5-057d1056fc0f" providerId="AD"/>
  <p188:author id="{E10FE265-EF86-FD24-41C9-23B490FA1DC9}" name="Davis, Chris" initials="CD" userId="S::Chris_Davis2@Dell.com::4d096b3c-705e-484c-b9b5-057d1056fc0f" providerId="AD"/>
  <p188:author id="{31775368-ABCC-D482-3F97-A8E02D0806C4}" name="jastrab, ben" initials="bj" userId="S::Ben.Jastrab@dell.com::f55a254b-f1c9-4743-b054-5df8f26148cd" providerId="AD"/>
  <p188:author id="{1D511275-967C-2AE7-D834-C852EF495766}" name="Daniels, Michelle" initials="DM" userId="S::Michelle_Daniels@Dell.com::068e6cfe-dc47-43fe-8b35-a3a67322fa9c" providerId="AD"/>
  <p188:author id="{DFA61C75-991A-84E1-D301-3F7309954667}" name="Langon, Alyson" initials="AL" userId="S::Alyson.Langon@dell.com::309f4f6c-5d04-4595-9590-ca32756d0f17" providerId="AD"/>
  <p188:author id="{1431477B-07B0-D5F1-1BD2-CF69A6AEC91C}" name="McCarty, Ash" initials="" userId="S::Ash_McCarty@Dell.com::2a6428a0-ff0d-4419-a499-fa0fa17cd243" providerId="AD"/>
  <p188:author id="{AD0A208B-9BB0-C012-6D39-F2EBA206C0A4}" name="Sugarman, Josh" initials="JS" userId="S::Josh.Sugarman@dell.com::ea38e29b-2420-4c33-b705-677077fa6071" providerId="AD"/>
  <p188:author id="{5096409E-FAB3-5F4F-12CB-70DA1B690B7D}" name="Davidson, Stephen" initials="SD" userId="S::Stephen.Davidson@dell.com::84d5ac71-233a-4fe6-8c7b-3a32b0aba201" providerId="AD"/>
  <p188:author id="{AB8EEBAF-B77F-AD08-72E2-DFA041110806}" name="Scrudato, Joseph(Joe)" initials="SJ" userId="S::joseph.scrudato@dell.com::42046ed5-caa5-4fc2-b494-e8fc5a46338a" providerId="AD"/>
  <p188:author id="{ECAC1CB4-4928-69F8-74D7-56A37053D8E9}" name="Brasure, Donna" initials="DB" userId="S::Donna.Brasure@dell.com::a606d3e9-ffef-4762-9704-9f53ec4a1546" providerId="AD"/>
  <p188:author id="{3F2F1DD5-0BFF-7100-19A7-86E1857A5805}" name="Davis, Chris" initials="DC" userId="S::chris_davis2@dell.com::4d096b3c-705e-484c-b9b5-057d1056fc0f" providerId="AD"/>
  <p188:author id="{3B0CE0DA-E26E-0636-7981-9CB65D9966B7}" name="Mandal, Chhandomay" initials="MC" userId="S::chhandomay.mandal@dell.com::721a0bff-e239-41c7-9d40-5586e0418dc8" providerId="AD"/>
  <p188:author id="{0491F2DC-D012-E081-8B11-C05470C36F4D}" name="McCarty, Ash" initials="AM" userId="S::Ash.Mccarty@dell.com::2a6428a0-ff0d-4419-a499-fa0fa17cd243" providerId="AD"/>
  <p188:author id="{5CCD9CE1-972F-95CA-644A-A6275ECE0236}" name="Langon, Alyson" initials="LA" userId="S::alyson.langon@dell.com::309f4f6c-5d04-4595-9590-ca32756d0f17" providerId="AD"/>
  <p188:author id="{EB109EE4-5FEA-B1F5-21EB-B817EADEAF3D}" name="Copeland, Ramona" initials="MC" userId="S::Mona.Copeland@dell.com::561092b3-1a72-40ad-8e4d-f90ca4df9024" providerId="AD"/>
  <p188:author id="{447F27EC-1687-0216-0837-0E0758EF2B73}" name="Maltz, Brad" initials="MB" userId="S::brad.maltz@dell.com::9a528a84-5ddd-4f22-b947-d025873a572e" providerId="AD"/>
  <p188:author id="{B08C4DF4-330C-9F95-EC2F-62F3F575C574}" name="Kapoor, Magi" initials="MK" userId="S::Magi.Kapoor@dell.com::3808ea84-c673-48b1-8401-132110a8d8c4" providerId="AD"/>
  <p188:author id="{4BCA49F6-F1C7-132E-BE9E-A5422A9F5039}" name="Sugarman, Josh" initials="JS" userId="S::Josh_Sugarman@Dell.com::ea38e29b-2420-4c33-b705-677077fa6071" providerId="AD"/>
  <p188:author id="{F8113AFF-51A9-A443-BE25-9D4EC62D2F87}" name="Tony Yakovich" initials="TY" userId="393cee211c8056b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EEEEE"/>
    <a:srgbClr val="F5F5F5"/>
    <a:srgbClr val="00227F"/>
    <a:srgbClr val="0C32A4"/>
    <a:srgbClr val="A9C6E3"/>
    <a:srgbClr val="80C7FB"/>
    <a:srgbClr val="051134"/>
    <a:srgbClr val="CBEEFF"/>
    <a:srgbClr val="BEE4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92" d="100"/>
          <a:sy n="92" d="100"/>
        </p:scale>
        <p:origin x="295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ders, Robert" userId="fbb7e790-7c81-43ad-9c38-b18cbf2e2b1d" providerId="ADAL" clId="{7ABE44DF-A0B6-4B62-B7EB-FDE3DD496FE5}"/>
    <pc:docChg chg="undo custSel mod modSld delMainMaster modMainMaster">
      <pc:chgData name="Sonders, Robert" userId="fbb7e790-7c81-43ad-9c38-b18cbf2e2b1d" providerId="ADAL" clId="{7ABE44DF-A0B6-4B62-B7EB-FDE3DD496FE5}" dt="2026-07-04T00:11:59.362" v="170" actId="33475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" descr="                              Dell - Internal Use - Confidential&#10;"/>
          <p:cNvSpPr txBox="1"/>
          <p:nvPr/>
        </p:nvSpPr>
        <p:spPr>
          <a:xfrm>
            <a:off x="780683" y="8990041"/>
            <a:ext cx="1077218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defTabSz="923087" fontAlgn="base">
              <a:lnSpc>
                <a:spcPct val="90000"/>
              </a:lnSpc>
              <a:spcBef>
                <a:spcPts val="101"/>
              </a:spcBef>
              <a:spcAft>
                <a:spcPts val="101"/>
              </a:spcAft>
              <a:defRPr/>
            </a:pPr>
            <a:r>
              <a:rPr lang="en-US" sz="600">
                <a:solidFill>
                  <a:schemeClr val="bg2"/>
                </a:solidFill>
                <a:latin typeface="Arial" panose="020B0604020202020204" pitchFamily="34" charset="0"/>
              </a:rPr>
              <a:t>© Dell Inc. All Rights Reserved.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7119" y="8989695"/>
            <a:ext cx="95629" cy="83793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/>
          <a:p>
            <a: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00">
                <a:solidFill>
                  <a:schemeClr val="bg2"/>
                </a:solidFill>
                <a:latin typeface="Arial" panose="020B0604020202020204" pitchFamily="34" charset="0"/>
              </a:rPr>
              <a: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00" err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71365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173038"/>
            <a:ext cx="5940425" cy="3341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09" tIns="46154" rIns="92309" bIns="4615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2280" y="3803332"/>
            <a:ext cx="6009640" cy="4978718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l" descr="                              Dell - Internal Use - Confidential&#10;"/>
          <p:cNvSpPr txBox="1"/>
          <p:nvPr/>
        </p:nvSpPr>
        <p:spPr>
          <a:xfrm>
            <a:off x="780683" y="8990041"/>
            <a:ext cx="1077218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defTabSz="923087" fontAlgn="base">
              <a:lnSpc>
                <a:spcPct val="90000"/>
              </a:lnSpc>
              <a:spcBef>
                <a:spcPts val="101"/>
              </a:spcBef>
              <a:spcAft>
                <a:spcPts val="101"/>
              </a:spcAft>
              <a:defRPr/>
            </a:pPr>
            <a:r>
              <a:rPr lang="en-US" sz="600">
                <a:solidFill>
                  <a:schemeClr val="bg2"/>
                </a:solidFill>
                <a:latin typeface="Arial" panose="020B0604020202020204" pitchFamily="34" charset="0"/>
              </a:rPr>
              <a:t>© Dell Inc. All Rights Reserved.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7119" y="8989695"/>
            <a:ext cx="95629" cy="83793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/>
          <a:p>
            <a: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00">
                <a:solidFill>
                  <a:schemeClr val="bg2"/>
                </a:solidFill>
                <a:latin typeface="Arial" panose="020B0604020202020204" pitchFamily="34" charset="0"/>
              </a:rPr>
              <a: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00" err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4313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spcBef>
        <a:spcPts val="0"/>
      </a:spcBef>
      <a:defRPr sz="1467" kern="1200">
        <a:solidFill>
          <a:schemeClr val="bg2"/>
        </a:solidFill>
        <a:latin typeface="Arial" panose="020B0604020202020204" pitchFamily="34" charset="0"/>
        <a:ea typeface="Arial"/>
        <a:cs typeface="Arial"/>
      </a:defRPr>
    </a:lvl1pPr>
    <a:lvl2pPr marL="685783" indent="-228594" algn="l" defTabSz="914377" rtl="0" eaLnBrk="1" latinLnBrk="0" hangingPunct="1">
      <a:spcBef>
        <a:spcPts val="400"/>
      </a:spcBef>
      <a:buClrTx/>
      <a:buFont typeface="Arial" panose="020B0604020202020204" pitchFamily="34" charset="0"/>
      <a:buChar char="•"/>
      <a:defRPr sz="1467" kern="1200">
        <a:solidFill>
          <a:schemeClr val="bg2"/>
        </a:solidFill>
        <a:latin typeface="Arial" panose="020B0604020202020204" pitchFamily="34" charset="0"/>
        <a:ea typeface="Arial"/>
        <a:cs typeface="Arial"/>
      </a:defRPr>
    </a:lvl2pPr>
    <a:lvl3pPr marL="1142971" indent="-228594" algn="l" defTabSz="914377" rtl="0" eaLnBrk="1" latinLnBrk="0" hangingPunct="1">
      <a:spcBef>
        <a:spcPts val="400"/>
      </a:spcBef>
      <a:buClrTx/>
      <a:buFont typeface="Arial" panose="020B0604020202020204" pitchFamily="34" charset="0"/>
      <a:buChar char="–"/>
      <a:defRPr sz="1467" kern="1200">
        <a:solidFill>
          <a:schemeClr val="bg2"/>
        </a:solidFill>
        <a:latin typeface="Arial" panose="020B0604020202020204" pitchFamily="34" charset="0"/>
        <a:ea typeface="Arial"/>
        <a:cs typeface="Arial"/>
      </a:defRPr>
    </a:lvl3pPr>
    <a:lvl4pPr marL="1600160" indent="-228594" algn="l" defTabSz="914377" rtl="0" eaLnBrk="1" latinLnBrk="0" hangingPunct="1">
      <a:spcBef>
        <a:spcPts val="400"/>
      </a:spcBef>
      <a:buClrTx/>
      <a:buFont typeface="Arial" panose="020B0604020202020204" pitchFamily="34" charset="0"/>
      <a:buChar char="▪"/>
      <a:defRPr sz="1467" kern="1200">
        <a:solidFill>
          <a:schemeClr val="bg2"/>
        </a:solidFill>
        <a:latin typeface="Arial" panose="020B0604020202020204" pitchFamily="34" charset="0"/>
        <a:ea typeface="Arial"/>
        <a:cs typeface="Arial"/>
      </a:defRPr>
    </a:lvl4pPr>
    <a:lvl5pPr marL="2057349" indent="-228594" algn="l" defTabSz="914377" rtl="0" eaLnBrk="1" latinLnBrk="0" hangingPunct="1">
      <a:spcBef>
        <a:spcPts val="400"/>
      </a:spcBef>
      <a:buClrTx/>
      <a:buFont typeface="Arial" panose="020B0604020202020204" pitchFamily="34" charset="0"/>
      <a:buChar char="•"/>
      <a:defRPr sz="1200" kern="1200">
        <a:solidFill>
          <a:schemeClr val="tx1"/>
        </a:solidFill>
        <a:latin typeface="Arial"/>
        <a:ea typeface="Arial"/>
        <a:cs typeface="Arial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Arial"/>
        <a:ea typeface="Arial"/>
        <a:cs typeface="Arial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Arial"/>
        <a:ea typeface="Arial"/>
        <a:cs typeface="Arial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Arial"/>
        <a:ea typeface="Arial"/>
        <a:cs typeface="Arial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Arial"/>
        <a:ea typeface="Arial"/>
        <a:cs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11" Type="http://schemas.openxmlformats.org/officeDocument/2006/relationships/image" Target="../media/image14.svg"/><Relationship Id="rId5" Type="http://schemas.openxmlformats.org/officeDocument/2006/relationships/image" Target="../media/image8.png"/><Relationship Id="rId15" Type="http://schemas.openxmlformats.org/officeDocument/2006/relationships/image" Target="../media/image18.sv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svg"/><Relationship Id="rId14" Type="http://schemas.openxmlformats.org/officeDocument/2006/relationships/image" Target="../media/image17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1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svg"/></Relationships>
</file>

<file path=ppt/slideLayouts/_rels/slideLayout1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35.svg"/><Relationship Id="rId7" Type="http://schemas.openxmlformats.org/officeDocument/2006/relationships/image" Target="../media/image2.png"/><Relationship Id="rId2" Type="http://schemas.openxmlformats.org/officeDocument/2006/relationships/image" Target="../media/image34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8.svg"/><Relationship Id="rId5" Type="http://schemas.openxmlformats.org/officeDocument/2006/relationships/image" Target="../media/image37.svg"/><Relationship Id="rId4" Type="http://schemas.openxmlformats.org/officeDocument/2006/relationships/image" Target="../media/image36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41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3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4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4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4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7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50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7" Type="http://schemas.openxmlformats.org/officeDocument/2006/relationships/image" Target="../media/image1.png"/><Relationship Id="rId2" Type="http://schemas.openxmlformats.org/officeDocument/2006/relationships/image" Target="../media/image48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0.svg"/><Relationship Id="rId5" Type="http://schemas.openxmlformats.org/officeDocument/2006/relationships/image" Target="../media/image52.svg"/><Relationship Id="rId4" Type="http://schemas.openxmlformats.org/officeDocument/2006/relationships/image" Target="../media/image51.sv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7" Type="http://schemas.openxmlformats.org/officeDocument/2006/relationships/image" Target="../media/image1.png"/><Relationship Id="rId2" Type="http://schemas.openxmlformats.org/officeDocument/2006/relationships/image" Target="../media/image47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6.svg"/><Relationship Id="rId5" Type="http://schemas.openxmlformats.org/officeDocument/2006/relationships/image" Target="../media/image55.svg"/><Relationship Id="rId4" Type="http://schemas.openxmlformats.org/officeDocument/2006/relationships/image" Target="../media/image54.svg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58.svg"/><Relationship Id="rId7" Type="http://schemas.openxmlformats.org/officeDocument/2006/relationships/image" Target="../media/image62.svg"/><Relationship Id="rId2" Type="http://schemas.openxmlformats.org/officeDocument/2006/relationships/image" Target="../media/image57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1.svg"/><Relationship Id="rId5" Type="http://schemas.openxmlformats.org/officeDocument/2006/relationships/image" Target="../media/image60.svg"/><Relationship Id="rId4" Type="http://schemas.openxmlformats.org/officeDocument/2006/relationships/image" Target="../media/image59.sv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57.svg"/><Relationship Id="rId7" Type="http://schemas.openxmlformats.org/officeDocument/2006/relationships/image" Target="../media/image64.svg"/><Relationship Id="rId2" Type="http://schemas.openxmlformats.org/officeDocument/2006/relationships/image" Target="../media/image63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0.svg"/><Relationship Id="rId5" Type="http://schemas.openxmlformats.org/officeDocument/2006/relationships/image" Target="../media/image59.svg"/><Relationship Id="rId4" Type="http://schemas.openxmlformats.org/officeDocument/2006/relationships/image" Target="../media/image58.svg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57.svg"/><Relationship Id="rId7" Type="http://schemas.openxmlformats.org/officeDocument/2006/relationships/image" Target="../media/image64.svg"/><Relationship Id="rId2" Type="http://schemas.openxmlformats.org/officeDocument/2006/relationships/image" Target="../media/image55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0.svg"/><Relationship Id="rId5" Type="http://schemas.openxmlformats.org/officeDocument/2006/relationships/image" Target="../media/image59.svg"/><Relationship Id="rId4" Type="http://schemas.openxmlformats.org/officeDocument/2006/relationships/image" Target="../media/image58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5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5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sv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sv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svg"/><Relationship Id="rId7" Type="http://schemas.openxmlformats.org/officeDocument/2006/relationships/image" Target="../media/image2.png"/><Relationship Id="rId2" Type="http://schemas.openxmlformats.org/officeDocument/2006/relationships/image" Target="../media/image70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4.svg"/><Relationship Id="rId5" Type="http://schemas.openxmlformats.org/officeDocument/2006/relationships/image" Target="../media/image73.svg"/><Relationship Id="rId4" Type="http://schemas.openxmlformats.org/officeDocument/2006/relationships/image" Target="../media/image72.svg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75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4.sv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sv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6.jpe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77.jpe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78.jpe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0.jpe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1.jpe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2.jpe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e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e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4.jpe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5.jpe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e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e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7.jpeg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8.jpeg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eg"/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eg"/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svg"/><Relationship Id="rId13" Type="http://schemas.openxmlformats.org/officeDocument/2006/relationships/image" Target="../media/image16.svg"/><Relationship Id="rId3" Type="http://schemas.openxmlformats.org/officeDocument/2006/relationships/image" Target="../media/image90.svg"/><Relationship Id="rId7" Type="http://schemas.openxmlformats.org/officeDocument/2006/relationships/image" Target="../media/image93.sv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2.svg"/><Relationship Id="rId11" Type="http://schemas.openxmlformats.org/officeDocument/2006/relationships/image" Target="../media/image14.svg"/><Relationship Id="rId5" Type="http://schemas.openxmlformats.org/officeDocument/2006/relationships/image" Target="../media/image8.png"/><Relationship Id="rId15" Type="http://schemas.openxmlformats.org/officeDocument/2006/relationships/image" Target="../media/image96.svg"/><Relationship Id="rId10" Type="http://schemas.openxmlformats.org/officeDocument/2006/relationships/image" Target="../media/image13.svg"/><Relationship Id="rId4" Type="http://schemas.openxmlformats.org/officeDocument/2006/relationships/image" Target="../media/image91.svg"/><Relationship Id="rId9" Type="http://schemas.openxmlformats.org/officeDocument/2006/relationships/image" Target="../media/image95.svg"/><Relationship Id="rId14" Type="http://schemas.openxmlformats.org/officeDocument/2006/relationships/image" Target="../media/image17.svg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97.svg"/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1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openxmlformats.org/officeDocument/2006/relationships/image" Target="../media/image99.svg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7" Type="http://schemas.openxmlformats.org/officeDocument/2006/relationships/image" Target="../media/image1.png"/><Relationship Id="rId2" Type="http://schemas.openxmlformats.org/officeDocument/2006/relationships/image" Target="../media/image47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6.svg"/><Relationship Id="rId5" Type="http://schemas.openxmlformats.org/officeDocument/2006/relationships/image" Target="../media/image55.svg"/><Relationship Id="rId4" Type="http://schemas.openxmlformats.org/officeDocument/2006/relationships/image" Target="../media/image54.svg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svg"/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svg"/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svg"/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0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png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6.jpeg"/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77.jpeg"/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0.jpeg"/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Master" Target="../slideMasters/slideMaster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75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21CDB-95CE-458B-A911-027A05894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-457199"/>
            <a:ext cx="10515600" cy="39581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10348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log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0B410-C7E4-4036-89E5-3C58E91B2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-457199"/>
            <a:ext cx="10515600" cy="395816"/>
          </a:xfrm>
          <a:prstGeom prst="rect">
            <a:avLst/>
          </a:prstGeom>
        </p:spPr>
        <p:txBody>
          <a:bodyPr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5BC7EE9C-562A-4519-B67A-EB99114D5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pic>
        <p:nvPicPr>
          <p:cNvPr id="210" name="Picture 209">
            <a:extLst>
              <a:ext uri="{FF2B5EF4-FFF2-40B4-BE49-F238E27FC236}">
                <a16:creationId xmlns:a16="http://schemas.microsoft.com/office/drawing/2014/main" id="{9F395D62-9AFB-429C-85A8-BAAB83043A5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8695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 DA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FECEFEE6-BFCC-6789-04C2-FA8CD69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93614" y="1378342"/>
            <a:ext cx="5755386" cy="5768928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B21CB1F7-DE4B-D9DD-F8FB-E10183863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08501" y="0"/>
            <a:ext cx="8525612" cy="8525612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A19A01FB-BCDB-01D0-09CF-5EF28188FF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9014" y="2680513"/>
            <a:ext cx="3164586" cy="3164586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381001" y="3308456"/>
            <a:ext cx="4352708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rgbClr val="9FDDFF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First Last</a:t>
            </a:r>
          </a:p>
          <a:p>
            <a:r>
              <a:rPr lang="en-US"/>
              <a:t>Title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5D8143-A159-4278-916B-DB3850ADE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2905252"/>
            <a:ext cx="457200" cy="114300"/>
          </a:xfrm>
          <a:prstGeom prst="rect">
            <a:avLst/>
          </a:prstGeom>
          <a:solidFill>
            <a:srgbClr val="58A5E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1382351"/>
            <a:ext cx="4351711" cy="1329595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4800" dirty="0">
                <a:solidFill>
                  <a:schemeClr val="tx2"/>
                </a:solidFill>
                <a:latin typeface="Arial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E4E1C7-BEEF-F86B-B6A4-D4C502900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5641848"/>
            <a:ext cx="12188952" cy="1216152"/>
          </a:xfrm>
          <a:prstGeom prst="rect">
            <a:avLst/>
          </a:prstGeom>
          <a:solidFill>
            <a:schemeClr val="tx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64B15B-9ADE-4891-9B38-13300878F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5208959"/>
            <a:ext cx="12188952" cy="432889"/>
          </a:xfrm>
          <a:prstGeom prst="rect">
            <a:avLst/>
          </a:prstGeom>
          <a:solidFill>
            <a:srgbClr val="EEEEEE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7704AB-F094-06FF-4B7A-9A45347B1E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4935559"/>
            <a:ext cx="12188952" cy="273401"/>
          </a:xfrm>
          <a:prstGeom prst="rect">
            <a:avLst/>
          </a:prstGeom>
          <a:solidFill>
            <a:srgbClr val="C8C9C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3C08E67-95F0-C45D-DAF6-BED3C2BD40C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01171" y="6177126"/>
            <a:ext cx="2743200" cy="351692"/>
          </a:xfrm>
          <a:prstGeom prst="rect">
            <a:avLst/>
          </a:prstGeom>
        </p:spPr>
      </p:pic>
      <p:grpSp>
        <p:nvGrpSpPr>
          <p:cNvPr id="168" name="Group 167">
            <a:extLst>
              <a:ext uri="{FF2B5EF4-FFF2-40B4-BE49-F238E27FC236}">
                <a16:creationId xmlns:a16="http://schemas.microsoft.com/office/drawing/2014/main" id="{18E0DDAF-43B4-DF2B-872A-3CBE7934DF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763000" y="3578843"/>
            <a:ext cx="2776701" cy="1371600"/>
            <a:chOff x="8763000" y="3578843"/>
            <a:chExt cx="2776701" cy="1371600"/>
          </a:xfrm>
        </p:grpSpPr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EF3DBAF5-9250-3DBC-1B0E-2FB5BCC61DF4}"/>
                </a:ext>
              </a:extLst>
            </p:cNvPr>
            <p:cNvSpPr/>
            <p:nvPr userDrawn="1"/>
          </p:nvSpPr>
          <p:spPr>
            <a:xfrm flipV="1">
              <a:off x="9898504" y="4532149"/>
              <a:ext cx="418915" cy="418294"/>
            </a:xfrm>
            <a:custGeom>
              <a:avLst/>
              <a:gdLst>
                <a:gd name="connsiteX0" fmla="*/ 329226 w 664716"/>
                <a:gd name="connsiteY0" fmla="*/ 663249 h 663731"/>
                <a:gd name="connsiteX1" fmla="*/ 19 w 664716"/>
                <a:gd name="connsiteY1" fmla="*/ 328498 h 663731"/>
                <a:gd name="connsiteX2" fmla="*/ 335510 w 664716"/>
                <a:gd name="connsiteY2" fmla="*/ 19 h 663731"/>
                <a:gd name="connsiteX3" fmla="*/ 664716 w 664716"/>
                <a:gd name="connsiteY3" fmla="*/ 331875 h 663731"/>
                <a:gd name="connsiteX4" fmla="*/ 332126 w 664716"/>
                <a:gd name="connsiteY4" fmla="*/ 663731 h 663731"/>
                <a:gd name="connsiteX5" fmla="*/ 329226 w 664716"/>
                <a:gd name="connsiteY5" fmla="*/ 663731 h 663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4716" h="663731">
                  <a:moveTo>
                    <a:pt x="329226" y="663249"/>
                  </a:moveTo>
                  <a:cubicBezTo>
                    <a:pt x="145527" y="661319"/>
                    <a:pt x="-1915" y="511791"/>
                    <a:pt x="19" y="328498"/>
                  </a:cubicBezTo>
                  <a:cubicBezTo>
                    <a:pt x="1953" y="145206"/>
                    <a:pt x="151812" y="-1911"/>
                    <a:pt x="335510" y="19"/>
                  </a:cubicBezTo>
                  <a:cubicBezTo>
                    <a:pt x="517758" y="1948"/>
                    <a:pt x="664716" y="149547"/>
                    <a:pt x="664716" y="331875"/>
                  </a:cubicBezTo>
                  <a:cubicBezTo>
                    <a:pt x="664716" y="515168"/>
                    <a:pt x="515824" y="663731"/>
                    <a:pt x="332126" y="663731"/>
                  </a:cubicBezTo>
                  <a:cubicBezTo>
                    <a:pt x="331159" y="663731"/>
                    <a:pt x="330192" y="663731"/>
                    <a:pt x="329226" y="663731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rgbClr val="58A5E6"/>
              </a:solidFill>
              <a:prstDash val="sysDash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A953C9AF-C8F7-A902-B9A8-5E9EEF98AA1D}"/>
                </a:ext>
              </a:extLst>
            </p:cNvPr>
            <p:cNvSpPr/>
            <p:nvPr userDrawn="1"/>
          </p:nvSpPr>
          <p:spPr>
            <a:xfrm flipV="1">
              <a:off x="10374389" y="4307201"/>
              <a:ext cx="201682" cy="201845"/>
            </a:xfrm>
            <a:custGeom>
              <a:avLst/>
              <a:gdLst>
                <a:gd name="connsiteX0" fmla="*/ 320022 w 320021"/>
                <a:gd name="connsiteY0" fmla="*/ 0 h 320279"/>
                <a:gd name="connsiteX1" fmla="*/ 0 w 320021"/>
                <a:gd name="connsiteY1" fmla="*/ 320280 h 320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0021" h="320279">
                  <a:moveTo>
                    <a:pt x="320022" y="0"/>
                  </a:moveTo>
                  <a:lnTo>
                    <a:pt x="0" y="320280"/>
                  </a:lnTo>
                </a:path>
              </a:pathLst>
            </a:custGeom>
            <a:ln w="6350" cap="rnd">
              <a:solidFill>
                <a:srgbClr val="58A5E6"/>
              </a:solidFill>
              <a:prstDash val="sysDash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754399FA-B052-F664-21C2-0AD5BCE1E1FF}"/>
                </a:ext>
              </a:extLst>
            </p:cNvPr>
            <p:cNvSpPr/>
            <p:nvPr userDrawn="1"/>
          </p:nvSpPr>
          <p:spPr>
            <a:xfrm flipV="1">
              <a:off x="10515433" y="4446730"/>
              <a:ext cx="418915" cy="418293"/>
            </a:xfrm>
            <a:custGeom>
              <a:avLst/>
              <a:gdLst>
                <a:gd name="connsiteX0" fmla="*/ 329226 w 664716"/>
                <a:gd name="connsiteY0" fmla="*/ 663249 h 663730"/>
                <a:gd name="connsiteX1" fmla="*/ 19 w 664716"/>
                <a:gd name="connsiteY1" fmla="*/ 328498 h 663730"/>
                <a:gd name="connsiteX2" fmla="*/ 335510 w 664716"/>
                <a:gd name="connsiteY2" fmla="*/ 19 h 663730"/>
                <a:gd name="connsiteX3" fmla="*/ 664716 w 664716"/>
                <a:gd name="connsiteY3" fmla="*/ 331875 h 663730"/>
                <a:gd name="connsiteX4" fmla="*/ 332126 w 664716"/>
                <a:gd name="connsiteY4" fmla="*/ 663731 h 663730"/>
                <a:gd name="connsiteX5" fmla="*/ 329226 w 664716"/>
                <a:gd name="connsiteY5" fmla="*/ 663731 h 66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4716" h="663730">
                  <a:moveTo>
                    <a:pt x="329226" y="663249"/>
                  </a:moveTo>
                  <a:cubicBezTo>
                    <a:pt x="145527" y="661319"/>
                    <a:pt x="-1915" y="511791"/>
                    <a:pt x="19" y="328498"/>
                  </a:cubicBezTo>
                  <a:cubicBezTo>
                    <a:pt x="1953" y="145206"/>
                    <a:pt x="151812" y="-1911"/>
                    <a:pt x="335510" y="19"/>
                  </a:cubicBezTo>
                  <a:cubicBezTo>
                    <a:pt x="517758" y="1948"/>
                    <a:pt x="664716" y="149547"/>
                    <a:pt x="664716" y="331875"/>
                  </a:cubicBezTo>
                  <a:cubicBezTo>
                    <a:pt x="664716" y="515167"/>
                    <a:pt x="515824" y="663731"/>
                    <a:pt x="332126" y="663731"/>
                  </a:cubicBezTo>
                  <a:cubicBezTo>
                    <a:pt x="331159" y="663731"/>
                    <a:pt x="330192" y="663731"/>
                    <a:pt x="329226" y="663731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rgbClr val="58A5E6"/>
              </a:solidFill>
              <a:prstDash val="sysDash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AF48F3F7-2CAE-BCCD-97AE-175B752E0980}"/>
                </a:ext>
              </a:extLst>
            </p:cNvPr>
            <p:cNvSpPr/>
            <p:nvPr userDrawn="1"/>
          </p:nvSpPr>
          <p:spPr>
            <a:xfrm flipV="1">
              <a:off x="10374389" y="3935125"/>
              <a:ext cx="201682" cy="201541"/>
            </a:xfrm>
            <a:custGeom>
              <a:avLst/>
              <a:gdLst>
                <a:gd name="connsiteX0" fmla="*/ 320022 w 320021"/>
                <a:gd name="connsiteY0" fmla="*/ 319797 h 319797"/>
                <a:gd name="connsiteX1" fmla="*/ 0 w 320021"/>
                <a:gd name="connsiteY1" fmla="*/ 0 h 319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0021" h="319797">
                  <a:moveTo>
                    <a:pt x="320022" y="319797"/>
                  </a:moveTo>
                  <a:lnTo>
                    <a:pt x="0" y="0"/>
                  </a:lnTo>
                </a:path>
              </a:pathLst>
            </a:custGeom>
            <a:ln w="6350" cap="rnd">
              <a:solidFill>
                <a:srgbClr val="58A5E6"/>
              </a:solidFill>
              <a:prstDash val="sysDash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D363B74C-6207-5A90-644F-9B693F7BF556}"/>
                </a:ext>
              </a:extLst>
            </p:cNvPr>
            <p:cNvSpPr/>
            <p:nvPr userDrawn="1"/>
          </p:nvSpPr>
          <p:spPr>
            <a:xfrm flipV="1">
              <a:off x="10515433" y="3578843"/>
              <a:ext cx="418915" cy="418294"/>
            </a:xfrm>
            <a:custGeom>
              <a:avLst/>
              <a:gdLst>
                <a:gd name="connsiteX0" fmla="*/ 329226 w 664716"/>
                <a:gd name="connsiteY0" fmla="*/ 482 h 663731"/>
                <a:gd name="connsiteX1" fmla="*/ 19 w 664716"/>
                <a:gd name="connsiteY1" fmla="*/ 335233 h 663731"/>
                <a:gd name="connsiteX2" fmla="*/ 335510 w 664716"/>
                <a:gd name="connsiteY2" fmla="*/ 663712 h 663731"/>
                <a:gd name="connsiteX3" fmla="*/ 664716 w 664716"/>
                <a:gd name="connsiteY3" fmla="*/ 331856 h 663731"/>
                <a:gd name="connsiteX4" fmla="*/ 332126 w 664716"/>
                <a:gd name="connsiteY4" fmla="*/ 0 h 663731"/>
                <a:gd name="connsiteX5" fmla="*/ 329226 w 664716"/>
                <a:gd name="connsiteY5" fmla="*/ 0 h 663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4716" h="663731">
                  <a:moveTo>
                    <a:pt x="329226" y="482"/>
                  </a:moveTo>
                  <a:cubicBezTo>
                    <a:pt x="145527" y="2412"/>
                    <a:pt x="-1915" y="151940"/>
                    <a:pt x="19" y="335233"/>
                  </a:cubicBezTo>
                  <a:cubicBezTo>
                    <a:pt x="1953" y="518525"/>
                    <a:pt x="151812" y="665642"/>
                    <a:pt x="335510" y="663712"/>
                  </a:cubicBezTo>
                  <a:cubicBezTo>
                    <a:pt x="517758" y="661783"/>
                    <a:pt x="664716" y="514184"/>
                    <a:pt x="664716" y="331856"/>
                  </a:cubicBezTo>
                  <a:cubicBezTo>
                    <a:pt x="664716" y="148563"/>
                    <a:pt x="515824" y="0"/>
                    <a:pt x="332126" y="0"/>
                  </a:cubicBezTo>
                  <a:cubicBezTo>
                    <a:pt x="331159" y="0"/>
                    <a:pt x="330192" y="0"/>
                    <a:pt x="329226" y="0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rgbClr val="58A5E6"/>
              </a:solidFill>
              <a:prstDash val="sysDash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71A58F05-00DA-FCB7-0AB7-56AB73EA90DF}"/>
                </a:ext>
              </a:extLst>
            </p:cNvPr>
            <p:cNvSpPr/>
            <p:nvPr userDrawn="1"/>
          </p:nvSpPr>
          <p:spPr>
            <a:xfrm flipV="1">
              <a:off x="11120786" y="4012640"/>
              <a:ext cx="418915" cy="418294"/>
            </a:xfrm>
            <a:custGeom>
              <a:avLst/>
              <a:gdLst>
                <a:gd name="connsiteX0" fmla="*/ 329225 w 664716"/>
                <a:gd name="connsiteY0" fmla="*/ 663249 h 663731"/>
                <a:gd name="connsiteX1" fmla="*/ 19 w 664716"/>
                <a:gd name="connsiteY1" fmla="*/ 328498 h 663731"/>
                <a:gd name="connsiteX2" fmla="*/ 335510 w 664716"/>
                <a:gd name="connsiteY2" fmla="*/ 19 h 663731"/>
                <a:gd name="connsiteX3" fmla="*/ 664716 w 664716"/>
                <a:gd name="connsiteY3" fmla="*/ 331875 h 663731"/>
                <a:gd name="connsiteX4" fmla="*/ 332126 w 664716"/>
                <a:gd name="connsiteY4" fmla="*/ 663731 h 663731"/>
                <a:gd name="connsiteX5" fmla="*/ 329225 w 664716"/>
                <a:gd name="connsiteY5" fmla="*/ 663731 h 663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4716" h="663731">
                  <a:moveTo>
                    <a:pt x="329225" y="663249"/>
                  </a:moveTo>
                  <a:cubicBezTo>
                    <a:pt x="145527" y="661319"/>
                    <a:pt x="-1915" y="511791"/>
                    <a:pt x="19" y="328498"/>
                  </a:cubicBezTo>
                  <a:cubicBezTo>
                    <a:pt x="1953" y="145206"/>
                    <a:pt x="151812" y="-1911"/>
                    <a:pt x="335510" y="19"/>
                  </a:cubicBezTo>
                  <a:cubicBezTo>
                    <a:pt x="517758" y="1948"/>
                    <a:pt x="664716" y="149547"/>
                    <a:pt x="664716" y="331875"/>
                  </a:cubicBezTo>
                  <a:cubicBezTo>
                    <a:pt x="664716" y="515168"/>
                    <a:pt x="515824" y="663731"/>
                    <a:pt x="332126" y="663731"/>
                  </a:cubicBezTo>
                  <a:cubicBezTo>
                    <a:pt x="331159" y="663731"/>
                    <a:pt x="330192" y="663731"/>
                    <a:pt x="329225" y="663731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rgbClr val="58A5E6"/>
              </a:solidFill>
              <a:prstDash val="sysDash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452403E1-ADEF-4087-541B-9729BB605214}"/>
                </a:ext>
              </a:extLst>
            </p:cNvPr>
            <p:cNvSpPr/>
            <p:nvPr userDrawn="1"/>
          </p:nvSpPr>
          <p:spPr>
            <a:xfrm>
              <a:off x="9757459" y="4392621"/>
              <a:ext cx="201682" cy="201541"/>
            </a:xfrm>
            <a:custGeom>
              <a:avLst/>
              <a:gdLst>
                <a:gd name="connsiteX0" fmla="*/ 320022 w 320021"/>
                <a:gd name="connsiteY0" fmla="*/ 319797 h 319797"/>
                <a:gd name="connsiteX1" fmla="*/ 0 w 320021"/>
                <a:gd name="connsiteY1" fmla="*/ 0 h 319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0021" h="319797">
                  <a:moveTo>
                    <a:pt x="320022" y="319797"/>
                  </a:moveTo>
                  <a:lnTo>
                    <a:pt x="0" y="0"/>
                  </a:lnTo>
                </a:path>
              </a:pathLst>
            </a:custGeom>
            <a:ln w="6350" cap="rnd">
              <a:solidFill>
                <a:srgbClr val="58A5E6"/>
              </a:solidFill>
              <a:prstDash val="sysDash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5228EC3F-DA0B-4B37-B885-50C540639AAA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8763000" y="4392621"/>
              <a:ext cx="994459" cy="0"/>
            </a:xfrm>
            <a:prstGeom prst="line">
              <a:avLst/>
            </a:prstGeom>
            <a:ln w="6350">
              <a:solidFill>
                <a:srgbClr val="58A5E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8A1750FE-3176-526D-8726-5ADD2D5206A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8991600" y="4304162"/>
              <a:ext cx="1382789" cy="0"/>
            </a:xfrm>
            <a:prstGeom prst="line">
              <a:avLst/>
            </a:prstGeom>
            <a:ln w="6350">
              <a:solidFill>
                <a:srgbClr val="58A5E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ADAECE6C-253B-E692-8BB2-9C17B05C8E8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8991600" y="4219046"/>
              <a:ext cx="2128893" cy="0"/>
            </a:xfrm>
            <a:prstGeom prst="line">
              <a:avLst/>
            </a:prstGeom>
            <a:ln w="6350">
              <a:solidFill>
                <a:srgbClr val="58A5E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CEEFC79D-E92D-31E4-93CF-038E04BDE34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8915400" y="4133626"/>
              <a:ext cx="1458989" cy="0"/>
            </a:xfrm>
            <a:prstGeom prst="line">
              <a:avLst/>
            </a:prstGeom>
            <a:ln w="6350">
              <a:solidFill>
                <a:srgbClr val="58A5E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9" name="Graphic 158">
              <a:extLst>
                <a:ext uri="{FF2B5EF4-FFF2-40B4-BE49-F238E27FC236}">
                  <a16:creationId xmlns:a16="http://schemas.microsoft.com/office/drawing/2014/main" id="{F78AF3F5-46A2-F769-8A93-538E83B32FE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025994" y="4627989"/>
              <a:ext cx="163934" cy="226614"/>
            </a:xfrm>
            <a:prstGeom prst="rect">
              <a:avLst/>
            </a:prstGeom>
          </p:spPr>
        </p:pic>
        <p:pic>
          <p:nvPicPr>
            <p:cNvPr id="161" name="Graphic 160">
              <a:extLst>
                <a:ext uri="{FF2B5EF4-FFF2-40B4-BE49-F238E27FC236}">
                  <a16:creationId xmlns:a16="http://schemas.microsoft.com/office/drawing/2014/main" id="{C82FF560-26E4-BF17-F784-E1DA2D41342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638102" y="3672272"/>
              <a:ext cx="173577" cy="231436"/>
            </a:xfrm>
            <a:prstGeom prst="rect">
              <a:avLst/>
            </a:prstGeom>
          </p:spPr>
        </p:pic>
        <p:pic>
          <p:nvPicPr>
            <p:cNvPr id="163" name="Graphic 162">
              <a:extLst>
                <a:ext uri="{FF2B5EF4-FFF2-40B4-BE49-F238E27FC236}">
                  <a16:creationId xmlns:a16="http://schemas.microsoft.com/office/drawing/2014/main" id="{82A87777-585E-6C39-CADC-82D6702160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611583" y="4542569"/>
              <a:ext cx="226614" cy="226614"/>
            </a:xfrm>
            <a:prstGeom prst="rect">
              <a:avLst/>
            </a:prstGeom>
          </p:spPr>
        </p:pic>
        <p:pic>
          <p:nvPicPr>
            <p:cNvPr id="165" name="Graphic 164">
              <a:extLst>
                <a:ext uri="{FF2B5EF4-FFF2-40B4-BE49-F238E27FC236}">
                  <a16:creationId xmlns:a16="http://schemas.microsoft.com/office/drawing/2014/main" id="{D4F5DAEC-8EF3-9638-3F28-BFD95A3BDB2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216936" y="4134999"/>
              <a:ext cx="226614" cy="173577"/>
            </a:xfrm>
            <a:prstGeom prst="rect">
              <a:avLst/>
            </a:prstGeom>
          </p:spPr>
        </p:pic>
      </p:grpSp>
      <p:pic>
        <p:nvPicPr>
          <p:cNvPr id="16" name="Graphic 15">
            <a:extLst>
              <a:ext uri="{FF2B5EF4-FFF2-40B4-BE49-F238E27FC236}">
                <a16:creationId xmlns:a16="http://schemas.microsoft.com/office/drawing/2014/main" id="{3E8C4B6D-EAAD-CB32-7FD1-A6D38072D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03214" y="3810000"/>
            <a:ext cx="4536187" cy="2411644"/>
          </a:xfrm>
          <a:prstGeom prst="rect">
            <a:avLst/>
          </a:prstGeom>
        </p:spPr>
      </p:pic>
      <p:grpSp>
        <p:nvGrpSpPr>
          <p:cNvPr id="167" name="Group 166">
            <a:extLst>
              <a:ext uri="{FF2B5EF4-FFF2-40B4-BE49-F238E27FC236}">
                <a16:creationId xmlns:a16="http://schemas.microsoft.com/office/drawing/2014/main" id="{FF5A4411-594D-24D9-68B3-FF56CB6AB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772163" y="3196060"/>
            <a:ext cx="3847837" cy="2176397"/>
            <a:chOff x="3772163" y="3196060"/>
            <a:chExt cx="3847837" cy="2176397"/>
          </a:xfrm>
        </p:grpSpPr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35CE92CC-5082-4CAE-0C1B-36FA4BE49628}"/>
                </a:ext>
              </a:extLst>
            </p:cNvPr>
            <p:cNvSpPr/>
            <p:nvPr/>
          </p:nvSpPr>
          <p:spPr>
            <a:xfrm flipH="1">
              <a:off x="5711629" y="3196060"/>
              <a:ext cx="664716" cy="663731"/>
            </a:xfrm>
            <a:custGeom>
              <a:avLst/>
              <a:gdLst>
                <a:gd name="connsiteX0" fmla="*/ 329226 w 664716"/>
                <a:gd name="connsiteY0" fmla="*/ 663249 h 663731"/>
                <a:gd name="connsiteX1" fmla="*/ 19 w 664716"/>
                <a:gd name="connsiteY1" fmla="*/ 328498 h 663731"/>
                <a:gd name="connsiteX2" fmla="*/ 335510 w 664716"/>
                <a:gd name="connsiteY2" fmla="*/ 19 h 663731"/>
                <a:gd name="connsiteX3" fmla="*/ 664716 w 664716"/>
                <a:gd name="connsiteY3" fmla="*/ 331875 h 663731"/>
                <a:gd name="connsiteX4" fmla="*/ 332126 w 664716"/>
                <a:gd name="connsiteY4" fmla="*/ 663731 h 663731"/>
                <a:gd name="connsiteX5" fmla="*/ 329226 w 664716"/>
                <a:gd name="connsiteY5" fmla="*/ 663731 h 663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4716" h="663731">
                  <a:moveTo>
                    <a:pt x="329226" y="663249"/>
                  </a:moveTo>
                  <a:cubicBezTo>
                    <a:pt x="145527" y="661319"/>
                    <a:pt x="-1915" y="511791"/>
                    <a:pt x="19" y="328498"/>
                  </a:cubicBezTo>
                  <a:cubicBezTo>
                    <a:pt x="1953" y="145206"/>
                    <a:pt x="151812" y="-1911"/>
                    <a:pt x="335510" y="19"/>
                  </a:cubicBezTo>
                  <a:cubicBezTo>
                    <a:pt x="517758" y="1948"/>
                    <a:pt x="664716" y="149547"/>
                    <a:pt x="664716" y="331875"/>
                  </a:cubicBezTo>
                  <a:cubicBezTo>
                    <a:pt x="664716" y="515168"/>
                    <a:pt x="515824" y="663731"/>
                    <a:pt x="332126" y="663731"/>
                  </a:cubicBezTo>
                  <a:cubicBezTo>
                    <a:pt x="331159" y="663731"/>
                    <a:pt x="330192" y="663731"/>
                    <a:pt x="329226" y="663731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rgbClr val="58A5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587BF0FA-137C-18A2-B828-C07ABF114A7B}"/>
                </a:ext>
              </a:extLst>
            </p:cNvPr>
            <p:cNvSpPr/>
            <p:nvPr/>
          </p:nvSpPr>
          <p:spPr>
            <a:xfrm flipH="1">
              <a:off x="5301209" y="3896450"/>
              <a:ext cx="320021" cy="320279"/>
            </a:xfrm>
            <a:custGeom>
              <a:avLst/>
              <a:gdLst>
                <a:gd name="connsiteX0" fmla="*/ 320022 w 320021"/>
                <a:gd name="connsiteY0" fmla="*/ 0 h 320279"/>
                <a:gd name="connsiteX1" fmla="*/ 0 w 320021"/>
                <a:gd name="connsiteY1" fmla="*/ 320280 h 320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0021" h="320279">
                  <a:moveTo>
                    <a:pt x="320022" y="0"/>
                  </a:moveTo>
                  <a:lnTo>
                    <a:pt x="0" y="320280"/>
                  </a:lnTo>
                </a:path>
              </a:pathLst>
            </a:custGeom>
            <a:ln w="12700" cap="rnd">
              <a:solidFill>
                <a:srgbClr val="58A5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C8684A65-6209-86E1-3D22-59B0750D2549}"/>
                </a:ext>
              </a:extLst>
            </p:cNvPr>
            <p:cNvSpPr/>
            <p:nvPr/>
          </p:nvSpPr>
          <p:spPr>
            <a:xfrm flipH="1">
              <a:off x="4732711" y="3331600"/>
              <a:ext cx="664716" cy="663730"/>
            </a:xfrm>
            <a:custGeom>
              <a:avLst/>
              <a:gdLst>
                <a:gd name="connsiteX0" fmla="*/ 329226 w 664716"/>
                <a:gd name="connsiteY0" fmla="*/ 663249 h 663730"/>
                <a:gd name="connsiteX1" fmla="*/ 19 w 664716"/>
                <a:gd name="connsiteY1" fmla="*/ 328498 h 663730"/>
                <a:gd name="connsiteX2" fmla="*/ 335510 w 664716"/>
                <a:gd name="connsiteY2" fmla="*/ 19 h 663730"/>
                <a:gd name="connsiteX3" fmla="*/ 664716 w 664716"/>
                <a:gd name="connsiteY3" fmla="*/ 331875 h 663730"/>
                <a:gd name="connsiteX4" fmla="*/ 332126 w 664716"/>
                <a:gd name="connsiteY4" fmla="*/ 663731 h 663730"/>
                <a:gd name="connsiteX5" fmla="*/ 329226 w 664716"/>
                <a:gd name="connsiteY5" fmla="*/ 663731 h 66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4716" h="663730">
                  <a:moveTo>
                    <a:pt x="329226" y="663249"/>
                  </a:moveTo>
                  <a:cubicBezTo>
                    <a:pt x="145527" y="661319"/>
                    <a:pt x="-1915" y="511791"/>
                    <a:pt x="19" y="328498"/>
                  </a:cubicBezTo>
                  <a:cubicBezTo>
                    <a:pt x="1953" y="145206"/>
                    <a:pt x="151812" y="-1911"/>
                    <a:pt x="335510" y="19"/>
                  </a:cubicBezTo>
                  <a:cubicBezTo>
                    <a:pt x="517758" y="1948"/>
                    <a:pt x="664716" y="149547"/>
                    <a:pt x="664716" y="331875"/>
                  </a:cubicBezTo>
                  <a:cubicBezTo>
                    <a:pt x="664716" y="515167"/>
                    <a:pt x="515824" y="663731"/>
                    <a:pt x="332126" y="663731"/>
                  </a:cubicBezTo>
                  <a:cubicBezTo>
                    <a:pt x="331159" y="663731"/>
                    <a:pt x="330192" y="663731"/>
                    <a:pt x="329226" y="663731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rgbClr val="58A5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4D1669DA-6B39-01A0-C40D-8E11B0B45BDF}"/>
                </a:ext>
              </a:extLst>
            </p:cNvPr>
            <p:cNvSpPr/>
            <p:nvPr/>
          </p:nvSpPr>
          <p:spPr>
            <a:xfrm flipH="1">
              <a:off x="5301209" y="4487327"/>
              <a:ext cx="320021" cy="319797"/>
            </a:xfrm>
            <a:custGeom>
              <a:avLst/>
              <a:gdLst>
                <a:gd name="connsiteX0" fmla="*/ 320022 w 320021"/>
                <a:gd name="connsiteY0" fmla="*/ 319797 h 319797"/>
                <a:gd name="connsiteX1" fmla="*/ 0 w 320021"/>
                <a:gd name="connsiteY1" fmla="*/ 0 h 319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0021" h="319797">
                  <a:moveTo>
                    <a:pt x="320022" y="319797"/>
                  </a:moveTo>
                  <a:lnTo>
                    <a:pt x="0" y="0"/>
                  </a:lnTo>
                </a:path>
              </a:pathLst>
            </a:custGeom>
            <a:ln w="12700" cap="rnd">
              <a:solidFill>
                <a:srgbClr val="58A5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E3BE7D5E-B5FD-6094-CE35-189036BE5243}"/>
                </a:ext>
              </a:extLst>
            </p:cNvPr>
            <p:cNvSpPr/>
            <p:nvPr/>
          </p:nvSpPr>
          <p:spPr>
            <a:xfrm flipH="1">
              <a:off x="4732711" y="4708726"/>
              <a:ext cx="664716" cy="663731"/>
            </a:xfrm>
            <a:custGeom>
              <a:avLst/>
              <a:gdLst>
                <a:gd name="connsiteX0" fmla="*/ 329226 w 664716"/>
                <a:gd name="connsiteY0" fmla="*/ 482 h 663731"/>
                <a:gd name="connsiteX1" fmla="*/ 19 w 664716"/>
                <a:gd name="connsiteY1" fmla="*/ 335233 h 663731"/>
                <a:gd name="connsiteX2" fmla="*/ 335510 w 664716"/>
                <a:gd name="connsiteY2" fmla="*/ 663712 h 663731"/>
                <a:gd name="connsiteX3" fmla="*/ 664716 w 664716"/>
                <a:gd name="connsiteY3" fmla="*/ 331856 h 663731"/>
                <a:gd name="connsiteX4" fmla="*/ 332126 w 664716"/>
                <a:gd name="connsiteY4" fmla="*/ 0 h 663731"/>
                <a:gd name="connsiteX5" fmla="*/ 329226 w 664716"/>
                <a:gd name="connsiteY5" fmla="*/ 0 h 663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4716" h="663731">
                  <a:moveTo>
                    <a:pt x="329226" y="482"/>
                  </a:moveTo>
                  <a:cubicBezTo>
                    <a:pt x="145527" y="2412"/>
                    <a:pt x="-1915" y="151940"/>
                    <a:pt x="19" y="335233"/>
                  </a:cubicBezTo>
                  <a:cubicBezTo>
                    <a:pt x="1953" y="518525"/>
                    <a:pt x="151812" y="665642"/>
                    <a:pt x="335510" y="663712"/>
                  </a:cubicBezTo>
                  <a:cubicBezTo>
                    <a:pt x="517758" y="661783"/>
                    <a:pt x="664716" y="514184"/>
                    <a:pt x="664716" y="331856"/>
                  </a:cubicBezTo>
                  <a:cubicBezTo>
                    <a:pt x="664716" y="148563"/>
                    <a:pt x="515824" y="0"/>
                    <a:pt x="332126" y="0"/>
                  </a:cubicBezTo>
                  <a:cubicBezTo>
                    <a:pt x="331159" y="0"/>
                    <a:pt x="330192" y="0"/>
                    <a:pt x="329226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rgbClr val="58A5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6778444E-3CB3-B57A-1D13-1746A735C30E}"/>
                </a:ext>
              </a:extLst>
            </p:cNvPr>
            <p:cNvSpPr/>
            <p:nvPr/>
          </p:nvSpPr>
          <p:spPr>
            <a:xfrm flipH="1">
              <a:off x="3772163" y="4020395"/>
              <a:ext cx="664716" cy="663731"/>
            </a:xfrm>
            <a:custGeom>
              <a:avLst/>
              <a:gdLst>
                <a:gd name="connsiteX0" fmla="*/ 329225 w 664716"/>
                <a:gd name="connsiteY0" fmla="*/ 663249 h 663731"/>
                <a:gd name="connsiteX1" fmla="*/ 19 w 664716"/>
                <a:gd name="connsiteY1" fmla="*/ 328498 h 663731"/>
                <a:gd name="connsiteX2" fmla="*/ 335510 w 664716"/>
                <a:gd name="connsiteY2" fmla="*/ 19 h 663731"/>
                <a:gd name="connsiteX3" fmla="*/ 664716 w 664716"/>
                <a:gd name="connsiteY3" fmla="*/ 331875 h 663731"/>
                <a:gd name="connsiteX4" fmla="*/ 332126 w 664716"/>
                <a:gd name="connsiteY4" fmla="*/ 663731 h 663731"/>
                <a:gd name="connsiteX5" fmla="*/ 329225 w 664716"/>
                <a:gd name="connsiteY5" fmla="*/ 663731 h 663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4716" h="663731">
                  <a:moveTo>
                    <a:pt x="329225" y="663249"/>
                  </a:moveTo>
                  <a:cubicBezTo>
                    <a:pt x="145527" y="661319"/>
                    <a:pt x="-1915" y="511791"/>
                    <a:pt x="19" y="328498"/>
                  </a:cubicBezTo>
                  <a:cubicBezTo>
                    <a:pt x="1953" y="145206"/>
                    <a:pt x="151812" y="-1911"/>
                    <a:pt x="335510" y="19"/>
                  </a:cubicBezTo>
                  <a:cubicBezTo>
                    <a:pt x="517758" y="1948"/>
                    <a:pt x="664716" y="149547"/>
                    <a:pt x="664716" y="331875"/>
                  </a:cubicBezTo>
                  <a:cubicBezTo>
                    <a:pt x="664716" y="515168"/>
                    <a:pt x="515824" y="663731"/>
                    <a:pt x="332126" y="663731"/>
                  </a:cubicBezTo>
                  <a:cubicBezTo>
                    <a:pt x="331159" y="663731"/>
                    <a:pt x="330192" y="663731"/>
                    <a:pt x="329225" y="663731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rgbClr val="58A5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28F1FEE9-1CC2-E166-5236-F26B356638EB}"/>
                </a:ext>
              </a:extLst>
            </p:cNvPr>
            <p:cNvSpPr/>
            <p:nvPr/>
          </p:nvSpPr>
          <p:spPr>
            <a:xfrm flipH="1" flipV="1">
              <a:off x="6280127" y="3761392"/>
              <a:ext cx="320021" cy="319797"/>
            </a:xfrm>
            <a:custGeom>
              <a:avLst/>
              <a:gdLst>
                <a:gd name="connsiteX0" fmla="*/ 320022 w 320021"/>
                <a:gd name="connsiteY0" fmla="*/ 319797 h 319797"/>
                <a:gd name="connsiteX1" fmla="*/ 0 w 320021"/>
                <a:gd name="connsiteY1" fmla="*/ 0 h 319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0021" h="319797">
                  <a:moveTo>
                    <a:pt x="320022" y="319797"/>
                  </a:moveTo>
                  <a:lnTo>
                    <a:pt x="0" y="0"/>
                  </a:lnTo>
                </a:path>
              </a:pathLst>
            </a:custGeom>
            <a:ln w="12700" cap="rnd">
              <a:solidFill>
                <a:srgbClr val="58A5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673C9DB9-7295-9743-A524-B6D6099BA84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600148" y="4081189"/>
              <a:ext cx="1019852" cy="0"/>
            </a:xfrm>
            <a:prstGeom prst="line">
              <a:avLst/>
            </a:prstGeom>
            <a:ln w="12700">
              <a:solidFill>
                <a:srgbClr val="58A5E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1A34BB84-D94A-00E8-7BC5-9323B493D3F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621230" y="4221552"/>
              <a:ext cx="1770170" cy="0"/>
            </a:xfrm>
            <a:prstGeom prst="line">
              <a:avLst/>
            </a:prstGeom>
            <a:ln w="12700">
              <a:solidFill>
                <a:srgbClr val="58A5E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B0CC4C6-E38B-1AC8-55F1-08DDFEE4BEC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437344" y="4356610"/>
              <a:ext cx="2819400" cy="0"/>
            </a:xfrm>
            <a:prstGeom prst="line">
              <a:avLst/>
            </a:prstGeom>
            <a:ln w="12700">
              <a:solidFill>
                <a:srgbClr val="58A5E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F02695A0-01D9-4D7E-0F8A-EDB46530CC0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621230" y="4492150"/>
              <a:ext cx="1911095" cy="0"/>
            </a:xfrm>
            <a:prstGeom prst="line">
              <a:avLst/>
            </a:prstGeom>
            <a:ln w="12700">
              <a:solidFill>
                <a:srgbClr val="58A5E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4" name="Graphic 143">
              <a:extLst>
                <a:ext uri="{FF2B5EF4-FFF2-40B4-BE49-F238E27FC236}">
                  <a16:creationId xmlns:a16="http://schemas.microsoft.com/office/drawing/2014/main" id="{4F56A08F-37D9-4C93-8894-DB7D2FA4654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951824" y="4155935"/>
              <a:ext cx="305394" cy="392650"/>
            </a:xfrm>
            <a:prstGeom prst="rect">
              <a:avLst/>
            </a:prstGeom>
          </p:spPr>
        </p:pic>
        <p:pic>
          <p:nvPicPr>
            <p:cNvPr id="146" name="Graphic 145">
              <a:extLst>
                <a:ext uri="{FF2B5EF4-FFF2-40B4-BE49-F238E27FC236}">
                  <a16:creationId xmlns:a16="http://schemas.microsoft.com/office/drawing/2014/main" id="{083EB209-FF1D-6376-6769-D93FBB4B4C3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890558" y="4844266"/>
              <a:ext cx="349022" cy="392650"/>
            </a:xfrm>
            <a:prstGeom prst="rect">
              <a:avLst/>
            </a:prstGeom>
          </p:spPr>
        </p:pic>
        <p:pic>
          <p:nvPicPr>
            <p:cNvPr id="148" name="Graphic 147">
              <a:extLst>
                <a:ext uri="{FF2B5EF4-FFF2-40B4-BE49-F238E27FC236}">
                  <a16:creationId xmlns:a16="http://schemas.microsoft.com/office/drawing/2014/main" id="{337CBD6F-643D-3B10-42E2-29D7011A06D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868744" y="3481683"/>
              <a:ext cx="392650" cy="363564"/>
            </a:xfrm>
            <a:prstGeom prst="rect">
              <a:avLst/>
            </a:prstGeom>
          </p:spPr>
        </p:pic>
        <p:pic>
          <p:nvPicPr>
            <p:cNvPr id="152" name="Graphic 151">
              <a:extLst>
                <a:ext uri="{FF2B5EF4-FFF2-40B4-BE49-F238E27FC236}">
                  <a16:creationId xmlns:a16="http://schemas.microsoft.com/office/drawing/2014/main" id="{11CAB691-E024-17A8-5670-1F5A6C73141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5847662" y="3331600"/>
              <a:ext cx="392650" cy="392650"/>
            </a:xfrm>
            <a:prstGeom prst="rect">
              <a:avLst/>
            </a:prstGeom>
          </p:spPr>
        </p:pic>
      </p:grpSp>
      <p:sp>
        <p:nvSpPr>
          <p:cNvPr id="169" name="Rectangle 168">
            <a:extLst>
              <a:ext uri="{FF2B5EF4-FFF2-40B4-BE49-F238E27FC236}">
                <a16:creationId xmlns:a16="http://schemas.microsoft.com/office/drawing/2014/main" id="{D6536FC5-528B-3064-5E54-FDBDEDB74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29600" y="3761392"/>
            <a:ext cx="228600" cy="14231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pic>
        <p:nvPicPr>
          <p:cNvPr id="137" name="Graphic 136">
            <a:extLst>
              <a:ext uri="{FF2B5EF4-FFF2-40B4-BE49-F238E27FC236}">
                <a16:creationId xmlns:a16="http://schemas.microsoft.com/office/drawing/2014/main" id="{0A98765B-1BBD-C69A-19A7-C5750A3A2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176448" y="3267947"/>
            <a:ext cx="1993392" cy="199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923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der 2 DAP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8C0D1B45-6D01-E2B0-10F1-DAE0DE89C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2555940" y="-914400"/>
            <a:ext cx="15732060" cy="8839200"/>
          </a:xfrm>
          <a:custGeom>
            <a:avLst/>
            <a:gdLst>
              <a:gd name="connsiteX0" fmla="*/ 10986103 w 15732060"/>
              <a:gd name="connsiteY0" fmla="*/ 8468534 h 8839200"/>
              <a:gd name="connsiteX1" fmla="*/ 10972932 w 15732060"/>
              <a:gd name="connsiteY1" fmla="*/ 8473884 h 8839200"/>
              <a:gd name="connsiteX2" fmla="*/ 10972932 w 15732060"/>
              <a:gd name="connsiteY2" fmla="*/ 8500223 h 8839200"/>
              <a:gd name="connsiteX3" fmla="*/ 10997626 w 15732060"/>
              <a:gd name="connsiteY3" fmla="*/ 8501870 h 8839200"/>
              <a:gd name="connsiteX4" fmla="*/ 11103530 w 15732060"/>
              <a:gd name="connsiteY4" fmla="*/ 8607774 h 8839200"/>
              <a:gd name="connsiteX5" fmla="*/ 11103530 w 15732060"/>
              <a:gd name="connsiteY5" fmla="*/ 8765808 h 8839200"/>
              <a:gd name="connsiteX6" fmla="*/ 11087069 w 15732060"/>
              <a:gd name="connsiteY6" fmla="*/ 8784465 h 8839200"/>
              <a:gd name="connsiteX7" fmla="*/ 11105724 w 15732060"/>
              <a:gd name="connsiteY7" fmla="*/ 8803121 h 8839200"/>
              <a:gd name="connsiteX8" fmla="*/ 11124382 w 15732060"/>
              <a:gd name="connsiteY8" fmla="*/ 8784465 h 8839200"/>
              <a:gd name="connsiteX9" fmla="*/ 11119649 w 15732060"/>
              <a:gd name="connsiteY9" fmla="*/ 8771639 h 8839200"/>
              <a:gd name="connsiteX10" fmla="*/ 11108468 w 15732060"/>
              <a:gd name="connsiteY10" fmla="*/ 8766081 h 8839200"/>
              <a:gd name="connsiteX11" fmla="*/ 11108468 w 15732060"/>
              <a:gd name="connsiteY11" fmla="*/ 8766357 h 8839200"/>
              <a:gd name="connsiteX12" fmla="*/ 11107920 w 15732060"/>
              <a:gd name="connsiteY12" fmla="*/ 8765808 h 8839200"/>
              <a:gd name="connsiteX13" fmla="*/ 11108468 w 15732060"/>
              <a:gd name="connsiteY13" fmla="*/ 8766081 h 8839200"/>
              <a:gd name="connsiteX14" fmla="*/ 11108468 w 15732060"/>
              <a:gd name="connsiteY14" fmla="*/ 8606128 h 8839200"/>
              <a:gd name="connsiteX15" fmla="*/ 11000918 w 15732060"/>
              <a:gd name="connsiteY15" fmla="*/ 8498577 h 8839200"/>
              <a:gd name="connsiteX16" fmla="*/ 10999272 w 15732060"/>
              <a:gd name="connsiteY16" fmla="*/ 8473884 h 8839200"/>
              <a:gd name="connsiteX17" fmla="*/ 10986103 w 15732060"/>
              <a:gd name="connsiteY17" fmla="*/ 8468534 h 8839200"/>
              <a:gd name="connsiteX18" fmla="*/ 8224898 w 15732060"/>
              <a:gd name="connsiteY18" fmla="*/ 8413113 h 8839200"/>
              <a:gd name="connsiteX19" fmla="*/ 8211729 w 15732060"/>
              <a:gd name="connsiteY19" fmla="*/ 8418462 h 8839200"/>
              <a:gd name="connsiteX20" fmla="*/ 8211729 w 15732060"/>
              <a:gd name="connsiteY20" fmla="*/ 8444801 h 8839200"/>
              <a:gd name="connsiteX21" fmla="*/ 8236421 w 15732060"/>
              <a:gd name="connsiteY21" fmla="*/ 8446447 h 8839200"/>
              <a:gd name="connsiteX22" fmla="*/ 8332998 w 15732060"/>
              <a:gd name="connsiteY22" fmla="*/ 8543025 h 8839200"/>
              <a:gd name="connsiteX23" fmla="*/ 8332998 w 15732060"/>
              <a:gd name="connsiteY23" fmla="*/ 8766906 h 8839200"/>
              <a:gd name="connsiteX24" fmla="*/ 8316536 w 15732060"/>
              <a:gd name="connsiteY24" fmla="*/ 8785562 h 8839200"/>
              <a:gd name="connsiteX25" fmla="*/ 8335193 w 15732060"/>
              <a:gd name="connsiteY25" fmla="*/ 8804219 h 8839200"/>
              <a:gd name="connsiteX26" fmla="*/ 8353849 w 15732060"/>
              <a:gd name="connsiteY26" fmla="*/ 8785562 h 8839200"/>
              <a:gd name="connsiteX27" fmla="*/ 8337388 w 15732060"/>
              <a:gd name="connsiteY27" fmla="*/ 8766906 h 8839200"/>
              <a:gd name="connsiteX28" fmla="*/ 8337388 w 15732060"/>
              <a:gd name="connsiteY28" fmla="*/ 8766357 h 8839200"/>
              <a:gd name="connsiteX29" fmla="*/ 8337388 w 15732060"/>
              <a:gd name="connsiteY29" fmla="*/ 8540829 h 8839200"/>
              <a:gd name="connsiteX30" fmla="*/ 8239714 w 15732060"/>
              <a:gd name="connsiteY30" fmla="*/ 8443156 h 8839200"/>
              <a:gd name="connsiteX31" fmla="*/ 8238067 w 15732060"/>
              <a:gd name="connsiteY31" fmla="*/ 8418462 h 8839200"/>
              <a:gd name="connsiteX32" fmla="*/ 8224898 w 15732060"/>
              <a:gd name="connsiteY32" fmla="*/ 8413113 h 8839200"/>
              <a:gd name="connsiteX33" fmla="*/ 3962920 w 15732060"/>
              <a:gd name="connsiteY33" fmla="*/ 8307757 h 8839200"/>
              <a:gd name="connsiteX34" fmla="*/ 3949750 w 15732060"/>
              <a:gd name="connsiteY34" fmla="*/ 8313107 h 8839200"/>
              <a:gd name="connsiteX35" fmla="*/ 3948105 w 15732060"/>
              <a:gd name="connsiteY35" fmla="*/ 8337800 h 8839200"/>
              <a:gd name="connsiteX36" fmla="*/ 3837261 w 15732060"/>
              <a:gd name="connsiteY36" fmla="*/ 8448642 h 8839200"/>
              <a:gd name="connsiteX37" fmla="*/ 3672642 w 15732060"/>
              <a:gd name="connsiteY37" fmla="*/ 8448642 h 8839200"/>
              <a:gd name="connsiteX38" fmla="*/ 3363708 w 15732060"/>
              <a:gd name="connsiteY38" fmla="*/ 8757578 h 8839200"/>
              <a:gd name="connsiteX39" fmla="*/ 3339016 w 15732060"/>
              <a:gd name="connsiteY39" fmla="*/ 8759223 h 8839200"/>
              <a:gd name="connsiteX40" fmla="*/ 3339016 w 15732060"/>
              <a:gd name="connsiteY40" fmla="*/ 8785562 h 8839200"/>
              <a:gd name="connsiteX41" fmla="*/ 3365354 w 15732060"/>
              <a:gd name="connsiteY41" fmla="*/ 8785562 h 8839200"/>
              <a:gd name="connsiteX42" fmla="*/ 3367000 w 15732060"/>
              <a:gd name="connsiteY42" fmla="*/ 8760869 h 8839200"/>
              <a:gd name="connsiteX43" fmla="*/ 3674289 w 15732060"/>
              <a:gd name="connsiteY43" fmla="*/ 8453582 h 8839200"/>
              <a:gd name="connsiteX44" fmla="*/ 3838908 w 15732060"/>
              <a:gd name="connsiteY44" fmla="*/ 8453582 h 8839200"/>
              <a:gd name="connsiteX45" fmla="*/ 3951397 w 15732060"/>
              <a:gd name="connsiteY45" fmla="*/ 8341092 h 8839200"/>
              <a:gd name="connsiteX46" fmla="*/ 3976090 w 15732060"/>
              <a:gd name="connsiteY46" fmla="*/ 8339446 h 8839200"/>
              <a:gd name="connsiteX47" fmla="*/ 3976090 w 15732060"/>
              <a:gd name="connsiteY47" fmla="*/ 8313107 h 8839200"/>
              <a:gd name="connsiteX48" fmla="*/ 3962920 w 15732060"/>
              <a:gd name="connsiteY48" fmla="*/ 8307757 h 8839200"/>
              <a:gd name="connsiteX49" fmla="*/ 9268031 w 15732060"/>
              <a:gd name="connsiteY49" fmla="*/ 8282516 h 8839200"/>
              <a:gd name="connsiteX50" fmla="*/ 9254862 w 15732060"/>
              <a:gd name="connsiteY50" fmla="*/ 8287866 h 8839200"/>
              <a:gd name="connsiteX51" fmla="*/ 9254862 w 15732060"/>
              <a:gd name="connsiteY51" fmla="*/ 8314204 h 8839200"/>
              <a:gd name="connsiteX52" fmla="*/ 9279556 w 15732060"/>
              <a:gd name="connsiteY52" fmla="*/ 8315851 h 8839200"/>
              <a:gd name="connsiteX53" fmla="*/ 9328941 w 15732060"/>
              <a:gd name="connsiteY53" fmla="*/ 8365236 h 8839200"/>
              <a:gd name="connsiteX54" fmla="*/ 9328941 w 15732060"/>
              <a:gd name="connsiteY54" fmla="*/ 8753736 h 8839200"/>
              <a:gd name="connsiteX55" fmla="*/ 9312479 w 15732060"/>
              <a:gd name="connsiteY55" fmla="*/ 8772392 h 8839200"/>
              <a:gd name="connsiteX56" fmla="*/ 9331135 w 15732060"/>
              <a:gd name="connsiteY56" fmla="*/ 8791049 h 8839200"/>
              <a:gd name="connsiteX57" fmla="*/ 9349792 w 15732060"/>
              <a:gd name="connsiteY57" fmla="*/ 8772392 h 8839200"/>
              <a:gd name="connsiteX58" fmla="*/ 9333330 w 15732060"/>
              <a:gd name="connsiteY58" fmla="*/ 8753736 h 8839200"/>
              <a:gd name="connsiteX59" fmla="*/ 9333330 w 15732060"/>
              <a:gd name="connsiteY59" fmla="*/ 8363042 h 8839200"/>
              <a:gd name="connsiteX60" fmla="*/ 9282847 w 15732060"/>
              <a:gd name="connsiteY60" fmla="*/ 8312558 h 8839200"/>
              <a:gd name="connsiteX61" fmla="*/ 9281201 w 15732060"/>
              <a:gd name="connsiteY61" fmla="*/ 8287866 h 8839200"/>
              <a:gd name="connsiteX62" fmla="*/ 9268031 w 15732060"/>
              <a:gd name="connsiteY62" fmla="*/ 8282516 h 8839200"/>
              <a:gd name="connsiteX63" fmla="*/ 13399413 w 15732060"/>
              <a:gd name="connsiteY63" fmla="*/ 8163990 h 8839200"/>
              <a:gd name="connsiteX64" fmla="*/ 13386243 w 15732060"/>
              <a:gd name="connsiteY64" fmla="*/ 8169340 h 8839200"/>
              <a:gd name="connsiteX65" fmla="*/ 13386243 w 15732060"/>
              <a:gd name="connsiteY65" fmla="*/ 8195679 h 8839200"/>
              <a:gd name="connsiteX66" fmla="*/ 13410936 w 15732060"/>
              <a:gd name="connsiteY66" fmla="*/ 8197326 h 8839200"/>
              <a:gd name="connsiteX67" fmla="*/ 13824129 w 15732060"/>
              <a:gd name="connsiteY67" fmla="*/ 8610517 h 8839200"/>
              <a:gd name="connsiteX68" fmla="*/ 13824677 w 15732060"/>
              <a:gd name="connsiteY68" fmla="*/ 8610517 h 8839200"/>
              <a:gd name="connsiteX69" fmla="*/ 14476568 w 15732060"/>
              <a:gd name="connsiteY69" fmla="*/ 8611066 h 8839200"/>
              <a:gd name="connsiteX70" fmla="*/ 14643380 w 15732060"/>
              <a:gd name="connsiteY70" fmla="*/ 8777880 h 8839200"/>
              <a:gd name="connsiteX71" fmla="*/ 14645027 w 15732060"/>
              <a:gd name="connsiteY71" fmla="*/ 8802573 h 8839200"/>
              <a:gd name="connsiteX72" fmla="*/ 14671366 w 15732060"/>
              <a:gd name="connsiteY72" fmla="*/ 8802573 h 8839200"/>
              <a:gd name="connsiteX73" fmla="*/ 14671366 w 15732060"/>
              <a:gd name="connsiteY73" fmla="*/ 8776235 h 8839200"/>
              <a:gd name="connsiteX74" fmla="*/ 14646673 w 15732060"/>
              <a:gd name="connsiteY74" fmla="*/ 8774588 h 8839200"/>
              <a:gd name="connsiteX75" fmla="*/ 14479311 w 15732060"/>
              <a:gd name="connsiteY75" fmla="*/ 8607225 h 8839200"/>
              <a:gd name="connsiteX76" fmla="*/ 14478762 w 15732060"/>
              <a:gd name="connsiteY76" fmla="*/ 8607225 h 8839200"/>
              <a:gd name="connsiteX77" fmla="*/ 13826872 w 15732060"/>
              <a:gd name="connsiteY77" fmla="*/ 8606676 h 8839200"/>
              <a:gd name="connsiteX78" fmla="*/ 13414228 w 15732060"/>
              <a:gd name="connsiteY78" fmla="*/ 8194032 h 8839200"/>
              <a:gd name="connsiteX79" fmla="*/ 13412582 w 15732060"/>
              <a:gd name="connsiteY79" fmla="*/ 8169340 h 8839200"/>
              <a:gd name="connsiteX80" fmla="*/ 13399413 w 15732060"/>
              <a:gd name="connsiteY80" fmla="*/ 8163990 h 8839200"/>
              <a:gd name="connsiteX81" fmla="*/ 8317084 w 15732060"/>
              <a:gd name="connsiteY81" fmla="*/ 8068511 h 8839200"/>
              <a:gd name="connsiteX82" fmla="*/ 8303915 w 15732060"/>
              <a:gd name="connsiteY82" fmla="*/ 8073861 h 8839200"/>
              <a:gd name="connsiteX83" fmla="*/ 8303915 w 15732060"/>
              <a:gd name="connsiteY83" fmla="*/ 8100200 h 8839200"/>
              <a:gd name="connsiteX84" fmla="*/ 8328608 w 15732060"/>
              <a:gd name="connsiteY84" fmla="*/ 8101846 h 8839200"/>
              <a:gd name="connsiteX85" fmla="*/ 8425733 w 15732060"/>
              <a:gd name="connsiteY85" fmla="*/ 8198971 h 8839200"/>
              <a:gd name="connsiteX86" fmla="*/ 8426282 w 15732060"/>
              <a:gd name="connsiteY86" fmla="*/ 8198971 h 8839200"/>
              <a:gd name="connsiteX87" fmla="*/ 8649614 w 15732060"/>
              <a:gd name="connsiteY87" fmla="*/ 8199520 h 8839200"/>
              <a:gd name="connsiteX88" fmla="*/ 8891603 w 15732060"/>
              <a:gd name="connsiteY88" fmla="*/ 8441510 h 8839200"/>
              <a:gd name="connsiteX89" fmla="*/ 8891603 w 15732060"/>
              <a:gd name="connsiteY89" fmla="*/ 8753187 h 8839200"/>
              <a:gd name="connsiteX90" fmla="*/ 8875142 w 15732060"/>
              <a:gd name="connsiteY90" fmla="*/ 8771844 h 8839200"/>
              <a:gd name="connsiteX91" fmla="*/ 8893799 w 15732060"/>
              <a:gd name="connsiteY91" fmla="*/ 8790501 h 8839200"/>
              <a:gd name="connsiteX92" fmla="*/ 8912456 w 15732060"/>
              <a:gd name="connsiteY92" fmla="*/ 8771844 h 8839200"/>
              <a:gd name="connsiteX93" fmla="*/ 8907723 w 15732060"/>
              <a:gd name="connsiteY93" fmla="*/ 8759018 h 8839200"/>
              <a:gd name="connsiteX94" fmla="*/ 8896542 w 15732060"/>
              <a:gd name="connsiteY94" fmla="*/ 8753460 h 8839200"/>
              <a:gd name="connsiteX95" fmla="*/ 8896542 w 15732060"/>
              <a:gd name="connsiteY95" fmla="*/ 8753736 h 8839200"/>
              <a:gd name="connsiteX96" fmla="*/ 8895993 w 15732060"/>
              <a:gd name="connsiteY96" fmla="*/ 8753187 h 8839200"/>
              <a:gd name="connsiteX97" fmla="*/ 8896542 w 15732060"/>
              <a:gd name="connsiteY97" fmla="*/ 8753460 h 8839200"/>
              <a:gd name="connsiteX98" fmla="*/ 8896542 w 15732060"/>
              <a:gd name="connsiteY98" fmla="*/ 8439863 h 8839200"/>
              <a:gd name="connsiteX99" fmla="*/ 8652358 w 15732060"/>
              <a:gd name="connsiteY99" fmla="*/ 8195679 h 8839200"/>
              <a:gd name="connsiteX100" fmla="*/ 8651810 w 15732060"/>
              <a:gd name="connsiteY100" fmla="*/ 8195679 h 8839200"/>
              <a:gd name="connsiteX101" fmla="*/ 8428477 w 15732060"/>
              <a:gd name="connsiteY101" fmla="*/ 8195130 h 8839200"/>
              <a:gd name="connsiteX102" fmla="*/ 8331900 w 15732060"/>
              <a:gd name="connsiteY102" fmla="*/ 8098555 h 8839200"/>
              <a:gd name="connsiteX103" fmla="*/ 8330254 w 15732060"/>
              <a:gd name="connsiteY103" fmla="*/ 8073861 h 8839200"/>
              <a:gd name="connsiteX104" fmla="*/ 8317084 w 15732060"/>
              <a:gd name="connsiteY104" fmla="*/ 8068511 h 8839200"/>
              <a:gd name="connsiteX105" fmla="*/ 903206 w 15732060"/>
              <a:gd name="connsiteY105" fmla="*/ 7993746 h 8839200"/>
              <a:gd name="connsiteX106" fmla="*/ 884550 w 15732060"/>
              <a:gd name="connsiteY106" fmla="*/ 8010209 h 8839200"/>
              <a:gd name="connsiteX107" fmla="*/ 260646 w 15732060"/>
              <a:gd name="connsiteY107" fmla="*/ 8010209 h 8839200"/>
              <a:gd name="connsiteX108" fmla="*/ 133340 w 15732060"/>
              <a:gd name="connsiteY108" fmla="*/ 8137514 h 8839200"/>
              <a:gd name="connsiteX109" fmla="*/ 108648 w 15732060"/>
              <a:gd name="connsiteY109" fmla="*/ 8139160 h 8839200"/>
              <a:gd name="connsiteX110" fmla="*/ 108648 w 15732060"/>
              <a:gd name="connsiteY110" fmla="*/ 8165499 h 8839200"/>
              <a:gd name="connsiteX111" fmla="*/ 134986 w 15732060"/>
              <a:gd name="connsiteY111" fmla="*/ 8165499 h 8839200"/>
              <a:gd name="connsiteX112" fmla="*/ 136634 w 15732060"/>
              <a:gd name="connsiteY112" fmla="*/ 8140807 h 8839200"/>
              <a:gd name="connsiteX113" fmla="*/ 262840 w 15732060"/>
              <a:gd name="connsiteY113" fmla="*/ 8014598 h 8839200"/>
              <a:gd name="connsiteX114" fmla="*/ 884550 w 15732060"/>
              <a:gd name="connsiteY114" fmla="*/ 8014598 h 8839200"/>
              <a:gd name="connsiteX115" fmla="*/ 903206 w 15732060"/>
              <a:gd name="connsiteY115" fmla="*/ 8031060 h 8839200"/>
              <a:gd name="connsiteX116" fmla="*/ 921864 w 15732060"/>
              <a:gd name="connsiteY116" fmla="*/ 8012403 h 8839200"/>
              <a:gd name="connsiteX117" fmla="*/ 903206 w 15732060"/>
              <a:gd name="connsiteY117" fmla="*/ 7993746 h 8839200"/>
              <a:gd name="connsiteX118" fmla="*/ 4129185 w 15732060"/>
              <a:gd name="connsiteY118" fmla="*/ 7974541 h 8839200"/>
              <a:gd name="connsiteX119" fmla="*/ 4110528 w 15732060"/>
              <a:gd name="connsiteY119" fmla="*/ 7993198 h 8839200"/>
              <a:gd name="connsiteX120" fmla="*/ 4126990 w 15732060"/>
              <a:gd name="connsiteY120" fmla="*/ 8011855 h 8839200"/>
              <a:gd name="connsiteX121" fmla="*/ 4126990 w 15732060"/>
              <a:gd name="connsiteY121" fmla="*/ 8401452 h 8839200"/>
              <a:gd name="connsiteX122" fmla="*/ 3920119 w 15732060"/>
              <a:gd name="connsiteY122" fmla="*/ 8608323 h 8839200"/>
              <a:gd name="connsiteX123" fmla="*/ 3804337 w 15732060"/>
              <a:gd name="connsiteY123" fmla="*/ 8608323 h 8839200"/>
              <a:gd name="connsiteX124" fmla="*/ 3646852 w 15732060"/>
              <a:gd name="connsiteY124" fmla="*/ 8765808 h 8839200"/>
              <a:gd name="connsiteX125" fmla="*/ 3622159 w 15732060"/>
              <a:gd name="connsiteY125" fmla="*/ 8767454 h 8839200"/>
              <a:gd name="connsiteX126" fmla="*/ 3622159 w 15732060"/>
              <a:gd name="connsiteY126" fmla="*/ 8793793 h 8839200"/>
              <a:gd name="connsiteX127" fmla="*/ 3648498 w 15732060"/>
              <a:gd name="connsiteY127" fmla="*/ 8793793 h 8839200"/>
              <a:gd name="connsiteX128" fmla="*/ 3650144 w 15732060"/>
              <a:gd name="connsiteY128" fmla="*/ 8769101 h 8839200"/>
              <a:gd name="connsiteX129" fmla="*/ 3805984 w 15732060"/>
              <a:gd name="connsiteY129" fmla="*/ 8613261 h 8839200"/>
              <a:gd name="connsiteX130" fmla="*/ 3921766 w 15732060"/>
              <a:gd name="connsiteY130" fmla="*/ 8613261 h 8839200"/>
              <a:gd name="connsiteX131" fmla="*/ 4131380 w 15732060"/>
              <a:gd name="connsiteY131" fmla="*/ 8403648 h 8839200"/>
              <a:gd name="connsiteX132" fmla="*/ 4131380 w 15732060"/>
              <a:gd name="connsiteY132" fmla="*/ 8011855 h 8839200"/>
              <a:gd name="connsiteX133" fmla="*/ 4147842 w 15732060"/>
              <a:gd name="connsiteY133" fmla="*/ 7993198 h 8839200"/>
              <a:gd name="connsiteX134" fmla="*/ 4129185 w 15732060"/>
              <a:gd name="connsiteY134" fmla="*/ 7974541 h 8839200"/>
              <a:gd name="connsiteX135" fmla="*/ 9336828 w 15732060"/>
              <a:gd name="connsiteY135" fmla="*/ 7947997 h 8839200"/>
              <a:gd name="connsiteX136" fmla="*/ 9323453 w 15732060"/>
              <a:gd name="connsiteY136" fmla="*/ 7953141 h 8839200"/>
              <a:gd name="connsiteX137" fmla="*/ 9323453 w 15732060"/>
              <a:gd name="connsiteY137" fmla="*/ 7979480 h 8839200"/>
              <a:gd name="connsiteX138" fmla="*/ 9348147 w 15732060"/>
              <a:gd name="connsiteY138" fmla="*/ 7981126 h 8839200"/>
              <a:gd name="connsiteX139" fmla="*/ 9667506 w 15732060"/>
              <a:gd name="connsiteY139" fmla="*/ 8300486 h 8839200"/>
              <a:gd name="connsiteX140" fmla="*/ 9667506 w 15732060"/>
              <a:gd name="connsiteY140" fmla="*/ 8759772 h 8839200"/>
              <a:gd name="connsiteX141" fmla="*/ 9651044 w 15732060"/>
              <a:gd name="connsiteY141" fmla="*/ 8778429 h 8839200"/>
              <a:gd name="connsiteX142" fmla="*/ 9669701 w 15732060"/>
              <a:gd name="connsiteY142" fmla="*/ 8797086 h 8839200"/>
              <a:gd name="connsiteX143" fmla="*/ 9688358 w 15732060"/>
              <a:gd name="connsiteY143" fmla="*/ 8778429 h 8839200"/>
              <a:gd name="connsiteX144" fmla="*/ 9683626 w 15732060"/>
              <a:gd name="connsiteY144" fmla="*/ 8765603 h 8839200"/>
              <a:gd name="connsiteX145" fmla="*/ 9672445 w 15732060"/>
              <a:gd name="connsiteY145" fmla="*/ 8760045 h 8839200"/>
              <a:gd name="connsiteX146" fmla="*/ 9672445 w 15732060"/>
              <a:gd name="connsiteY146" fmla="*/ 8760321 h 8839200"/>
              <a:gd name="connsiteX147" fmla="*/ 9671897 w 15732060"/>
              <a:gd name="connsiteY147" fmla="*/ 8759772 h 8839200"/>
              <a:gd name="connsiteX148" fmla="*/ 9672445 w 15732060"/>
              <a:gd name="connsiteY148" fmla="*/ 8760045 h 8839200"/>
              <a:gd name="connsiteX149" fmla="*/ 9672445 w 15732060"/>
              <a:gd name="connsiteY149" fmla="*/ 8298840 h 8839200"/>
              <a:gd name="connsiteX150" fmla="*/ 9351439 w 15732060"/>
              <a:gd name="connsiteY150" fmla="*/ 7977834 h 8839200"/>
              <a:gd name="connsiteX151" fmla="*/ 9349792 w 15732060"/>
              <a:gd name="connsiteY151" fmla="*/ 7953141 h 8839200"/>
              <a:gd name="connsiteX152" fmla="*/ 9336828 w 15732060"/>
              <a:gd name="connsiteY152" fmla="*/ 7947997 h 8839200"/>
              <a:gd name="connsiteX153" fmla="*/ 7968642 w 15732060"/>
              <a:gd name="connsiteY153" fmla="*/ 7870832 h 8839200"/>
              <a:gd name="connsiteX154" fmla="*/ 7949984 w 15732060"/>
              <a:gd name="connsiteY154" fmla="*/ 7889488 h 8839200"/>
              <a:gd name="connsiteX155" fmla="*/ 7966447 w 15732060"/>
              <a:gd name="connsiteY155" fmla="*/ 7908145 h 8839200"/>
              <a:gd name="connsiteX156" fmla="*/ 7966447 w 15732060"/>
              <a:gd name="connsiteY156" fmla="*/ 8525465 h 8839200"/>
              <a:gd name="connsiteX157" fmla="*/ 7949984 w 15732060"/>
              <a:gd name="connsiteY157" fmla="*/ 8544122 h 8839200"/>
              <a:gd name="connsiteX158" fmla="*/ 7968642 w 15732060"/>
              <a:gd name="connsiteY158" fmla="*/ 8562779 h 8839200"/>
              <a:gd name="connsiteX159" fmla="*/ 7987298 w 15732060"/>
              <a:gd name="connsiteY159" fmla="*/ 8544122 h 8839200"/>
              <a:gd name="connsiteX160" fmla="*/ 7970837 w 15732060"/>
              <a:gd name="connsiteY160" fmla="*/ 8525465 h 8839200"/>
              <a:gd name="connsiteX161" fmla="*/ 7970837 w 15732060"/>
              <a:gd name="connsiteY161" fmla="*/ 7908145 h 8839200"/>
              <a:gd name="connsiteX162" fmla="*/ 7987298 w 15732060"/>
              <a:gd name="connsiteY162" fmla="*/ 7889488 h 8839200"/>
              <a:gd name="connsiteX163" fmla="*/ 7968642 w 15732060"/>
              <a:gd name="connsiteY163" fmla="*/ 7870832 h 8839200"/>
              <a:gd name="connsiteX164" fmla="*/ 4137965 w 15732060"/>
              <a:gd name="connsiteY164" fmla="*/ 7810060 h 8839200"/>
              <a:gd name="connsiteX165" fmla="*/ 4124796 w 15732060"/>
              <a:gd name="connsiteY165" fmla="*/ 7815410 h 8839200"/>
              <a:gd name="connsiteX166" fmla="*/ 4123149 w 15732060"/>
              <a:gd name="connsiteY166" fmla="*/ 7840103 h 8839200"/>
              <a:gd name="connsiteX167" fmla="*/ 4026024 w 15732060"/>
              <a:gd name="connsiteY167" fmla="*/ 7937228 h 8839200"/>
              <a:gd name="connsiteX168" fmla="*/ 4026024 w 15732060"/>
              <a:gd name="connsiteY168" fmla="*/ 8023926 h 8839200"/>
              <a:gd name="connsiteX169" fmla="*/ 3871282 w 15732060"/>
              <a:gd name="connsiteY169" fmla="*/ 8178669 h 8839200"/>
              <a:gd name="connsiteX170" fmla="*/ 3769218 w 15732060"/>
              <a:gd name="connsiteY170" fmla="*/ 8178669 h 8839200"/>
              <a:gd name="connsiteX171" fmla="*/ 3176592 w 15732060"/>
              <a:gd name="connsiteY171" fmla="*/ 8771295 h 8839200"/>
              <a:gd name="connsiteX172" fmla="*/ 3151898 w 15732060"/>
              <a:gd name="connsiteY172" fmla="*/ 8772941 h 8839200"/>
              <a:gd name="connsiteX173" fmla="*/ 3151898 w 15732060"/>
              <a:gd name="connsiteY173" fmla="*/ 8799281 h 8839200"/>
              <a:gd name="connsiteX174" fmla="*/ 3178238 w 15732060"/>
              <a:gd name="connsiteY174" fmla="*/ 8799281 h 8839200"/>
              <a:gd name="connsiteX175" fmla="*/ 3179883 w 15732060"/>
              <a:gd name="connsiteY175" fmla="*/ 8774588 h 8839200"/>
              <a:gd name="connsiteX176" fmla="*/ 3770865 w 15732060"/>
              <a:gd name="connsiteY176" fmla="*/ 8183607 h 8839200"/>
              <a:gd name="connsiteX177" fmla="*/ 3771414 w 15732060"/>
              <a:gd name="connsiteY177" fmla="*/ 8183058 h 8839200"/>
              <a:gd name="connsiteX178" fmla="*/ 3873478 w 15732060"/>
              <a:gd name="connsiteY178" fmla="*/ 8183058 h 8839200"/>
              <a:gd name="connsiteX179" fmla="*/ 4030963 w 15732060"/>
              <a:gd name="connsiteY179" fmla="*/ 8025573 h 8839200"/>
              <a:gd name="connsiteX180" fmla="*/ 4030963 w 15732060"/>
              <a:gd name="connsiteY180" fmla="*/ 7938874 h 8839200"/>
              <a:gd name="connsiteX181" fmla="*/ 4126441 w 15732060"/>
              <a:gd name="connsiteY181" fmla="*/ 7843396 h 8839200"/>
              <a:gd name="connsiteX182" fmla="*/ 4151134 w 15732060"/>
              <a:gd name="connsiteY182" fmla="*/ 7841749 h 8839200"/>
              <a:gd name="connsiteX183" fmla="*/ 4151134 w 15732060"/>
              <a:gd name="connsiteY183" fmla="*/ 7815410 h 8839200"/>
              <a:gd name="connsiteX184" fmla="*/ 4137965 w 15732060"/>
              <a:gd name="connsiteY184" fmla="*/ 7810060 h 8839200"/>
              <a:gd name="connsiteX185" fmla="*/ 6214904 w 15732060"/>
              <a:gd name="connsiteY185" fmla="*/ 7796754 h 8839200"/>
              <a:gd name="connsiteX186" fmla="*/ 6196247 w 15732060"/>
              <a:gd name="connsiteY186" fmla="*/ 7815410 h 8839200"/>
              <a:gd name="connsiteX187" fmla="*/ 6212710 w 15732060"/>
              <a:gd name="connsiteY187" fmla="*/ 7834067 h 8839200"/>
              <a:gd name="connsiteX188" fmla="*/ 6212710 w 15732060"/>
              <a:gd name="connsiteY188" fmla="*/ 8451386 h 8839200"/>
              <a:gd name="connsiteX189" fmla="*/ 6196247 w 15732060"/>
              <a:gd name="connsiteY189" fmla="*/ 8470043 h 8839200"/>
              <a:gd name="connsiteX190" fmla="*/ 6214904 w 15732060"/>
              <a:gd name="connsiteY190" fmla="*/ 8488700 h 8839200"/>
              <a:gd name="connsiteX191" fmla="*/ 6233560 w 15732060"/>
              <a:gd name="connsiteY191" fmla="*/ 8470043 h 8839200"/>
              <a:gd name="connsiteX192" fmla="*/ 6217099 w 15732060"/>
              <a:gd name="connsiteY192" fmla="*/ 8451386 h 8839200"/>
              <a:gd name="connsiteX193" fmla="*/ 6217099 w 15732060"/>
              <a:gd name="connsiteY193" fmla="*/ 7834067 h 8839200"/>
              <a:gd name="connsiteX194" fmla="*/ 6233560 w 15732060"/>
              <a:gd name="connsiteY194" fmla="*/ 7815410 h 8839200"/>
              <a:gd name="connsiteX195" fmla="*/ 6214904 w 15732060"/>
              <a:gd name="connsiteY195" fmla="*/ 7796754 h 8839200"/>
              <a:gd name="connsiteX196" fmla="*/ 2332097 w 15732060"/>
              <a:gd name="connsiteY196" fmla="*/ 7787974 h 8839200"/>
              <a:gd name="connsiteX197" fmla="*/ 2313440 w 15732060"/>
              <a:gd name="connsiteY197" fmla="*/ 7804435 h 8839200"/>
              <a:gd name="connsiteX198" fmla="*/ 1924392 w 15732060"/>
              <a:gd name="connsiteY198" fmla="*/ 7804435 h 8839200"/>
              <a:gd name="connsiteX199" fmla="*/ 1688987 w 15732060"/>
              <a:gd name="connsiteY199" fmla="*/ 8039840 h 8839200"/>
              <a:gd name="connsiteX200" fmla="*/ 1327375 w 15732060"/>
              <a:gd name="connsiteY200" fmla="*/ 8039840 h 8839200"/>
              <a:gd name="connsiteX201" fmla="*/ 596468 w 15732060"/>
              <a:gd name="connsiteY201" fmla="*/ 8770747 h 8839200"/>
              <a:gd name="connsiteX202" fmla="*/ 571774 w 15732060"/>
              <a:gd name="connsiteY202" fmla="*/ 8772392 h 8839200"/>
              <a:gd name="connsiteX203" fmla="*/ 571774 w 15732060"/>
              <a:gd name="connsiteY203" fmla="*/ 8798732 h 8839200"/>
              <a:gd name="connsiteX204" fmla="*/ 598114 w 15732060"/>
              <a:gd name="connsiteY204" fmla="*/ 8798732 h 8839200"/>
              <a:gd name="connsiteX205" fmla="*/ 599760 w 15732060"/>
              <a:gd name="connsiteY205" fmla="*/ 8774039 h 8839200"/>
              <a:gd name="connsiteX206" fmla="*/ 1329570 w 15732060"/>
              <a:gd name="connsiteY206" fmla="*/ 8044230 h 8839200"/>
              <a:gd name="connsiteX207" fmla="*/ 1691182 w 15732060"/>
              <a:gd name="connsiteY207" fmla="*/ 8044230 h 8839200"/>
              <a:gd name="connsiteX208" fmla="*/ 1926586 w 15732060"/>
              <a:gd name="connsiteY208" fmla="*/ 7808826 h 8839200"/>
              <a:gd name="connsiteX209" fmla="*/ 2313440 w 15732060"/>
              <a:gd name="connsiteY209" fmla="*/ 7808826 h 8839200"/>
              <a:gd name="connsiteX210" fmla="*/ 2332097 w 15732060"/>
              <a:gd name="connsiteY210" fmla="*/ 7825287 h 8839200"/>
              <a:gd name="connsiteX211" fmla="*/ 2350754 w 15732060"/>
              <a:gd name="connsiteY211" fmla="*/ 7806630 h 8839200"/>
              <a:gd name="connsiteX212" fmla="*/ 2332097 w 15732060"/>
              <a:gd name="connsiteY212" fmla="*/ 7787974 h 8839200"/>
              <a:gd name="connsiteX213" fmla="*/ 5800614 w 15732060"/>
              <a:gd name="connsiteY213" fmla="*/ 7665744 h 8839200"/>
              <a:gd name="connsiteX214" fmla="*/ 5787444 w 15732060"/>
              <a:gd name="connsiteY214" fmla="*/ 7671094 h 8839200"/>
              <a:gd name="connsiteX215" fmla="*/ 5785798 w 15732060"/>
              <a:gd name="connsiteY215" fmla="*/ 7695788 h 8839200"/>
              <a:gd name="connsiteX216" fmla="*/ 5719401 w 15732060"/>
              <a:gd name="connsiteY216" fmla="*/ 7762183 h 8839200"/>
              <a:gd name="connsiteX217" fmla="*/ 5719401 w 15732060"/>
              <a:gd name="connsiteY217" fmla="*/ 8747700 h 8839200"/>
              <a:gd name="connsiteX218" fmla="*/ 5702940 w 15732060"/>
              <a:gd name="connsiteY218" fmla="*/ 8766357 h 8839200"/>
              <a:gd name="connsiteX219" fmla="*/ 5721596 w 15732060"/>
              <a:gd name="connsiteY219" fmla="*/ 8785014 h 8839200"/>
              <a:gd name="connsiteX220" fmla="*/ 5740254 w 15732060"/>
              <a:gd name="connsiteY220" fmla="*/ 8766357 h 8839200"/>
              <a:gd name="connsiteX221" fmla="*/ 5723792 w 15732060"/>
              <a:gd name="connsiteY221" fmla="*/ 8747700 h 8839200"/>
              <a:gd name="connsiteX222" fmla="*/ 5723792 w 15732060"/>
              <a:gd name="connsiteY222" fmla="*/ 7764379 h 8839200"/>
              <a:gd name="connsiteX223" fmla="*/ 5789090 w 15732060"/>
              <a:gd name="connsiteY223" fmla="*/ 7699079 h 8839200"/>
              <a:gd name="connsiteX224" fmla="*/ 5813784 w 15732060"/>
              <a:gd name="connsiteY224" fmla="*/ 7697433 h 8839200"/>
              <a:gd name="connsiteX225" fmla="*/ 5813784 w 15732060"/>
              <a:gd name="connsiteY225" fmla="*/ 7671094 h 8839200"/>
              <a:gd name="connsiteX226" fmla="*/ 5800614 w 15732060"/>
              <a:gd name="connsiteY226" fmla="*/ 7665744 h 8839200"/>
              <a:gd name="connsiteX227" fmla="*/ 14789891 w 15732060"/>
              <a:gd name="connsiteY227" fmla="*/ 7554901 h 8839200"/>
              <a:gd name="connsiteX228" fmla="*/ 14776722 w 15732060"/>
              <a:gd name="connsiteY228" fmla="*/ 7560251 h 8839200"/>
              <a:gd name="connsiteX229" fmla="*/ 14776722 w 15732060"/>
              <a:gd name="connsiteY229" fmla="*/ 7586590 h 8839200"/>
              <a:gd name="connsiteX230" fmla="*/ 14801415 w 15732060"/>
              <a:gd name="connsiteY230" fmla="*/ 7588236 h 8839200"/>
              <a:gd name="connsiteX231" fmla="*/ 14851349 w 15732060"/>
              <a:gd name="connsiteY231" fmla="*/ 7638170 h 8839200"/>
              <a:gd name="connsiteX232" fmla="*/ 14851898 w 15732060"/>
              <a:gd name="connsiteY232" fmla="*/ 7638170 h 8839200"/>
              <a:gd name="connsiteX233" fmla="*/ 15503787 w 15732060"/>
              <a:gd name="connsiteY233" fmla="*/ 7638719 h 8839200"/>
              <a:gd name="connsiteX234" fmla="*/ 15670602 w 15732060"/>
              <a:gd name="connsiteY234" fmla="*/ 7805533 h 8839200"/>
              <a:gd name="connsiteX235" fmla="*/ 15672247 w 15732060"/>
              <a:gd name="connsiteY235" fmla="*/ 7830226 h 8839200"/>
              <a:gd name="connsiteX236" fmla="*/ 15698586 w 15732060"/>
              <a:gd name="connsiteY236" fmla="*/ 7830226 h 8839200"/>
              <a:gd name="connsiteX237" fmla="*/ 15698586 w 15732060"/>
              <a:gd name="connsiteY237" fmla="*/ 7803887 h 8839200"/>
              <a:gd name="connsiteX238" fmla="*/ 15673894 w 15732060"/>
              <a:gd name="connsiteY238" fmla="*/ 7802241 h 8839200"/>
              <a:gd name="connsiteX239" fmla="*/ 15506531 w 15732060"/>
              <a:gd name="connsiteY239" fmla="*/ 7634879 h 8839200"/>
              <a:gd name="connsiteX240" fmla="*/ 15505984 w 15732060"/>
              <a:gd name="connsiteY240" fmla="*/ 7634879 h 8839200"/>
              <a:gd name="connsiteX241" fmla="*/ 14854093 w 15732060"/>
              <a:gd name="connsiteY241" fmla="*/ 7634329 h 8839200"/>
              <a:gd name="connsiteX242" fmla="*/ 14804707 w 15732060"/>
              <a:gd name="connsiteY242" fmla="*/ 7584944 h 8839200"/>
              <a:gd name="connsiteX243" fmla="*/ 14803061 w 15732060"/>
              <a:gd name="connsiteY243" fmla="*/ 7560251 h 8839200"/>
              <a:gd name="connsiteX244" fmla="*/ 14789891 w 15732060"/>
              <a:gd name="connsiteY244" fmla="*/ 7554901 h 8839200"/>
              <a:gd name="connsiteX245" fmla="*/ 9237851 w 15732060"/>
              <a:gd name="connsiteY245" fmla="*/ 7538988 h 8839200"/>
              <a:gd name="connsiteX246" fmla="*/ 9224682 w 15732060"/>
              <a:gd name="connsiteY246" fmla="*/ 7544338 h 8839200"/>
              <a:gd name="connsiteX247" fmla="*/ 9224682 w 15732060"/>
              <a:gd name="connsiteY247" fmla="*/ 7570677 h 8839200"/>
              <a:gd name="connsiteX248" fmla="*/ 9249376 w 15732060"/>
              <a:gd name="connsiteY248" fmla="*/ 7572323 h 8839200"/>
              <a:gd name="connsiteX249" fmla="*/ 9346500 w 15732060"/>
              <a:gd name="connsiteY249" fmla="*/ 7669448 h 8839200"/>
              <a:gd name="connsiteX250" fmla="*/ 9347048 w 15732060"/>
              <a:gd name="connsiteY250" fmla="*/ 7669448 h 8839200"/>
              <a:gd name="connsiteX251" fmla="*/ 9570382 w 15732060"/>
              <a:gd name="connsiteY251" fmla="*/ 7669996 h 8839200"/>
              <a:gd name="connsiteX252" fmla="*/ 9755303 w 15732060"/>
              <a:gd name="connsiteY252" fmla="*/ 7854919 h 8839200"/>
              <a:gd name="connsiteX253" fmla="*/ 9756949 w 15732060"/>
              <a:gd name="connsiteY253" fmla="*/ 7879611 h 8839200"/>
              <a:gd name="connsiteX254" fmla="*/ 9783288 w 15732060"/>
              <a:gd name="connsiteY254" fmla="*/ 7879611 h 8839200"/>
              <a:gd name="connsiteX255" fmla="*/ 9783288 w 15732060"/>
              <a:gd name="connsiteY255" fmla="*/ 7853272 h 8839200"/>
              <a:gd name="connsiteX256" fmla="*/ 9758595 w 15732060"/>
              <a:gd name="connsiteY256" fmla="*/ 7851626 h 8839200"/>
              <a:gd name="connsiteX257" fmla="*/ 9573126 w 15732060"/>
              <a:gd name="connsiteY257" fmla="*/ 7666156 h 8839200"/>
              <a:gd name="connsiteX258" fmla="*/ 9572577 w 15732060"/>
              <a:gd name="connsiteY258" fmla="*/ 7666156 h 8839200"/>
              <a:gd name="connsiteX259" fmla="*/ 9349244 w 15732060"/>
              <a:gd name="connsiteY259" fmla="*/ 7665608 h 8839200"/>
              <a:gd name="connsiteX260" fmla="*/ 9252667 w 15732060"/>
              <a:gd name="connsiteY260" fmla="*/ 7569031 h 8839200"/>
              <a:gd name="connsiteX261" fmla="*/ 9251021 w 15732060"/>
              <a:gd name="connsiteY261" fmla="*/ 7544338 h 8839200"/>
              <a:gd name="connsiteX262" fmla="*/ 9237851 w 15732060"/>
              <a:gd name="connsiteY262" fmla="*/ 7538988 h 8839200"/>
              <a:gd name="connsiteX263" fmla="*/ 4765711 w 15732060"/>
              <a:gd name="connsiteY263" fmla="*/ 7500028 h 8839200"/>
              <a:gd name="connsiteX264" fmla="*/ 4752542 w 15732060"/>
              <a:gd name="connsiteY264" fmla="*/ 7505378 h 8839200"/>
              <a:gd name="connsiteX265" fmla="*/ 4750895 w 15732060"/>
              <a:gd name="connsiteY265" fmla="*/ 7530071 h 8839200"/>
              <a:gd name="connsiteX266" fmla="*/ 4653770 w 15732060"/>
              <a:gd name="connsiteY266" fmla="*/ 7627196 h 8839200"/>
              <a:gd name="connsiteX267" fmla="*/ 4653770 w 15732060"/>
              <a:gd name="connsiteY267" fmla="*/ 8470043 h 8839200"/>
              <a:gd name="connsiteX268" fmla="*/ 4499028 w 15732060"/>
              <a:gd name="connsiteY268" fmla="*/ 8624785 h 8839200"/>
              <a:gd name="connsiteX269" fmla="*/ 4302584 w 15732060"/>
              <a:gd name="connsiteY269" fmla="*/ 8624785 h 8839200"/>
              <a:gd name="connsiteX270" fmla="*/ 4153878 w 15732060"/>
              <a:gd name="connsiteY270" fmla="*/ 8773491 h 8839200"/>
              <a:gd name="connsiteX271" fmla="*/ 4129185 w 15732060"/>
              <a:gd name="connsiteY271" fmla="*/ 8775136 h 8839200"/>
              <a:gd name="connsiteX272" fmla="*/ 4129185 w 15732060"/>
              <a:gd name="connsiteY272" fmla="*/ 8801475 h 8839200"/>
              <a:gd name="connsiteX273" fmla="*/ 4155524 w 15732060"/>
              <a:gd name="connsiteY273" fmla="*/ 8801475 h 8839200"/>
              <a:gd name="connsiteX274" fmla="*/ 4157170 w 15732060"/>
              <a:gd name="connsiteY274" fmla="*/ 8776783 h 8839200"/>
              <a:gd name="connsiteX275" fmla="*/ 4304778 w 15732060"/>
              <a:gd name="connsiteY275" fmla="*/ 8629174 h 8839200"/>
              <a:gd name="connsiteX276" fmla="*/ 4501224 w 15732060"/>
              <a:gd name="connsiteY276" fmla="*/ 8629174 h 8839200"/>
              <a:gd name="connsiteX277" fmla="*/ 4658709 w 15732060"/>
              <a:gd name="connsiteY277" fmla="*/ 8471690 h 8839200"/>
              <a:gd name="connsiteX278" fmla="*/ 4658709 w 15732060"/>
              <a:gd name="connsiteY278" fmla="*/ 7628842 h 8839200"/>
              <a:gd name="connsiteX279" fmla="*/ 4754188 w 15732060"/>
              <a:gd name="connsiteY279" fmla="*/ 7533364 h 8839200"/>
              <a:gd name="connsiteX280" fmla="*/ 4778880 w 15732060"/>
              <a:gd name="connsiteY280" fmla="*/ 7531717 h 8839200"/>
              <a:gd name="connsiteX281" fmla="*/ 4778880 w 15732060"/>
              <a:gd name="connsiteY281" fmla="*/ 7505378 h 8839200"/>
              <a:gd name="connsiteX282" fmla="*/ 4765711 w 15732060"/>
              <a:gd name="connsiteY282" fmla="*/ 7500028 h 8839200"/>
              <a:gd name="connsiteX283" fmla="*/ 7883040 w 15732060"/>
              <a:gd name="connsiteY283" fmla="*/ 7437473 h 8839200"/>
              <a:gd name="connsiteX284" fmla="*/ 7869870 w 15732060"/>
              <a:gd name="connsiteY284" fmla="*/ 7442823 h 8839200"/>
              <a:gd name="connsiteX285" fmla="*/ 7869870 w 15732060"/>
              <a:gd name="connsiteY285" fmla="*/ 7443372 h 8839200"/>
              <a:gd name="connsiteX286" fmla="*/ 7868224 w 15732060"/>
              <a:gd name="connsiteY286" fmla="*/ 7468065 h 8839200"/>
              <a:gd name="connsiteX287" fmla="*/ 7801828 w 15732060"/>
              <a:gd name="connsiteY287" fmla="*/ 7534461 h 8839200"/>
              <a:gd name="connsiteX288" fmla="*/ 7801828 w 15732060"/>
              <a:gd name="connsiteY288" fmla="*/ 8728495 h 8839200"/>
              <a:gd name="connsiteX289" fmla="*/ 7785366 w 15732060"/>
              <a:gd name="connsiteY289" fmla="*/ 8747152 h 8839200"/>
              <a:gd name="connsiteX290" fmla="*/ 7804024 w 15732060"/>
              <a:gd name="connsiteY290" fmla="*/ 8765808 h 8839200"/>
              <a:gd name="connsiteX291" fmla="*/ 7822680 w 15732060"/>
              <a:gd name="connsiteY291" fmla="*/ 8747152 h 8839200"/>
              <a:gd name="connsiteX292" fmla="*/ 7806218 w 15732060"/>
              <a:gd name="connsiteY292" fmla="*/ 8728495 h 8839200"/>
              <a:gd name="connsiteX293" fmla="*/ 7806218 w 15732060"/>
              <a:gd name="connsiteY293" fmla="*/ 7536107 h 8839200"/>
              <a:gd name="connsiteX294" fmla="*/ 7871518 w 15732060"/>
              <a:gd name="connsiteY294" fmla="*/ 7470809 h 8839200"/>
              <a:gd name="connsiteX295" fmla="*/ 7896210 w 15732060"/>
              <a:gd name="connsiteY295" fmla="*/ 7469162 h 8839200"/>
              <a:gd name="connsiteX296" fmla="*/ 7896210 w 15732060"/>
              <a:gd name="connsiteY296" fmla="*/ 7442823 h 8839200"/>
              <a:gd name="connsiteX297" fmla="*/ 7883040 w 15732060"/>
              <a:gd name="connsiteY297" fmla="*/ 7437473 h 8839200"/>
              <a:gd name="connsiteX298" fmla="*/ 4495736 w 15732060"/>
              <a:gd name="connsiteY298" fmla="*/ 7399062 h 8839200"/>
              <a:gd name="connsiteX299" fmla="*/ 4482566 w 15732060"/>
              <a:gd name="connsiteY299" fmla="*/ 7404412 h 8839200"/>
              <a:gd name="connsiteX300" fmla="*/ 4480920 w 15732060"/>
              <a:gd name="connsiteY300" fmla="*/ 7429105 h 8839200"/>
              <a:gd name="connsiteX301" fmla="*/ 4359651 w 15732060"/>
              <a:gd name="connsiteY301" fmla="*/ 7550374 h 8839200"/>
              <a:gd name="connsiteX302" fmla="*/ 4359651 w 15732060"/>
              <a:gd name="connsiteY302" fmla="*/ 8397062 h 8839200"/>
              <a:gd name="connsiteX303" fmla="*/ 4343190 w 15732060"/>
              <a:gd name="connsiteY303" fmla="*/ 8415718 h 8839200"/>
              <a:gd name="connsiteX304" fmla="*/ 4361846 w 15732060"/>
              <a:gd name="connsiteY304" fmla="*/ 8434376 h 8839200"/>
              <a:gd name="connsiteX305" fmla="*/ 4380503 w 15732060"/>
              <a:gd name="connsiteY305" fmla="*/ 8415718 h 8839200"/>
              <a:gd name="connsiteX306" fmla="*/ 4364041 w 15732060"/>
              <a:gd name="connsiteY306" fmla="*/ 8397062 h 8839200"/>
              <a:gd name="connsiteX307" fmla="*/ 4364041 w 15732060"/>
              <a:gd name="connsiteY307" fmla="*/ 7552569 h 8839200"/>
              <a:gd name="connsiteX308" fmla="*/ 4484212 w 15732060"/>
              <a:gd name="connsiteY308" fmla="*/ 7432398 h 8839200"/>
              <a:gd name="connsiteX309" fmla="*/ 4508906 w 15732060"/>
              <a:gd name="connsiteY309" fmla="*/ 7430751 h 8839200"/>
              <a:gd name="connsiteX310" fmla="*/ 4508906 w 15732060"/>
              <a:gd name="connsiteY310" fmla="*/ 7404412 h 8839200"/>
              <a:gd name="connsiteX311" fmla="*/ 4495736 w 15732060"/>
              <a:gd name="connsiteY311" fmla="*/ 7399062 h 8839200"/>
              <a:gd name="connsiteX312" fmla="*/ 13091026 w 15732060"/>
              <a:gd name="connsiteY312" fmla="*/ 7353928 h 8839200"/>
              <a:gd name="connsiteX313" fmla="*/ 13072370 w 15732060"/>
              <a:gd name="connsiteY313" fmla="*/ 7372586 h 8839200"/>
              <a:gd name="connsiteX314" fmla="*/ 13091026 w 15732060"/>
              <a:gd name="connsiteY314" fmla="*/ 7391243 h 8839200"/>
              <a:gd name="connsiteX315" fmla="*/ 13109683 w 15732060"/>
              <a:gd name="connsiteY315" fmla="*/ 7374781 h 8839200"/>
              <a:gd name="connsiteX316" fmla="*/ 13554153 w 15732060"/>
              <a:gd name="connsiteY316" fmla="*/ 7374781 h 8839200"/>
              <a:gd name="connsiteX317" fmla="*/ 13897658 w 15732060"/>
              <a:gd name="connsiteY317" fmla="*/ 7718285 h 8839200"/>
              <a:gd name="connsiteX318" fmla="*/ 13898207 w 15732060"/>
              <a:gd name="connsiteY318" fmla="*/ 7718285 h 8839200"/>
              <a:gd name="connsiteX319" fmla="*/ 14586862 w 15732060"/>
              <a:gd name="connsiteY319" fmla="*/ 7718833 h 8839200"/>
              <a:gd name="connsiteX320" fmla="*/ 15130652 w 15732060"/>
              <a:gd name="connsiteY320" fmla="*/ 8262624 h 8839200"/>
              <a:gd name="connsiteX321" fmla="*/ 15131201 w 15732060"/>
              <a:gd name="connsiteY321" fmla="*/ 8262624 h 8839200"/>
              <a:gd name="connsiteX322" fmla="*/ 15676637 w 15732060"/>
              <a:gd name="connsiteY322" fmla="*/ 8263173 h 8839200"/>
              <a:gd name="connsiteX323" fmla="*/ 15695295 w 15732060"/>
              <a:gd name="connsiteY323" fmla="*/ 8279635 h 8839200"/>
              <a:gd name="connsiteX324" fmla="*/ 15713951 w 15732060"/>
              <a:gd name="connsiteY324" fmla="*/ 8260978 h 8839200"/>
              <a:gd name="connsiteX325" fmla="*/ 15695295 w 15732060"/>
              <a:gd name="connsiteY325" fmla="*/ 8242320 h 8839200"/>
              <a:gd name="connsiteX326" fmla="*/ 15676637 w 15732060"/>
              <a:gd name="connsiteY326" fmla="*/ 8258783 h 8839200"/>
              <a:gd name="connsiteX327" fmla="*/ 15133396 w 15732060"/>
              <a:gd name="connsiteY327" fmla="*/ 8258783 h 8839200"/>
              <a:gd name="connsiteX328" fmla="*/ 14589606 w 15732060"/>
              <a:gd name="connsiteY328" fmla="*/ 7714993 h 8839200"/>
              <a:gd name="connsiteX329" fmla="*/ 14589057 w 15732060"/>
              <a:gd name="connsiteY329" fmla="*/ 7714993 h 8839200"/>
              <a:gd name="connsiteX330" fmla="*/ 13900401 w 15732060"/>
              <a:gd name="connsiteY330" fmla="*/ 7714444 h 8839200"/>
              <a:gd name="connsiteX331" fmla="*/ 13556897 w 15732060"/>
              <a:gd name="connsiteY331" fmla="*/ 7370939 h 8839200"/>
              <a:gd name="connsiteX332" fmla="*/ 13556349 w 15732060"/>
              <a:gd name="connsiteY332" fmla="*/ 7370939 h 8839200"/>
              <a:gd name="connsiteX333" fmla="*/ 13109683 w 15732060"/>
              <a:gd name="connsiteY333" fmla="*/ 7370391 h 8839200"/>
              <a:gd name="connsiteX334" fmla="*/ 13091026 w 15732060"/>
              <a:gd name="connsiteY334" fmla="*/ 7353928 h 8839200"/>
              <a:gd name="connsiteX335" fmla="*/ 5186037 w 15732060"/>
              <a:gd name="connsiteY335" fmla="*/ 7283829 h 8839200"/>
              <a:gd name="connsiteX336" fmla="*/ 5172868 w 15732060"/>
              <a:gd name="connsiteY336" fmla="*/ 7289180 h 8839200"/>
              <a:gd name="connsiteX337" fmla="*/ 5171222 w 15732060"/>
              <a:gd name="connsiteY337" fmla="*/ 7313872 h 8839200"/>
              <a:gd name="connsiteX338" fmla="*/ 5074096 w 15732060"/>
              <a:gd name="connsiteY338" fmla="*/ 7410997 h 8839200"/>
              <a:gd name="connsiteX339" fmla="*/ 5074096 w 15732060"/>
              <a:gd name="connsiteY339" fmla="*/ 8546316 h 8839200"/>
              <a:gd name="connsiteX340" fmla="*/ 4859544 w 15732060"/>
              <a:gd name="connsiteY340" fmla="*/ 8760869 h 8839200"/>
              <a:gd name="connsiteX341" fmla="*/ 4834851 w 15732060"/>
              <a:gd name="connsiteY341" fmla="*/ 8762516 h 8839200"/>
              <a:gd name="connsiteX342" fmla="*/ 4834851 w 15732060"/>
              <a:gd name="connsiteY342" fmla="*/ 8788855 h 8839200"/>
              <a:gd name="connsiteX343" fmla="*/ 4861189 w 15732060"/>
              <a:gd name="connsiteY343" fmla="*/ 8788855 h 8839200"/>
              <a:gd name="connsiteX344" fmla="*/ 4862836 w 15732060"/>
              <a:gd name="connsiteY344" fmla="*/ 8764162 h 8839200"/>
              <a:gd name="connsiteX345" fmla="*/ 5079034 w 15732060"/>
              <a:gd name="connsiteY345" fmla="*/ 8547962 h 8839200"/>
              <a:gd name="connsiteX346" fmla="*/ 5079034 w 15732060"/>
              <a:gd name="connsiteY346" fmla="*/ 7412643 h 8839200"/>
              <a:gd name="connsiteX347" fmla="*/ 5174514 w 15732060"/>
              <a:gd name="connsiteY347" fmla="*/ 7317164 h 8839200"/>
              <a:gd name="connsiteX348" fmla="*/ 5199206 w 15732060"/>
              <a:gd name="connsiteY348" fmla="*/ 7315518 h 8839200"/>
              <a:gd name="connsiteX349" fmla="*/ 5199206 w 15732060"/>
              <a:gd name="connsiteY349" fmla="*/ 7289180 h 8839200"/>
              <a:gd name="connsiteX350" fmla="*/ 5186037 w 15732060"/>
              <a:gd name="connsiteY350" fmla="*/ 7283829 h 8839200"/>
              <a:gd name="connsiteX351" fmla="*/ 11921685 w 15732060"/>
              <a:gd name="connsiteY351" fmla="*/ 7261331 h 8839200"/>
              <a:gd name="connsiteX352" fmla="*/ 11908516 w 15732060"/>
              <a:gd name="connsiteY352" fmla="*/ 7266681 h 8839200"/>
              <a:gd name="connsiteX353" fmla="*/ 11908516 w 15732060"/>
              <a:gd name="connsiteY353" fmla="*/ 7293020 h 8839200"/>
              <a:gd name="connsiteX354" fmla="*/ 11933209 w 15732060"/>
              <a:gd name="connsiteY354" fmla="*/ 7294666 h 8839200"/>
              <a:gd name="connsiteX355" fmla="*/ 12029785 w 15732060"/>
              <a:gd name="connsiteY355" fmla="*/ 7391243 h 8839200"/>
              <a:gd name="connsiteX356" fmla="*/ 12029785 w 15732060"/>
              <a:gd name="connsiteY356" fmla="*/ 7614575 h 8839200"/>
              <a:gd name="connsiteX357" fmla="*/ 12427614 w 15732060"/>
              <a:gd name="connsiteY357" fmla="*/ 8012403 h 8839200"/>
              <a:gd name="connsiteX358" fmla="*/ 12428162 w 15732060"/>
              <a:gd name="connsiteY358" fmla="*/ 8012403 h 8839200"/>
              <a:gd name="connsiteX359" fmla="*/ 12693747 w 15732060"/>
              <a:gd name="connsiteY359" fmla="*/ 8012952 h 8839200"/>
              <a:gd name="connsiteX360" fmla="*/ 13437823 w 15732060"/>
              <a:gd name="connsiteY360" fmla="*/ 8757029 h 8839200"/>
              <a:gd name="connsiteX361" fmla="*/ 13439470 w 15732060"/>
              <a:gd name="connsiteY361" fmla="*/ 8781721 h 8839200"/>
              <a:gd name="connsiteX362" fmla="*/ 13465809 w 15732060"/>
              <a:gd name="connsiteY362" fmla="*/ 8781721 h 8839200"/>
              <a:gd name="connsiteX363" fmla="*/ 13465809 w 15732060"/>
              <a:gd name="connsiteY363" fmla="*/ 8755382 h 8839200"/>
              <a:gd name="connsiteX364" fmla="*/ 13441116 w 15732060"/>
              <a:gd name="connsiteY364" fmla="*/ 8753736 h 8839200"/>
              <a:gd name="connsiteX365" fmla="*/ 13440567 w 15732060"/>
              <a:gd name="connsiteY365" fmla="*/ 8753187 h 8839200"/>
              <a:gd name="connsiteX366" fmla="*/ 12695941 w 15732060"/>
              <a:gd name="connsiteY366" fmla="*/ 8008563 h 8839200"/>
              <a:gd name="connsiteX367" fmla="*/ 12695393 w 15732060"/>
              <a:gd name="connsiteY367" fmla="*/ 8008563 h 8839200"/>
              <a:gd name="connsiteX368" fmla="*/ 12429809 w 15732060"/>
              <a:gd name="connsiteY368" fmla="*/ 8008014 h 8839200"/>
              <a:gd name="connsiteX369" fmla="*/ 12034174 w 15732060"/>
              <a:gd name="connsiteY369" fmla="*/ 7612380 h 8839200"/>
              <a:gd name="connsiteX370" fmla="*/ 12034174 w 15732060"/>
              <a:gd name="connsiteY370" fmla="*/ 7389048 h 8839200"/>
              <a:gd name="connsiteX371" fmla="*/ 11936501 w 15732060"/>
              <a:gd name="connsiteY371" fmla="*/ 7291374 h 8839200"/>
              <a:gd name="connsiteX372" fmla="*/ 11934855 w 15732060"/>
              <a:gd name="connsiteY372" fmla="*/ 7266681 h 8839200"/>
              <a:gd name="connsiteX373" fmla="*/ 11921685 w 15732060"/>
              <a:gd name="connsiteY373" fmla="*/ 7261331 h 8839200"/>
              <a:gd name="connsiteX374" fmla="*/ 10926291 w 15732060"/>
              <a:gd name="connsiteY374" fmla="*/ 7069825 h 8839200"/>
              <a:gd name="connsiteX375" fmla="*/ 10913121 w 15732060"/>
              <a:gd name="connsiteY375" fmla="*/ 7075175 h 8839200"/>
              <a:gd name="connsiteX376" fmla="*/ 10913121 w 15732060"/>
              <a:gd name="connsiteY376" fmla="*/ 7101513 h 8839200"/>
              <a:gd name="connsiteX377" fmla="*/ 10937814 w 15732060"/>
              <a:gd name="connsiteY377" fmla="*/ 7103160 h 8839200"/>
              <a:gd name="connsiteX378" fmla="*/ 11034391 w 15732060"/>
              <a:gd name="connsiteY378" fmla="*/ 7199737 h 8839200"/>
              <a:gd name="connsiteX379" fmla="*/ 11034391 w 15732060"/>
              <a:gd name="connsiteY379" fmla="*/ 7423069 h 8839200"/>
              <a:gd name="connsiteX380" fmla="*/ 11431671 w 15732060"/>
              <a:gd name="connsiteY380" fmla="*/ 7820348 h 8839200"/>
              <a:gd name="connsiteX381" fmla="*/ 11431671 w 15732060"/>
              <a:gd name="connsiteY381" fmla="*/ 7986614 h 8839200"/>
              <a:gd name="connsiteX382" fmla="*/ 12207024 w 15732060"/>
              <a:gd name="connsiteY382" fmla="*/ 8761966 h 8839200"/>
              <a:gd name="connsiteX383" fmla="*/ 12208671 w 15732060"/>
              <a:gd name="connsiteY383" fmla="*/ 8786660 h 8839200"/>
              <a:gd name="connsiteX384" fmla="*/ 12235010 w 15732060"/>
              <a:gd name="connsiteY384" fmla="*/ 8786660 h 8839200"/>
              <a:gd name="connsiteX385" fmla="*/ 12235010 w 15732060"/>
              <a:gd name="connsiteY385" fmla="*/ 8760321 h 8839200"/>
              <a:gd name="connsiteX386" fmla="*/ 12210316 w 15732060"/>
              <a:gd name="connsiteY386" fmla="*/ 8758675 h 8839200"/>
              <a:gd name="connsiteX387" fmla="*/ 12209768 w 15732060"/>
              <a:gd name="connsiteY387" fmla="*/ 8758126 h 8839200"/>
              <a:gd name="connsiteX388" fmla="*/ 11436059 w 15732060"/>
              <a:gd name="connsiteY388" fmla="*/ 7984418 h 8839200"/>
              <a:gd name="connsiteX389" fmla="*/ 11436059 w 15732060"/>
              <a:gd name="connsiteY389" fmla="*/ 7818154 h 8839200"/>
              <a:gd name="connsiteX390" fmla="*/ 11038780 w 15732060"/>
              <a:gd name="connsiteY390" fmla="*/ 7420874 h 8839200"/>
              <a:gd name="connsiteX391" fmla="*/ 11038780 w 15732060"/>
              <a:gd name="connsiteY391" fmla="*/ 7197541 h 8839200"/>
              <a:gd name="connsiteX392" fmla="*/ 10941106 w 15732060"/>
              <a:gd name="connsiteY392" fmla="*/ 7099867 h 8839200"/>
              <a:gd name="connsiteX393" fmla="*/ 10939461 w 15732060"/>
              <a:gd name="connsiteY393" fmla="*/ 7075175 h 8839200"/>
              <a:gd name="connsiteX394" fmla="*/ 10926291 w 15732060"/>
              <a:gd name="connsiteY394" fmla="*/ 7069825 h 8839200"/>
              <a:gd name="connsiteX395" fmla="*/ 1211592 w 15732060"/>
              <a:gd name="connsiteY395" fmla="*/ 7065298 h 8839200"/>
              <a:gd name="connsiteX396" fmla="*/ 1192936 w 15732060"/>
              <a:gd name="connsiteY396" fmla="*/ 7081759 h 8839200"/>
              <a:gd name="connsiteX397" fmla="*/ 568482 w 15732060"/>
              <a:gd name="connsiteY397" fmla="*/ 7081759 h 8839200"/>
              <a:gd name="connsiteX398" fmla="*/ 427460 w 15732060"/>
              <a:gd name="connsiteY398" fmla="*/ 7222782 h 8839200"/>
              <a:gd name="connsiteX399" fmla="*/ 427460 w 15732060"/>
              <a:gd name="connsiteY399" fmla="*/ 7362709 h 8839200"/>
              <a:gd name="connsiteX400" fmla="*/ 317164 w 15732060"/>
              <a:gd name="connsiteY400" fmla="*/ 7473004 h 8839200"/>
              <a:gd name="connsiteX401" fmla="*/ 292472 w 15732060"/>
              <a:gd name="connsiteY401" fmla="*/ 7474650 h 8839200"/>
              <a:gd name="connsiteX402" fmla="*/ 292472 w 15732060"/>
              <a:gd name="connsiteY402" fmla="*/ 7500989 h 8839200"/>
              <a:gd name="connsiteX403" fmla="*/ 318810 w 15732060"/>
              <a:gd name="connsiteY403" fmla="*/ 7500989 h 8839200"/>
              <a:gd name="connsiteX404" fmla="*/ 320456 w 15732060"/>
              <a:gd name="connsiteY404" fmla="*/ 7476295 h 8839200"/>
              <a:gd name="connsiteX405" fmla="*/ 431848 w 15732060"/>
              <a:gd name="connsiteY405" fmla="*/ 7364903 h 8839200"/>
              <a:gd name="connsiteX406" fmla="*/ 431848 w 15732060"/>
              <a:gd name="connsiteY406" fmla="*/ 7224977 h 8839200"/>
              <a:gd name="connsiteX407" fmla="*/ 432398 w 15732060"/>
              <a:gd name="connsiteY407" fmla="*/ 7224429 h 8839200"/>
              <a:gd name="connsiteX408" fmla="*/ 570678 w 15732060"/>
              <a:gd name="connsiteY408" fmla="*/ 7086150 h 8839200"/>
              <a:gd name="connsiteX409" fmla="*/ 1192936 w 15732060"/>
              <a:gd name="connsiteY409" fmla="*/ 7086150 h 8839200"/>
              <a:gd name="connsiteX410" fmla="*/ 1211592 w 15732060"/>
              <a:gd name="connsiteY410" fmla="*/ 7102611 h 8839200"/>
              <a:gd name="connsiteX411" fmla="*/ 1230249 w 15732060"/>
              <a:gd name="connsiteY411" fmla="*/ 7083954 h 8839200"/>
              <a:gd name="connsiteX412" fmla="*/ 1211592 w 15732060"/>
              <a:gd name="connsiteY412" fmla="*/ 7065298 h 8839200"/>
              <a:gd name="connsiteX413" fmla="*/ 10149290 w 15732060"/>
              <a:gd name="connsiteY413" fmla="*/ 7048973 h 8839200"/>
              <a:gd name="connsiteX414" fmla="*/ 10136121 w 15732060"/>
              <a:gd name="connsiteY414" fmla="*/ 7054323 h 8839200"/>
              <a:gd name="connsiteX415" fmla="*/ 10136121 w 15732060"/>
              <a:gd name="connsiteY415" fmla="*/ 7080662 h 8839200"/>
              <a:gd name="connsiteX416" fmla="*/ 10160814 w 15732060"/>
              <a:gd name="connsiteY416" fmla="*/ 7082308 h 8839200"/>
              <a:gd name="connsiteX417" fmla="*/ 10562483 w 15732060"/>
              <a:gd name="connsiteY417" fmla="*/ 7483978 h 8839200"/>
              <a:gd name="connsiteX418" fmla="*/ 10562483 w 15732060"/>
              <a:gd name="connsiteY418" fmla="*/ 7778645 h 8839200"/>
              <a:gd name="connsiteX419" fmla="*/ 10879101 w 15732060"/>
              <a:gd name="connsiteY419" fmla="*/ 8095261 h 8839200"/>
              <a:gd name="connsiteX420" fmla="*/ 10880746 w 15732060"/>
              <a:gd name="connsiteY420" fmla="*/ 8119954 h 8839200"/>
              <a:gd name="connsiteX421" fmla="*/ 10907085 w 15732060"/>
              <a:gd name="connsiteY421" fmla="*/ 8119954 h 8839200"/>
              <a:gd name="connsiteX422" fmla="*/ 10907085 w 15732060"/>
              <a:gd name="connsiteY422" fmla="*/ 8093615 h 8839200"/>
              <a:gd name="connsiteX423" fmla="*/ 10882392 w 15732060"/>
              <a:gd name="connsiteY423" fmla="*/ 8091969 h 8839200"/>
              <a:gd name="connsiteX424" fmla="*/ 10566874 w 15732060"/>
              <a:gd name="connsiteY424" fmla="*/ 7776999 h 8839200"/>
              <a:gd name="connsiteX425" fmla="*/ 10566874 w 15732060"/>
              <a:gd name="connsiteY425" fmla="*/ 7482332 h 8839200"/>
              <a:gd name="connsiteX426" fmla="*/ 10164106 w 15732060"/>
              <a:gd name="connsiteY426" fmla="*/ 7079565 h 8839200"/>
              <a:gd name="connsiteX427" fmla="*/ 10162460 w 15732060"/>
              <a:gd name="connsiteY427" fmla="*/ 7054872 h 8839200"/>
              <a:gd name="connsiteX428" fmla="*/ 10162460 w 15732060"/>
              <a:gd name="connsiteY428" fmla="*/ 7054323 h 8839200"/>
              <a:gd name="connsiteX429" fmla="*/ 10149290 w 15732060"/>
              <a:gd name="connsiteY429" fmla="*/ 7048973 h 8839200"/>
              <a:gd name="connsiteX430" fmla="*/ 3696238 w 15732060"/>
              <a:gd name="connsiteY430" fmla="*/ 6827149 h 8839200"/>
              <a:gd name="connsiteX431" fmla="*/ 3677581 w 15732060"/>
              <a:gd name="connsiteY431" fmla="*/ 6843611 h 8839200"/>
              <a:gd name="connsiteX432" fmla="*/ 3053128 w 15732060"/>
              <a:gd name="connsiteY432" fmla="*/ 6843611 h 8839200"/>
              <a:gd name="connsiteX433" fmla="*/ 2962587 w 15732060"/>
              <a:gd name="connsiteY433" fmla="*/ 6934151 h 8839200"/>
              <a:gd name="connsiteX434" fmla="*/ 2937894 w 15732060"/>
              <a:gd name="connsiteY434" fmla="*/ 6935798 h 8839200"/>
              <a:gd name="connsiteX435" fmla="*/ 2937894 w 15732060"/>
              <a:gd name="connsiteY435" fmla="*/ 6962136 h 8839200"/>
              <a:gd name="connsiteX436" fmla="*/ 2964233 w 15732060"/>
              <a:gd name="connsiteY436" fmla="*/ 6962136 h 8839200"/>
              <a:gd name="connsiteX437" fmla="*/ 2965880 w 15732060"/>
              <a:gd name="connsiteY437" fmla="*/ 6937444 h 8839200"/>
              <a:gd name="connsiteX438" fmla="*/ 3054773 w 15732060"/>
              <a:gd name="connsiteY438" fmla="*/ 6848549 h 8839200"/>
              <a:gd name="connsiteX439" fmla="*/ 3677032 w 15732060"/>
              <a:gd name="connsiteY439" fmla="*/ 6848549 h 8839200"/>
              <a:gd name="connsiteX440" fmla="*/ 3677581 w 15732060"/>
              <a:gd name="connsiteY440" fmla="*/ 6848001 h 8839200"/>
              <a:gd name="connsiteX441" fmla="*/ 3696238 w 15732060"/>
              <a:gd name="connsiteY441" fmla="*/ 6864463 h 8839200"/>
              <a:gd name="connsiteX442" fmla="*/ 3714895 w 15732060"/>
              <a:gd name="connsiteY442" fmla="*/ 6845806 h 8839200"/>
              <a:gd name="connsiteX443" fmla="*/ 3696238 w 15732060"/>
              <a:gd name="connsiteY443" fmla="*/ 6827149 h 8839200"/>
              <a:gd name="connsiteX444" fmla="*/ 9514411 w 15732060"/>
              <a:gd name="connsiteY444" fmla="*/ 6708760 h 8839200"/>
              <a:gd name="connsiteX445" fmla="*/ 9501242 w 15732060"/>
              <a:gd name="connsiteY445" fmla="*/ 6714111 h 8839200"/>
              <a:gd name="connsiteX446" fmla="*/ 9501242 w 15732060"/>
              <a:gd name="connsiteY446" fmla="*/ 6740450 h 8839200"/>
              <a:gd name="connsiteX447" fmla="*/ 9525934 w 15732060"/>
              <a:gd name="connsiteY447" fmla="*/ 6742096 h 8839200"/>
              <a:gd name="connsiteX448" fmla="*/ 10158070 w 15732060"/>
              <a:gd name="connsiteY448" fmla="*/ 7374232 h 8839200"/>
              <a:gd name="connsiteX449" fmla="*/ 10158070 w 15732060"/>
              <a:gd name="connsiteY449" fmla="*/ 7897171 h 8839200"/>
              <a:gd name="connsiteX450" fmla="*/ 10566325 w 15732060"/>
              <a:gd name="connsiteY450" fmla="*/ 8305425 h 8839200"/>
              <a:gd name="connsiteX451" fmla="*/ 10566874 w 15732060"/>
              <a:gd name="connsiteY451" fmla="*/ 8305425 h 8839200"/>
              <a:gd name="connsiteX452" fmla="*/ 11109018 w 15732060"/>
              <a:gd name="connsiteY452" fmla="*/ 8305973 h 8839200"/>
              <a:gd name="connsiteX453" fmla="*/ 11354300 w 15732060"/>
              <a:gd name="connsiteY453" fmla="*/ 8551255 h 8839200"/>
              <a:gd name="connsiteX454" fmla="*/ 11354300 w 15732060"/>
              <a:gd name="connsiteY454" fmla="*/ 8765808 h 8839200"/>
              <a:gd name="connsiteX455" fmla="*/ 11337837 w 15732060"/>
              <a:gd name="connsiteY455" fmla="*/ 8784465 h 8839200"/>
              <a:gd name="connsiteX456" fmla="*/ 11356494 w 15732060"/>
              <a:gd name="connsiteY456" fmla="*/ 8803121 h 8839200"/>
              <a:gd name="connsiteX457" fmla="*/ 11375152 w 15732060"/>
              <a:gd name="connsiteY457" fmla="*/ 8784465 h 8839200"/>
              <a:gd name="connsiteX458" fmla="*/ 11370419 w 15732060"/>
              <a:gd name="connsiteY458" fmla="*/ 8771639 h 8839200"/>
              <a:gd name="connsiteX459" fmla="*/ 11359238 w 15732060"/>
              <a:gd name="connsiteY459" fmla="*/ 8766081 h 8839200"/>
              <a:gd name="connsiteX460" fmla="*/ 11359238 w 15732060"/>
              <a:gd name="connsiteY460" fmla="*/ 8766357 h 8839200"/>
              <a:gd name="connsiteX461" fmla="*/ 11358689 w 15732060"/>
              <a:gd name="connsiteY461" fmla="*/ 8765808 h 8839200"/>
              <a:gd name="connsiteX462" fmla="*/ 11359238 w 15732060"/>
              <a:gd name="connsiteY462" fmla="*/ 8766081 h 8839200"/>
              <a:gd name="connsiteX463" fmla="*/ 11359238 w 15732060"/>
              <a:gd name="connsiteY463" fmla="*/ 8549609 h 8839200"/>
              <a:gd name="connsiteX464" fmla="*/ 11111762 w 15732060"/>
              <a:gd name="connsiteY464" fmla="*/ 8302133 h 8839200"/>
              <a:gd name="connsiteX465" fmla="*/ 11111212 w 15732060"/>
              <a:gd name="connsiteY465" fmla="*/ 8302133 h 8839200"/>
              <a:gd name="connsiteX466" fmla="*/ 10569068 w 15732060"/>
              <a:gd name="connsiteY466" fmla="*/ 8301584 h 8839200"/>
              <a:gd name="connsiteX467" fmla="*/ 10163009 w 15732060"/>
              <a:gd name="connsiteY467" fmla="*/ 7895525 h 8839200"/>
              <a:gd name="connsiteX468" fmla="*/ 10163009 w 15732060"/>
              <a:gd name="connsiteY468" fmla="*/ 7372586 h 8839200"/>
              <a:gd name="connsiteX469" fmla="*/ 9529227 w 15732060"/>
              <a:gd name="connsiteY469" fmla="*/ 6738804 h 8839200"/>
              <a:gd name="connsiteX470" fmla="*/ 9527580 w 15732060"/>
              <a:gd name="connsiteY470" fmla="*/ 6714111 h 8839200"/>
              <a:gd name="connsiteX471" fmla="*/ 9514411 w 15732060"/>
              <a:gd name="connsiteY471" fmla="*/ 6708760 h 8839200"/>
              <a:gd name="connsiteX472" fmla="*/ 4474336 w 15732060"/>
              <a:gd name="connsiteY472" fmla="*/ 6454151 h 8839200"/>
              <a:gd name="connsiteX473" fmla="*/ 4461166 w 15732060"/>
              <a:gd name="connsiteY473" fmla="*/ 6459501 h 8839200"/>
              <a:gd name="connsiteX474" fmla="*/ 4459520 w 15732060"/>
              <a:gd name="connsiteY474" fmla="*/ 6484193 h 8839200"/>
              <a:gd name="connsiteX475" fmla="*/ 4294352 w 15732060"/>
              <a:gd name="connsiteY475" fmla="*/ 6649361 h 8839200"/>
              <a:gd name="connsiteX476" fmla="*/ 3558507 w 15732060"/>
              <a:gd name="connsiteY476" fmla="*/ 6649361 h 8839200"/>
              <a:gd name="connsiteX477" fmla="*/ 3539850 w 15732060"/>
              <a:gd name="connsiteY477" fmla="*/ 6632899 h 8839200"/>
              <a:gd name="connsiteX478" fmla="*/ 3521193 w 15732060"/>
              <a:gd name="connsiteY478" fmla="*/ 6651556 h 8839200"/>
              <a:gd name="connsiteX479" fmla="*/ 3539850 w 15732060"/>
              <a:gd name="connsiteY479" fmla="*/ 6670213 h 8839200"/>
              <a:gd name="connsiteX480" fmla="*/ 3558507 w 15732060"/>
              <a:gd name="connsiteY480" fmla="*/ 6653750 h 8839200"/>
              <a:gd name="connsiteX481" fmla="*/ 4296547 w 15732060"/>
              <a:gd name="connsiteY481" fmla="*/ 6653750 h 8839200"/>
              <a:gd name="connsiteX482" fmla="*/ 4462813 w 15732060"/>
              <a:gd name="connsiteY482" fmla="*/ 6487486 h 8839200"/>
              <a:gd name="connsiteX483" fmla="*/ 4462812 w 15732060"/>
              <a:gd name="connsiteY483" fmla="*/ 6487486 h 8839200"/>
              <a:gd name="connsiteX484" fmla="*/ 4463362 w 15732060"/>
              <a:gd name="connsiteY484" fmla="*/ 6486937 h 8839200"/>
              <a:gd name="connsiteX485" fmla="*/ 4462813 w 15732060"/>
              <a:gd name="connsiteY485" fmla="*/ 6487486 h 8839200"/>
              <a:gd name="connsiteX486" fmla="*/ 4475364 w 15732060"/>
              <a:gd name="connsiteY486" fmla="*/ 6491189 h 8839200"/>
              <a:gd name="connsiteX487" fmla="*/ 4487505 w 15732060"/>
              <a:gd name="connsiteY487" fmla="*/ 6485840 h 8839200"/>
              <a:gd name="connsiteX488" fmla="*/ 4487505 w 15732060"/>
              <a:gd name="connsiteY488" fmla="*/ 6459501 h 8839200"/>
              <a:gd name="connsiteX489" fmla="*/ 4474336 w 15732060"/>
              <a:gd name="connsiteY489" fmla="*/ 6454151 h 8839200"/>
              <a:gd name="connsiteX490" fmla="*/ 2861072 w 15732060"/>
              <a:gd name="connsiteY490" fmla="*/ 6399141 h 8839200"/>
              <a:gd name="connsiteX491" fmla="*/ 2842416 w 15732060"/>
              <a:gd name="connsiteY491" fmla="*/ 6417798 h 8839200"/>
              <a:gd name="connsiteX492" fmla="*/ 2858877 w 15732060"/>
              <a:gd name="connsiteY492" fmla="*/ 6436454 h 8839200"/>
              <a:gd name="connsiteX493" fmla="*/ 2858877 w 15732060"/>
              <a:gd name="connsiteY493" fmla="*/ 6778312 h 8839200"/>
              <a:gd name="connsiteX494" fmla="*/ 2574086 w 15732060"/>
              <a:gd name="connsiteY494" fmla="*/ 7063102 h 8839200"/>
              <a:gd name="connsiteX495" fmla="*/ 1833852 w 15732060"/>
              <a:gd name="connsiteY495" fmla="*/ 7063102 h 8839200"/>
              <a:gd name="connsiteX496" fmla="*/ 1090324 w 15732060"/>
              <a:gd name="connsiteY496" fmla="*/ 7806630 h 8839200"/>
              <a:gd name="connsiteX497" fmla="*/ 60908 w 15732060"/>
              <a:gd name="connsiteY497" fmla="*/ 7806630 h 8839200"/>
              <a:gd name="connsiteX498" fmla="*/ 42250 w 15732060"/>
              <a:gd name="connsiteY498" fmla="*/ 7790168 h 8839200"/>
              <a:gd name="connsiteX499" fmla="*/ 23594 w 15732060"/>
              <a:gd name="connsiteY499" fmla="*/ 7808826 h 8839200"/>
              <a:gd name="connsiteX500" fmla="*/ 42250 w 15732060"/>
              <a:gd name="connsiteY500" fmla="*/ 7827483 h 8839200"/>
              <a:gd name="connsiteX501" fmla="*/ 60908 w 15732060"/>
              <a:gd name="connsiteY501" fmla="*/ 7811020 h 8839200"/>
              <a:gd name="connsiteX502" fmla="*/ 1091970 w 15732060"/>
              <a:gd name="connsiteY502" fmla="*/ 7811020 h 8839200"/>
              <a:gd name="connsiteX503" fmla="*/ 1835498 w 15732060"/>
              <a:gd name="connsiteY503" fmla="*/ 7067493 h 8839200"/>
              <a:gd name="connsiteX504" fmla="*/ 1835498 w 15732060"/>
              <a:gd name="connsiteY504" fmla="*/ 7068042 h 8839200"/>
              <a:gd name="connsiteX505" fmla="*/ 2575733 w 15732060"/>
              <a:gd name="connsiteY505" fmla="*/ 7068042 h 8839200"/>
              <a:gd name="connsiteX506" fmla="*/ 2863267 w 15732060"/>
              <a:gd name="connsiteY506" fmla="*/ 6780507 h 8839200"/>
              <a:gd name="connsiteX507" fmla="*/ 2863267 w 15732060"/>
              <a:gd name="connsiteY507" fmla="*/ 6436454 h 8839200"/>
              <a:gd name="connsiteX508" fmla="*/ 2879729 w 15732060"/>
              <a:gd name="connsiteY508" fmla="*/ 6417798 h 8839200"/>
              <a:gd name="connsiteX509" fmla="*/ 2861072 w 15732060"/>
              <a:gd name="connsiteY509" fmla="*/ 6399141 h 8839200"/>
              <a:gd name="connsiteX510" fmla="*/ 3111561 w 15732060"/>
              <a:gd name="connsiteY510" fmla="*/ 6398704 h 8839200"/>
              <a:gd name="connsiteX511" fmla="*/ 3098603 w 15732060"/>
              <a:gd name="connsiteY511" fmla="*/ 6404009 h 8839200"/>
              <a:gd name="connsiteX512" fmla="*/ 3093184 w 15732060"/>
              <a:gd name="connsiteY512" fmla="*/ 6417246 h 8839200"/>
              <a:gd name="connsiteX513" fmla="*/ 3109647 w 15732060"/>
              <a:gd name="connsiteY513" fmla="*/ 6435904 h 8839200"/>
              <a:gd name="connsiteX514" fmla="*/ 3109647 w 15732060"/>
              <a:gd name="connsiteY514" fmla="*/ 6726181 h 8839200"/>
              <a:gd name="connsiteX515" fmla="*/ 2526348 w 15732060"/>
              <a:gd name="connsiteY515" fmla="*/ 7309480 h 8839200"/>
              <a:gd name="connsiteX516" fmla="*/ 2231680 w 15732060"/>
              <a:gd name="connsiteY516" fmla="*/ 7309480 h 8839200"/>
              <a:gd name="connsiteX517" fmla="*/ 2131812 w 15732060"/>
              <a:gd name="connsiteY517" fmla="*/ 7209611 h 8839200"/>
              <a:gd name="connsiteX518" fmla="*/ 2131263 w 15732060"/>
              <a:gd name="connsiteY518" fmla="*/ 7209611 h 8839200"/>
              <a:gd name="connsiteX519" fmla="*/ 2021516 w 15732060"/>
              <a:gd name="connsiteY519" fmla="*/ 7209063 h 8839200"/>
              <a:gd name="connsiteX520" fmla="*/ 1603934 w 15732060"/>
              <a:gd name="connsiteY520" fmla="*/ 7626645 h 8839200"/>
              <a:gd name="connsiteX521" fmla="*/ 1396514 w 15732060"/>
              <a:gd name="connsiteY521" fmla="*/ 7626645 h 8839200"/>
              <a:gd name="connsiteX522" fmla="*/ 557508 w 15732060"/>
              <a:gd name="connsiteY522" fmla="*/ 8465652 h 8839200"/>
              <a:gd name="connsiteX523" fmla="*/ 52676 w 15732060"/>
              <a:gd name="connsiteY523" fmla="*/ 8465652 h 8839200"/>
              <a:gd name="connsiteX524" fmla="*/ 34020 w 15732060"/>
              <a:gd name="connsiteY524" fmla="*/ 8449189 h 8839200"/>
              <a:gd name="connsiteX525" fmla="*/ 15364 w 15732060"/>
              <a:gd name="connsiteY525" fmla="*/ 8467846 h 8839200"/>
              <a:gd name="connsiteX526" fmla="*/ 34020 w 15732060"/>
              <a:gd name="connsiteY526" fmla="*/ 8486503 h 8839200"/>
              <a:gd name="connsiteX527" fmla="*/ 52676 w 15732060"/>
              <a:gd name="connsiteY527" fmla="*/ 8470042 h 8839200"/>
              <a:gd name="connsiteX528" fmla="*/ 559154 w 15732060"/>
              <a:gd name="connsiteY528" fmla="*/ 8470042 h 8839200"/>
              <a:gd name="connsiteX529" fmla="*/ 1398161 w 15732060"/>
              <a:gd name="connsiteY529" fmla="*/ 7631035 h 8839200"/>
              <a:gd name="connsiteX530" fmla="*/ 1605580 w 15732060"/>
              <a:gd name="connsiteY530" fmla="*/ 7631035 h 8839200"/>
              <a:gd name="connsiteX531" fmla="*/ 2023163 w 15732060"/>
              <a:gd name="connsiteY531" fmla="*/ 7213452 h 8839200"/>
              <a:gd name="connsiteX532" fmla="*/ 2128519 w 15732060"/>
              <a:gd name="connsiteY532" fmla="*/ 7213452 h 8839200"/>
              <a:gd name="connsiteX533" fmla="*/ 2228387 w 15732060"/>
              <a:gd name="connsiteY533" fmla="*/ 7313321 h 8839200"/>
              <a:gd name="connsiteX534" fmla="*/ 2228936 w 15732060"/>
              <a:gd name="connsiteY534" fmla="*/ 7313321 h 8839200"/>
              <a:gd name="connsiteX535" fmla="*/ 2527445 w 15732060"/>
              <a:gd name="connsiteY535" fmla="*/ 7313870 h 8839200"/>
              <a:gd name="connsiteX536" fmla="*/ 3113488 w 15732060"/>
              <a:gd name="connsiteY536" fmla="*/ 6727827 h 8839200"/>
              <a:gd name="connsiteX537" fmla="*/ 3113488 w 15732060"/>
              <a:gd name="connsiteY537" fmla="*/ 6435904 h 8839200"/>
              <a:gd name="connsiteX538" fmla="*/ 3129950 w 15732060"/>
              <a:gd name="connsiteY538" fmla="*/ 6417246 h 8839200"/>
              <a:gd name="connsiteX539" fmla="*/ 3124531 w 15732060"/>
              <a:gd name="connsiteY539" fmla="*/ 6404215 h 8839200"/>
              <a:gd name="connsiteX540" fmla="*/ 2945028 w 15732060"/>
              <a:gd name="connsiteY540" fmla="*/ 6398590 h 8839200"/>
              <a:gd name="connsiteX541" fmla="*/ 2926371 w 15732060"/>
              <a:gd name="connsiteY541" fmla="*/ 6417246 h 8839200"/>
              <a:gd name="connsiteX542" fmla="*/ 2942832 w 15732060"/>
              <a:gd name="connsiteY542" fmla="*/ 6435904 h 8839200"/>
              <a:gd name="connsiteX543" fmla="*/ 2942832 w 15732060"/>
              <a:gd name="connsiteY543" fmla="*/ 6599974 h 8839200"/>
              <a:gd name="connsiteX544" fmla="*/ 2926371 w 15732060"/>
              <a:gd name="connsiteY544" fmla="*/ 6618630 h 8839200"/>
              <a:gd name="connsiteX545" fmla="*/ 2945028 w 15732060"/>
              <a:gd name="connsiteY545" fmla="*/ 6637287 h 8839200"/>
              <a:gd name="connsiteX546" fmla="*/ 2963685 w 15732060"/>
              <a:gd name="connsiteY546" fmla="*/ 6618630 h 8839200"/>
              <a:gd name="connsiteX547" fmla="*/ 2947223 w 15732060"/>
              <a:gd name="connsiteY547" fmla="*/ 6599974 h 8839200"/>
              <a:gd name="connsiteX548" fmla="*/ 2947223 w 15732060"/>
              <a:gd name="connsiteY548" fmla="*/ 6435904 h 8839200"/>
              <a:gd name="connsiteX549" fmla="*/ 2963685 w 15732060"/>
              <a:gd name="connsiteY549" fmla="*/ 6417246 h 8839200"/>
              <a:gd name="connsiteX550" fmla="*/ 2945028 w 15732060"/>
              <a:gd name="connsiteY550" fmla="*/ 6398590 h 8839200"/>
              <a:gd name="connsiteX551" fmla="*/ 3028983 w 15732060"/>
              <a:gd name="connsiteY551" fmla="*/ 6398590 h 8839200"/>
              <a:gd name="connsiteX552" fmla="*/ 3010326 w 15732060"/>
              <a:gd name="connsiteY552" fmla="*/ 6417246 h 8839200"/>
              <a:gd name="connsiteX553" fmla="*/ 3026789 w 15732060"/>
              <a:gd name="connsiteY553" fmla="*/ 6435904 h 8839200"/>
              <a:gd name="connsiteX554" fmla="*/ 3026789 w 15732060"/>
              <a:gd name="connsiteY554" fmla="*/ 6710817 h 8839200"/>
              <a:gd name="connsiteX555" fmla="*/ 2603718 w 15732060"/>
              <a:gd name="connsiteY555" fmla="*/ 7133887 h 8839200"/>
              <a:gd name="connsiteX556" fmla="*/ 1999018 w 15732060"/>
              <a:gd name="connsiteY556" fmla="*/ 7133887 h 8839200"/>
              <a:gd name="connsiteX557" fmla="*/ 1713131 w 15732060"/>
              <a:gd name="connsiteY557" fmla="*/ 7419775 h 8839200"/>
              <a:gd name="connsiteX558" fmla="*/ 1688438 w 15732060"/>
              <a:gd name="connsiteY558" fmla="*/ 7421420 h 8839200"/>
              <a:gd name="connsiteX559" fmla="*/ 1688438 w 15732060"/>
              <a:gd name="connsiteY559" fmla="*/ 7447759 h 8839200"/>
              <a:gd name="connsiteX560" fmla="*/ 1714777 w 15732060"/>
              <a:gd name="connsiteY560" fmla="*/ 7447759 h 8839200"/>
              <a:gd name="connsiteX561" fmla="*/ 1716423 w 15732060"/>
              <a:gd name="connsiteY561" fmla="*/ 7423066 h 8839200"/>
              <a:gd name="connsiteX562" fmla="*/ 2000665 w 15732060"/>
              <a:gd name="connsiteY562" fmla="*/ 7138825 h 8839200"/>
              <a:gd name="connsiteX563" fmla="*/ 2604815 w 15732060"/>
              <a:gd name="connsiteY563" fmla="*/ 7138825 h 8839200"/>
              <a:gd name="connsiteX564" fmla="*/ 3031178 w 15732060"/>
              <a:gd name="connsiteY564" fmla="*/ 6712463 h 8839200"/>
              <a:gd name="connsiteX565" fmla="*/ 3031178 w 15732060"/>
              <a:gd name="connsiteY565" fmla="*/ 6435904 h 8839200"/>
              <a:gd name="connsiteX566" fmla="*/ 3047640 w 15732060"/>
              <a:gd name="connsiteY566" fmla="*/ 6417246 h 8839200"/>
              <a:gd name="connsiteX567" fmla="*/ 3028983 w 15732060"/>
              <a:gd name="connsiteY567" fmla="*/ 6398590 h 8839200"/>
              <a:gd name="connsiteX568" fmla="*/ 3111841 w 15732060"/>
              <a:gd name="connsiteY568" fmla="*/ 6398590 h 8839200"/>
              <a:gd name="connsiteX569" fmla="*/ 3111292 w 15732060"/>
              <a:gd name="connsiteY569" fmla="*/ 6398590 h 8839200"/>
              <a:gd name="connsiteX570" fmla="*/ 3111561 w 15732060"/>
              <a:gd name="connsiteY570" fmla="*/ 6398704 h 8839200"/>
              <a:gd name="connsiteX571" fmla="*/ 3195248 w 15732060"/>
              <a:gd name="connsiteY571" fmla="*/ 6398590 h 8839200"/>
              <a:gd name="connsiteX572" fmla="*/ 3176591 w 15732060"/>
              <a:gd name="connsiteY572" fmla="*/ 6417246 h 8839200"/>
              <a:gd name="connsiteX573" fmla="*/ 3193054 w 15732060"/>
              <a:gd name="connsiteY573" fmla="*/ 6435904 h 8839200"/>
              <a:gd name="connsiteX574" fmla="*/ 3193054 w 15732060"/>
              <a:gd name="connsiteY574" fmla="*/ 6599974 h 8839200"/>
              <a:gd name="connsiteX575" fmla="*/ 3176591 w 15732060"/>
              <a:gd name="connsiteY575" fmla="*/ 6618630 h 8839200"/>
              <a:gd name="connsiteX576" fmla="*/ 3195248 w 15732060"/>
              <a:gd name="connsiteY576" fmla="*/ 6637287 h 8839200"/>
              <a:gd name="connsiteX577" fmla="*/ 3213905 w 15732060"/>
              <a:gd name="connsiteY577" fmla="*/ 6618630 h 8839200"/>
              <a:gd name="connsiteX578" fmla="*/ 3197443 w 15732060"/>
              <a:gd name="connsiteY578" fmla="*/ 6599974 h 8839200"/>
              <a:gd name="connsiteX579" fmla="*/ 3197443 w 15732060"/>
              <a:gd name="connsiteY579" fmla="*/ 6435904 h 8839200"/>
              <a:gd name="connsiteX580" fmla="*/ 3213905 w 15732060"/>
              <a:gd name="connsiteY580" fmla="*/ 6417246 h 8839200"/>
              <a:gd name="connsiteX581" fmla="*/ 3195248 w 15732060"/>
              <a:gd name="connsiteY581" fmla="*/ 6398590 h 8839200"/>
              <a:gd name="connsiteX582" fmla="*/ 3278654 w 15732060"/>
              <a:gd name="connsiteY582" fmla="*/ 6398590 h 8839200"/>
              <a:gd name="connsiteX583" fmla="*/ 3259998 w 15732060"/>
              <a:gd name="connsiteY583" fmla="*/ 6417246 h 8839200"/>
              <a:gd name="connsiteX584" fmla="*/ 3276460 w 15732060"/>
              <a:gd name="connsiteY584" fmla="*/ 6435904 h 8839200"/>
              <a:gd name="connsiteX585" fmla="*/ 3276460 w 15732060"/>
              <a:gd name="connsiteY585" fmla="*/ 6619728 h 8839200"/>
              <a:gd name="connsiteX586" fmla="*/ 3437786 w 15732060"/>
              <a:gd name="connsiteY586" fmla="*/ 6781054 h 8839200"/>
              <a:gd name="connsiteX587" fmla="*/ 3438335 w 15732060"/>
              <a:gd name="connsiteY587" fmla="*/ 6781054 h 8839200"/>
              <a:gd name="connsiteX588" fmla="*/ 4190094 w 15732060"/>
              <a:gd name="connsiteY588" fmla="*/ 6781604 h 8839200"/>
              <a:gd name="connsiteX589" fmla="*/ 4208751 w 15732060"/>
              <a:gd name="connsiteY589" fmla="*/ 6798065 h 8839200"/>
              <a:gd name="connsiteX590" fmla="*/ 4227408 w 15732060"/>
              <a:gd name="connsiteY590" fmla="*/ 6779408 h 8839200"/>
              <a:gd name="connsiteX591" fmla="*/ 4208751 w 15732060"/>
              <a:gd name="connsiteY591" fmla="*/ 6760751 h 8839200"/>
              <a:gd name="connsiteX592" fmla="*/ 4208202 w 15732060"/>
              <a:gd name="connsiteY592" fmla="*/ 6760203 h 8839200"/>
              <a:gd name="connsiteX593" fmla="*/ 4189546 w 15732060"/>
              <a:gd name="connsiteY593" fmla="*/ 6776664 h 8839200"/>
              <a:gd name="connsiteX594" fmla="*/ 3439981 w 15732060"/>
              <a:gd name="connsiteY594" fmla="*/ 6776664 h 8839200"/>
              <a:gd name="connsiteX595" fmla="*/ 3280850 w 15732060"/>
              <a:gd name="connsiteY595" fmla="*/ 6617533 h 8839200"/>
              <a:gd name="connsiteX596" fmla="*/ 3280850 w 15732060"/>
              <a:gd name="connsiteY596" fmla="*/ 6435904 h 8839200"/>
              <a:gd name="connsiteX597" fmla="*/ 3297312 w 15732060"/>
              <a:gd name="connsiteY597" fmla="*/ 6417246 h 8839200"/>
              <a:gd name="connsiteX598" fmla="*/ 3278654 w 15732060"/>
              <a:gd name="connsiteY598" fmla="*/ 6398590 h 8839200"/>
              <a:gd name="connsiteX599" fmla="*/ 2805102 w 15732060"/>
              <a:gd name="connsiteY599" fmla="*/ 6343170 h 8839200"/>
              <a:gd name="connsiteX600" fmla="*/ 2786445 w 15732060"/>
              <a:gd name="connsiteY600" fmla="*/ 6359632 h 8839200"/>
              <a:gd name="connsiteX601" fmla="*/ 2069805 w 15732060"/>
              <a:gd name="connsiteY601" fmla="*/ 6359632 h 8839200"/>
              <a:gd name="connsiteX602" fmla="*/ 785230 w 15732060"/>
              <a:gd name="connsiteY602" fmla="*/ 7644207 h 8839200"/>
              <a:gd name="connsiteX603" fmla="*/ 50482 w 15732060"/>
              <a:gd name="connsiteY603" fmla="*/ 7644207 h 8839200"/>
              <a:gd name="connsiteX604" fmla="*/ 31826 w 15732060"/>
              <a:gd name="connsiteY604" fmla="*/ 7627744 h 8839200"/>
              <a:gd name="connsiteX605" fmla="*/ 13168 w 15732060"/>
              <a:gd name="connsiteY605" fmla="*/ 7646401 h 8839200"/>
              <a:gd name="connsiteX606" fmla="*/ 31826 w 15732060"/>
              <a:gd name="connsiteY606" fmla="*/ 7665059 h 8839200"/>
              <a:gd name="connsiteX607" fmla="*/ 50482 w 15732060"/>
              <a:gd name="connsiteY607" fmla="*/ 7648597 h 8839200"/>
              <a:gd name="connsiteX608" fmla="*/ 787426 w 15732060"/>
              <a:gd name="connsiteY608" fmla="*/ 7648597 h 8839200"/>
              <a:gd name="connsiteX609" fmla="*/ 2072000 w 15732060"/>
              <a:gd name="connsiteY609" fmla="*/ 6364021 h 8839200"/>
              <a:gd name="connsiteX610" fmla="*/ 2786445 w 15732060"/>
              <a:gd name="connsiteY610" fmla="*/ 6364021 h 8839200"/>
              <a:gd name="connsiteX611" fmla="*/ 2805102 w 15732060"/>
              <a:gd name="connsiteY611" fmla="*/ 6380484 h 8839200"/>
              <a:gd name="connsiteX612" fmla="*/ 2823759 w 15732060"/>
              <a:gd name="connsiteY612" fmla="*/ 6361827 h 8839200"/>
              <a:gd name="connsiteX613" fmla="*/ 2805102 w 15732060"/>
              <a:gd name="connsiteY613" fmla="*/ 6343170 h 8839200"/>
              <a:gd name="connsiteX614" fmla="*/ 4023829 w 15732060"/>
              <a:gd name="connsiteY614" fmla="*/ 6335623 h 8839200"/>
              <a:gd name="connsiteX615" fmla="*/ 4010660 w 15732060"/>
              <a:gd name="connsiteY615" fmla="*/ 6340973 h 8839200"/>
              <a:gd name="connsiteX616" fmla="*/ 4009014 w 15732060"/>
              <a:gd name="connsiteY616" fmla="*/ 6365667 h 8839200"/>
              <a:gd name="connsiteX617" fmla="*/ 3922314 w 15732060"/>
              <a:gd name="connsiteY617" fmla="*/ 6452366 h 8839200"/>
              <a:gd name="connsiteX618" fmla="*/ 3633134 w 15732060"/>
              <a:gd name="connsiteY618" fmla="*/ 6452366 h 8839200"/>
              <a:gd name="connsiteX619" fmla="*/ 3632584 w 15732060"/>
              <a:gd name="connsiteY619" fmla="*/ 6452914 h 8839200"/>
              <a:gd name="connsiteX620" fmla="*/ 3538753 w 15732060"/>
              <a:gd name="connsiteY620" fmla="*/ 6359082 h 8839200"/>
              <a:gd name="connsiteX621" fmla="*/ 3538203 w 15732060"/>
              <a:gd name="connsiteY621" fmla="*/ 6359082 h 8839200"/>
              <a:gd name="connsiteX622" fmla="*/ 3354379 w 15732060"/>
              <a:gd name="connsiteY622" fmla="*/ 6358532 h 8839200"/>
              <a:gd name="connsiteX623" fmla="*/ 3335723 w 15732060"/>
              <a:gd name="connsiteY623" fmla="*/ 6342071 h 8839200"/>
              <a:gd name="connsiteX624" fmla="*/ 3317066 w 15732060"/>
              <a:gd name="connsiteY624" fmla="*/ 6360727 h 8839200"/>
              <a:gd name="connsiteX625" fmla="*/ 3335723 w 15732060"/>
              <a:gd name="connsiteY625" fmla="*/ 6379384 h 8839200"/>
              <a:gd name="connsiteX626" fmla="*/ 3354379 w 15732060"/>
              <a:gd name="connsiteY626" fmla="*/ 6362923 h 8839200"/>
              <a:gd name="connsiteX627" fmla="*/ 3536009 w 15732060"/>
              <a:gd name="connsiteY627" fmla="*/ 6362923 h 8839200"/>
              <a:gd name="connsiteX628" fmla="*/ 3629842 w 15732060"/>
              <a:gd name="connsiteY628" fmla="*/ 6456755 h 8839200"/>
              <a:gd name="connsiteX629" fmla="*/ 3630390 w 15732060"/>
              <a:gd name="connsiteY629" fmla="*/ 6456755 h 8839200"/>
              <a:gd name="connsiteX630" fmla="*/ 3923960 w 15732060"/>
              <a:gd name="connsiteY630" fmla="*/ 6457304 h 8839200"/>
              <a:gd name="connsiteX631" fmla="*/ 4012306 w 15732060"/>
              <a:gd name="connsiteY631" fmla="*/ 6368958 h 8839200"/>
              <a:gd name="connsiteX632" fmla="*/ 4036998 w 15732060"/>
              <a:gd name="connsiteY632" fmla="*/ 6367312 h 8839200"/>
              <a:gd name="connsiteX633" fmla="*/ 4036998 w 15732060"/>
              <a:gd name="connsiteY633" fmla="*/ 6340973 h 8839200"/>
              <a:gd name="connsiteX634" fmla="*/ 4023829 w 15732060"/>
              <a:gd name="connsiteY634" fmla="*/ 6335623 h 8839200"/>
              <a:gd name="connsiteX635" fmla="*/ 5429672 w 15732060"/>
              <a:gd name="connsiteY635" fmla="*/ 6278558 h 8839200"/>
              <a:gd name="connsiteX636" fmla="*/ 5416503 w 15732060"/>
              <a:gd name="connsiteY636" fmla="*/ 6283907 h 8839200"/>
              <a:gd name="connsiteX637" fmla="*/ 5414856 w 15732060"/>
              <a:gd name="connsiteY637" fmla="*/ 6308601 h 8839200"/>
              <a:gd name="connsiteX638" fmla="*/ 4905088 w 15732060"/>
              <a:gd name="connsiteY638" fmla="*/ 6818369 h 8839200"/>
              <a:gd name="connsiteX639" fmla="*/ 4650477 w 15732060"/>
              <a:gd name="connsiteY639" fmla="*/ 6818369 h 8839200"/>
              <a:gd name="connsiteX640" fmla="*/ 4394770 w 15732060"/>
              <a:gd name="connsiteY640" fmla="*/ 7074077 h 8839200"/>
              <a:gd name="connsiteX641" fmla="*/ 4370077 w 15732060"/>
              <a:gd name="connsiteY641" fmla="*/ 7075724 h 8839200"/>
              <a:gd name="connsiteX642" fmla="*/ 4370077 w 15732060"/>
              <a:gd name="connsiteY642" fmla="*/ 7102062 h 8839200"/>
              <a:gd name="connsiteX643" fmla="*/ 4396416 w 15732060"/>
              <a:gd name="connsiteY643" fmla="*/ 7102062 h 8839200"/>
              <a:gd name="connsiteX644" fmla="*/ 4398062 w 15732060"/>
              <a:gd name="connsiteY644" fmla="*/ 7077370 h 8839200"/>
              <a:gd name="connsiteX645" fmla="*/ 4652124 w 15732060"/>
              <a:gd name="connsiteY645" fmla="*/ 6823309 h 8839200"/>
              <a:gd name="connsiteX646" fmla="*/ 4906734 w 15732060"/>
              <a:gd name="connsiteY646" fmla="*/ 6823309 h 8839200"/>
              <a:gd name="connsiteX647" fmla="*/ 5418150 w 15732060"/>
              <a:gd name="connsiteY647" fmla="*/ 6311892 h 8839200"/>
              <a:gd name="connsiteX648" fmla="*/ 5442842 w 15732060"/>
              <a:gd name="connsiteY648" fmla="*/ 6310246 h 8839200"/>
              <a:gd name="connsiteX649" fmla="*/ 5442842 w 15732060"/>
              <a:gd name="connsiteY649" fmla="*/ 6283907 h 8839200"/>
              <a:gd name="connsiteX650" fmla="*/ 5429672 w 15732060"/>
              <a:gd name="connsiteY650" fmla="*/ 6278558 h 8839200"/>
              <a:gd name="connsiteX651" fmla="*/ 2805102 w 15732060"/>
              <a:gd name="connsiteY651" fmla="*/ 6258664 h 8839200"/>
              <a:gd name="connsiteX652" fmla="*/ 2786445 w 15732060"/>
              <a:gd name="connsiteY652" fmla="*/ 6275126 h 8839200"/>
              <a:gd name="connsiteX653" fmla="*/ 2083523 w 15732060"/>
              <a:gd name="connsiteY653" fmla="*/ 6275126 h 8839200"/>
              <a:gd name="connsiteX654" fmla="*/ 1833851 w 15732060"/>
              <a:gd name="connsiteY654" fmla="*/ 6524798 h 8839200"/>
              <a:gd name="connsiteX655" fmla="*/ 1705448 w 15732060"/>
              <a:gd name="connsiteY655" fmla="*/ 6524798 h 8839200"/>
              <a:gd name="connsiteX656" fmla="*/ 1361944 w 15732060"/>
              <a:gd name="connsiteY656" fmla="*/ 6868302 h 8839200"/>
              <a:gd name="connsiteX657" fmla="*/ 696884 w 15732060"/>
              <a:gd name="connsiteY657" fmla="*/ 6868302 h 8839200"/>
              <a:gd name="connsiteX658" fmla="*/ 467516 w 15732060"/>
              <a:gd name="connsiteY658" fmla="*/ 7097670 h 8839200"/>
              <a:gd name="connsiteX659" fmla="*/ 37312 w 15732060"/>
              <a:gd name="connsiteY659" fmla="*/ 7097670 h 8839200"/>
              <a:gd name="connsiteX660" fmla="*/ 18656 w 15732060"/>
              <a:gd name="connsiteY660" fmla="*/ 7081209 h 8839200"/>
              <a:gd name="connsiteX661" fmla="*/ 0 w 15732060"/>
              <a:gd name="connsiteY661" fmla="*/ 7099866 h 8839200"/>
              <a:gd name="connsiteX662" fmla="*/ 18656 w 15732060"/>
              <a:gd name="connsiteY662" fmla="*/ 7118523 h 8839200"/>
              <a:gd name="connsiteX663" fmla="*/ 37312 w 15732060"/>
              <a:gd name="connsiteY663" fmla="*/ 7102060 h 8839200"/>
              <a:gd name="connsiteX664" fmla="*/ 469162 w 15732060"/>
              <a:gd name="connsiteY664" fmla="*/ 7102060 h 8839200"/>
              <a:gd name="connsiteX665" fmla="*/ 698532 w 15732060"/>
              <a:gd name="connsiteY665" fmla="*/ 6872692 h 8839200"/>
              <a:gd name="connsiteX666" fmla="*/ 1363590 w 15732060"/>
              <a:gd name="connsiteY666" fmla="*/ 6872692 h 8839200"/>
              <a:gd name="connsiteX667" fmla="*/ 1707095 w 15732060"/>
              <a:gd name="connsiteY667" fmla="*/ 6529187 h 8839200"/>
              <a:gd name="connsiteX668" fmla="*/ 1835498 w 15732060"/>
              <a:gd name="connsiteY668" fmla="*/ 6529187 h 8839200"/>
              <a:gd name="connsiteX669" fmla="*/ 2085169 w 15732060"/>
              <a:gd name="connsiteY669" fmla="*/ 6279516 h 8839200"/>
              <a:gd name="connsiteX670" fmla="*/ 2786445 w 15732060"/>
              <a:gd name="connsiteY670" fmla="*/ 6279516 h 8839200"/>
              <a:gd name="connsiteX671" fmla="*/ 2805102 w 15732060"/>
              <a:gd name="connsiteY671" fmla="*/ 6295978 h 8839200"/>
              <a:gd name="connsiteX672" fmla="*/ 2823759 w 15732060"/>
              <a:gd name="connsiteY672" fmla="*/ 6277321 h 8839200"/>
              <a:gd name="connsiteX673" fmla="*/ 2805102 w 15732060"/>
              <a:gd name="connsiteY673" fmla="*/ 6258664 h 8839200"/>
              <a:gd name="connsiteX674" fmla="*/ 2804554 w 15732060"/>
              <a:gd name="connsiteY674" fmla="*/ 6175257 h 8839200"/>
              <a:gd name="connsiteX675" fmla="*/ 2785897 w 15732060"/>
              <a:gd name="connsiteY675" fmla="*/ 6191720 h 8839200"/>
              <a:gd name="connsiteX676" fmla="*/ 2621826 w 15732060"/>
              <a:gd name="connsiteY676" fmla="*/ 6191720 h 8839200"/>
              <a:gd name="connsiteX677" fmla="*/ 2603170 w 15732060"/>
              <a:gd name="connsiteY677" fmla="*/ 6175257 h 8839200"/>
              <a:gd name="connsiteX678" fmla="*/ 2584513 w 15732060"/>
              <a:gd name="connsiteY678" fmla="*/ 6193914 h 8839200"/>
              <a:gd name="connsiteX679" fmla="*/ 2603170 w 15732060"/>
              <a:gd name="connsiteY679" fmla="*/ 6212571 h 8839200"/>
              <a:gd name="connsiteX680" fmla="*/ 2621826 w 15732060"/>
              <a:gd name="connsiteY680" fmla="*/ 6196109 h 8839200"/>
              <a:gd name="connsiteX681" fmla="*/ 2785897 w 15732060"/>
              <a:gd name="connsiteY681" fmla="*/ 6196109 h 8839200"/>
              <a:gd name="connsiteX682" fmla="*/ 2804554 w 15732060"/>
              <a:gd name="connsiteY682" fmla="*/ 6212571 h 8839200"/>
              <a:gd name="connsiteX683" fmla="*/ 2823210 w 15732060"/>
              <a:gd name="connsiteY683" fmla="*/ 6193914 h 8839200"/>
              <a:gd name="connsiteX684" fmla="*/ 2804554 w 15732060"/>
              <a:gd name="connsiteY684" fmla="*/ 6175257 h 8839200"/>
              <a:gd name="connsiteX685" fmla="*/ 5032942 w 15732060"/>
              <a:gd name="connsiteY685" fmla="*/ 6093636 h 8839200"/>
              <a:gd name="connsiteX686" fmla="*/ 5019772 w 15732060"/>
              <a:gd name="connsiteY686" fmla="*/ 6098986 h 8839200"/>
              <a:gd name="connsiteX687" fmla="*/ 5018126 w 15732060"/>
              <a:gd name="connsiteY687" fmla="*/ 6123679 h 8839200"/>
              <a:gd name="connsiteX688" fmla="*/ 4240576 w 15732060"/>
              <a:gd name="connsiteY688" fmla="*/ 6901227 h 8839200"/>
              <a:gd name="connsiteX689" fmla="*/ 3982126 w 15732060"/>
              <a:gd name="connsiteY689" fmla="*/ 6901227 h 8839200"/>
              <a:gd name="connsiteX690" fmla="*/ 3452054 w 15732060"/>
              <a:gd name="connsiteY690" fmla="*/ 7431300 h 8839200"/>
              <a:gd name="connsiteX691" fmla="*/ 2989475 w 15732060"/>
              <a:gd name="connsiteY691" fmla="*/ 7431300 h 8839200"/>
              <a:gd name="connsiteX692" fmla="*/ 1999568 w 15732060"/>
              <a:gd name="connsiteY692" fmla="*/ 8421206 h 8839200"/>
              <a:gd name="connsiteX693" fmla="*/ 1184156 w 15732060"/>
              <a:gd name="connsiteY693" fmla="*/ 8421206 h 8839200"/>
              <a:gd name="connsiteX694" fmla="*/ 807180 w 15732060"/>
              <a:gd name="connsiteY694" fmla="*/ 8798184 h 8839200"/>
              <a:gd name="connsiteX695" fmla="*/ 782486 w 15732060"/>
              <a:gd name="connsiteY695" fmla="*/ 8799830 h 8839200"/>
              <a:gd name="connsiteX696" fmla="*/ 782486 w 15732060"/>
              <a:gd name="connsiteY696" fmla="*/ 8826169 h 8839200"/>
              <a:gd name="connsiteX697" fmla="*/ 808826 w 15732060"/>
              <a:gd name="connsiteY697" fmla="*/ 8826169 h 8839200"/>
              <a:gd name="connsiteX698" fmla="*/ 810472 w 15732060"/>
              <a:gd name="connsiteY698" fmla="*/ 8801475 h 8839200"/>
              <a:gd name="connsiteX699" fmla="*/ 1185802 w 15732060"/>
              <a:gd name="connsiteY699" fmla="*/ 8426145 h 8839200"/>
              <a:gd name="connsiteX700" fmla="*/ 2001214 w 15732060"/>
              <a:gd name="connsiteY700" fmla="*/ 8426145 h 8839200"/>
              <a:gd name="connsiteX701" fmla="*/ 2991121 w 15732060"/>
              <a:gd name="connsiteY701" fmla="*/ 7436238 h 8839200"/>
              <a:gd name="connsiteX702" fmla="*/ 3453699 w 15732060"/>
              <a:gd name="connsiteY702" fmla="*/ 7436238 h 8839200"/>
              <a:gd name="connsiteX703" fmla="*/ 3983772 w 15732060"/>
              <a:gd name="connsiteY703" fmla="*/ 6906167 h 8839200"/>
              <a:gd name="connsiteX704" fmla="*/ 4242224 w 15732060"/>
              <a:gd name="connsiteY704" fmla="*/ 6906167 h 8839200"/>
              <a:gd name="connsiteX705" fmla="*/ 5021418 w 15732060"/>
              <a:gd name="connsiteY705" fmla="*/ 6126971 h 8839200"/>
              <a:gd name="connsiteX706" fmla="*/ 5046112 w 15732060"/>
              <a:gd name="connsiteY706" fmla="*/ 6125325 h 8839200"/>
              <a:gd name="connsiteX707" fmla="*/ 5046112 w 15732060"/>
              <a:gd name="connsiteY707" fmla="*/ 6098986 h 8839200"/>
              <a:gd name="connsiteX708" fmla="*/ 5032942 w 15732060"/>
              <a:gd name="connsiteY708" fmla="*/ 6093636 h 8839200"/>
              <a:gd name="connsiteX709" fmla="*/ 2804554 w 15732060"/>
              <a:gd name="connsiteY709" fmla="*/ 6091851 h 8839200"/>
              <a:gd name="connsiteX710" fmla="*/ 2785897 w 15732060"/>
              <a:gd name="connsiteY710" fmla="*/ 6108312 h 8839200"/>
              <a:gd name="connsiteX711" fmla="*/ 2039076 w 15732060"/>
              <a:gd name="connsiteY711" fmla="*/ 6108312 h 8839200"/>
              <a:gd name="connsiteX712" fmla="*/ 1539184 w 15732060"/>
              <a:gd name="connsiteY712" fmla="*/ 6608204 h 8839200"/>
              <a:gd name="connsiteX713" fmla="*/ 856016 w 15732060"/>
              <a:gd name="connsiteY713" fmla="*/ 6608204 h 8839200"/>
              <a:gd name="connsiteX714" fmla="*/ 609636 w 15732060"/>
              <a:gd name="connsiteY714" fmla="*/ 6854584 h 8839200"/>
              <a:gd name="connsiteX715" fmla="*/ 196444 w 15732060"/>
              <a:gd name="connsiteY715" fmla="*/ 6854584 h 8839200"/>
              <a:gd name="connsiteX716" fmla="*/ 177786 w 15732060"/>
              <a:gd name="connsiteY716" fmla="*/ 6838122 h 8839200"/>
              <a:gd name="connsiteX717" fmla="*/ 159130 w 15732060"/>
              <a:gd name="connsiteY717" fmla="*/ 6856778 h 8839200"/>
              <a:gd name="connsiteX718" fmla="*/ 177786 w 15732060"/>
              <a:gd name="connsiteY718" fmla="*/ 6875435 h 8839200"/>
              <a:gd name="connsiteX719" fmla="*/ 196444 w 15732060"/>
              <a:gd name="connsiteY719" fmla="*/ 6858974 h 8839200"/>
              <a:gd name="connsiteX720" fmla="*/ 611832 w 15732060"/>
              <a:gd name="connsiteY720" fmla="*/ 6858974 h 8839200"/>
              <a:gd name="connsiteX721" fmla="*/ 858212 w 15732060"/>
              <a:gd name="connsiteY721" fmla="*/ 6612594 h 8839200"/>
              <a:gd name="connsiteX722" fmla="*/ 1541379 w 15732060"/>
              <a:gd name="connsiteY722" fmla="*/ 6612594 h 8839200"/>
              <a:gd name="connsiteX723" fmla="*/ 2041271 w 15732060"/>
              <a:gd name="connsiteY723" fmla="*/ 6112703 h 8839200"/>
              <a:gd name="connsiteX724" fmla="*/ 2785897 w 15732060"/>
              <a:gd name="connsiteY724" fmla="*/ 6112703 h 8839200"/>
              <a:gd name="connsiteX725" fmla="*/ 2804554 w 15732060"/>
              <a:gd name="connsiteY725" fmla="*/ 6129164 h 8839200"/>
              <a:gd name="connsiteX726" fmla="*/ 2823210 w 15732060"/>
              <a:gd name="connsiteY726" fmla="*/ 6110508 h 8839200"/>
              <a:gd name="connsiteX727" fmla="*/ 2804554 w 15732060"/>
              <a:gd name="connsiteY727" fmla="*/ 6091851 h 8839200"/>
              <a:gd name="connsiteX728" fmla="*/ 3537106 w 15732060"/>
              <a:gd name="connsiteY728" fmla="*/ 6091851 h 8839200"/>
              <a:gd name="connsiteX729" fmla="*/ 3518449 w 15732060"/>
              <a:gd name="connsiteY729" fmla="*/ 6108312 h 8839200"/>
              <a:gd name="connsiteX730" fmla="*/ 3354379 w 15732060"/>
              <a:gd name="connsiteY730" fmla="*/ 6108312 h 8839200"/>
              <a:gd name="connsiteX731" fmla="*/ 3335723 w 15732060"/>
              <a:gd name="connsiteY731" fmla="*/ 6091851 h 8839200"/>
              <a:gd name="connsiteX732" fmla="*/ 3317066 w 15732060"/>
              <a:gd name="connsiteY732" fmla="*/ 6110508 h 8839200"/>
              <a:gd name="connsiteX733" fmla="*/ 3335723 w 15732060"/>
              <a:gd name="connsiteY733" fmla="*/ 6129164 h 8839200"/>
              <a:gd name="connsiteX734" fmla="*/ 3354379 w 15732060"/>
              <a:gd name="connsiteY734" fmla="*/ 6112703 h 8839200"/>
              <a:gd name="connsiteX735" fmla="*/ 3518449 w 15732060"/>
              <a:gd name="connsiteY735" fmla="*/ 6112703 h 8839200"/>
              <a:gd name="connsiteX736" fmla="*/ 3537106 w 15732060"/>
              <a:gd name="connsiteY736" fmla="*/ 6129164 h 8839200"/>
              <a:gd name="connsiteX737" fmla="*/ 3555763 w 15732060"/>
              <a:gd name="connsiteY737" fmla="*/ 6110508 h 8839200"/>
              <a:gd name="connsiteX738" fmla="*/ 3537106 w 15732060"/>
              <a:gd name="connsiteY738" fmla="*/ 6091851 h 8839200"/>
              <a:gd name="connsiteX739" fmla="*/ 12898423 w 15732060"/>
              <a:gd name="connsiteY739" fmla="*/ 6025593 h 8839200"/>
              <a:gd name="connsiteX740" fmla="*/ 12885254 w 15732060"/>
              <a:gd name="connsiteY740" fmla="*/ 6030944 h 8839200"/>
              <a:gd name="connsiteX741" fmla="*/ 12885254 w 15732060"/>
              <a:gd name="connsiteY741" fmla="*/ 6057283 h 8839200"/>
              <a:gd name="connsiteX742" fmla="*/ 12909946 w 15732060"/>
              <a:gd name="connsiteY742" fmla="*/ 6058928 h 8839200"/>
              <a:gd name="connsiteX743" fmla="*/ 12959881 w 15732060"/>
              <a:gd name="connsiteY743" fmla="*/ 6108862 h 8839200"/>
              <a:gd name="connsiteX744" fmla="*/ 12960428 w 15732060"/>
              <a:gd name="connsiteY744" fmla="*/ 6108862 h 8839200"/>
              <a:gd name="connsiteX745" fmla="*/ 14895795 w 15732060"/>
              <a:gd name="connsiteY745" fmla="*/ 6109412 h 8839200"/>
              <a:gd name="connsiteX746" fmla="*/ 15247532 w 15732060"/>
              <a:gd name="connsiteY746" fmla="*/ 6461147 h 8839200"/>
              <a:gd name="connsiteX747" fmla="*/ 15249178 w 15732060"/>
              <a:gd name="connsiteY747" fmla="*/ 6485840 h 8839200"/>
              <a:gd name="connsiteX748" fmla="*/ 15275517 w 15732060"/>
              <a:gd name="connsiteY748" fmla="*/ 6485840 h 8839200"/>
              <a:gd name="connsiteX749" fmla="*/ 15275517 w 15732060"/>
              <a:gd name="connsiteY749" fmla="*/ 6459501 h 8839200"/>
              <a:gd name="connsiteX750" fmla="*/ 15250825 w 15732060"/>
              <a:gd name="connsiteY750" fmla="*/ 6457855 h 8839200"/>
              <a:gd name="connsiteX751" fmla="*/ 14898539 w 15732060"/>
              <a:gd name="connsiteY751" fmla="*/ 6105571 h 8839200"/>
              <a:gd name="connsiteX752" fmla="*/ 14897992 w 15732060"/>
              <a:gd name="connsiteY752" fmla="*/ 6105571 h 8839200"/>
              <a:gd name="connsiteX753" fmla="*/ 12962625 w 15732060"/>
              <a:gd name="connsiteY753" fmla="*/ 6105022 h 8839200"/>
              <a:gd name="connsiteX754" fmla="*/ 12913239 w 15732060"/>
              <a:gd name="connsiteY754" fmla="*/ 6055636 h 8839200"/>
              <a:gd name="connsiteX755" fmla="*/ 12911593 w 15732060"/>
              <a:gd name="connsiteY755" fmla="*/ 6030944 h 8839200"/>
              <a:gd name="connsiteX756" fmla="*/ 12898423 w 15732060"/>
              <a:gd name="connsiteY756" fmla="*/ 6025593 h 8839200"/>
              <a:gd name="connsiteX757" fmla="*/ 2805102 w 15732060"/>
              <a:gd name="connsiteY757" fmla="*/ 6008444 h 8839200"/>
              <a:gd name="connsiteX758" fmla="*/ 2786445 w 15732060"/>
              <a:gd name="connsiteY758" fmla="*/ 6024906 h 8839200"/>
              <a:gd name="connsiteX759" fmla="*/ 2018774 w 15732060"/>
              <a:gd name="connsiteY759" fmla="*/ 6024906 h 8839200"/>
              <a:gd name="connsiteX760" fmla="*/ 1510650 w 15732060"/>
              <a:gd name="connsiteY760" fmla="*/ 6533028 h 8839200"/>
              <a:gd name="connsiteX761" fmla="*/ 1277989 w 15732060"/>
              <a:gd name="connsiteY761" fmla="*/ 6533028 h 8839200"/>
              <a:gd name="connsiteX762" fmla="*/ 1184156 w 15732060"/>
              <a:gd name="connsiteY762" fmla="*/ 6439196 h 8839200"/>
              <a:gd name="connsiteX763" fmla="*/ 1183608 w 15732060"/>
              <a:gd name="connsiteY763" fmla="*/ 6439196 h 8839200"/>
              <a:gd name="connsiteX764" fmla="*/ 931192 w 15732060"/>
              <a:gd name="connsiteY764" fmla="*/ 6438647 h 8839200"/>
              <a:gd name="connsiteX765" fmla="*/ 686458 w 15732060"/>
              <a:gd name="connsiteY765" fmla="*/ 6683380 h 8839200"/>
              <a:gd name="connsiteX766" fmla="*/ 171752 w 15732060"/>
              <a:gd name="connsiteY766" fmla="*/ 6683380 h 8839200"/>
              <a:gd name="connsiteX767" fmla="*/ 32374 w 15732060"/>
              <a:gd name="connsiteY767" fmla="*/ 6822757 h 8839200"/>
              <a:gd name="connsiteX768" fmla="*/ 7682 w 15732060"/>
              <a:gd name="connsiteY768" fmla="*/ 6824403 h 8839200"/>
              <a:gd name="connsiteX769" fmla="*/ 7682 w 15732060"/>
              <a:gd name="connsiteY769" fmla="*/ 6850743 h 8839200"/>
              <a:gd name="connsiteX770" fmla="*/ 34020 w 15732060"/>
              <a:gd name="connsiteY770" fmla="*/ 6850743 h 8839200"/>
              <a:gd name="connsiteX771" fmla="*/ 34568 w 15732060"/>
              <a:gd name="connsiteY771" fmla="*/ 6850743 h 8839200"/>
              <a:gd name="connsiteX772" fmla="*/ 36216 w 15732060"/>
              <a:gd name="connsiteY772" fmla="*/ 6826050 h 8839200"/>
              <a:gd name="connsiteX773" fmla="*/ 174494 w 15732060"/>
              <a:gd name="connsiteY773" fmla="*/ 6687770 h 8839200"/>
              <a:gd name="connsiteX774" fmla="*/ 688654 w 15732060"/>
              <a:gd name="connsiteY774" fmla="*/ 6687770 h 8839200"/>
              <a:gd name="connsiteX775" fmla="*/ 933388 w 15732060"/>
              <a:gd name="connsiteY775" fmla="*/ 6443037 h 8839200"/>
              <a:gd name="connsiteX776" fmla="*/ 1181412 w 15732060"/>
              <a:gd name="connsiteY776" fmla="*/ 6443037 h 8839200"/>
              <a:gd name="connsiteX777" fmla="*/ 1275245 w 15732060"/>
              <a:gd name="connsiteY777" fmla="*/ 6536870 h 8839200"/>
              <a:gd name="connsiteX778" fmla="*/ 1275794 w 15732060"/>
              <a:gd name="connsiteY778" fmla="*/ 6536870 h 8839200"/>
              <a:gd name="connsiteX779" fmla="*/ 1512845 w 15732060"/>
              <a:gd name="connsiteY779" fmla="*/ 6537419 h 8839200"/>
              <a:gd name="connsiteX780" fmla="*/ 2020968 w 15732060"/>
              <a:gd name="connsiteY780" fmla="*/ 6029295 h 8839200"/>
              <a:gd name="connsiteX781" fmla="*/ 2786445 w 15732060"/>
              <a:gd name="connsiteY781" fmla="*/ 6029295 h 8839200"/>
              <a:gd name="connsiteX782" fmla="*/ 2805102 w 15732060"/>
              <a:gd name="connsiteY782" fmla="*/ 6045757 h 8839200"/>
              <a:gd name="connsiteX783" fmla="*/ 2823759 w 15732060"/>
              <a:gd name="connsiteY783" fmla="*/ 6027101 h 8839200"/>
              <a:gd name="connsiteX784" fmla="*/ 2805102 w 15732060"/>
              <a:gd name="connsiteY784" fmla="*/ 6008444 h 8839200"/>
              <a:gd name="connsiteX785" fmla="*/ 4046876 w 15732060"/>
              <a:gd name="connsiteY785" fmla="*/ 6008444 h 8839200"/>
              <a:gd name="connsiteX786" fmla="*/ 4028219 w 15732060"/>
              <a:gd name="connsiteY786" fmla="*/ 6024906 h 8839200"/>
              <a:gd name="connsiteX787" fmla="*/ 3354379 w 15732060"/>
              <a:gd name="connsiteY787" fmla="*/ 6024906 h 8839200"/>
              <a:gd name="connsiteX788" fmla="*/ 3335723 w 15732060"/>
              <a:gd name="connsiteY788" fmla="*/ 6008444 h 8839200"/>
              <a:gd name="connsiteX789" fmla="*/ 3317066 w 15732060"/>
              <a:gd name="connsiteY789" fmla="*/ 6027101 h 8839200"/>
              <a:gd name="connsiteX790" fmla="*/ 3335723 w 15732060"/>
              <a:gd name="connsiteY790" fmla="*/ 6045757 h 8839200"/>
              <a:gd name="connsiteX791" fmla="*/ 3354379 w 15732060"/>
              <a:gd name="connsiteY791" fmla="*/ 6029295 h 8839200"/>
              <a:gd name="connsiteX792" fmla="*/ 4028219 w 15732060"/>
              <a:gd name="connsiteY792" fmla="*/ 6029295 h 8839200"/>
              <a:gd name="connsiteX793" fmla="*/ 4046876 w 15732060"/>
              <a:gd name="connsiteY793" fmla="*/ 6045757 h 8839200"/>
              <a:gd name="connsiteX794" fmla="*/ 4065533 w 15732060"/>
              <a:gd name="connsiteY794" fmla="*/ 6027101 h 8839200"/>
              <a:gd name="connsiteX795" fmla="*/ 4046876 w 15732060"/>
              <a:gd name="connsiteY795" fmla="*/ 6008444 h 8839200"/>
              <a:gd name="connsiteX796" fmla="*/ 2804004 w 15732060"/>
              <a:gd name="connsiteY796" fmla="*/ 5926136 h 8839200"/>
              <a:gd name="connsiteX797" fmla="*/ 2785348 w 15732060"/>
              <a:gd name="connsiteY797" fmla="*/ 5942599 h 8839200"/>
              <a:gd name="connsiteX798" fmla="*/ 1992983 w 15732060"/>
              <a:gd name="connsiteY798" fmla="*/ 5942599 h 8839200"/>
              <a:gd name="connsiteX799" fmla="*/ 1601739 w 15732060"/>
              <a:gd name="connsiteY799" fmla="*/ 6333841 h 8839200"/>
              <a:gd name="connsiteX800" fmla="*/ 932838 w 15732060"/>
              <a:gd name="connsiteY800" fmla="*/ 6333841 h 8839200"/>
              <a:gd name="connsiteX801" fmla="*/ 706762 w 15732060"/>
              <a:gd name="connsiteY801" fmla="*/ 6559919 h 8839200"/>
              <a:gd name="connsiteX802" fmla="*/ 441726 w 15732060"/>
              <a:gd name="connsiteY802" fmla="*/ 6559919 h 8839200"/>
              <a:gd name="connsiteX803" fmla="*/ 423070 w 15732060"/>
              <a:gd name="connsiteY803" fmla="*/ 6543456 h 8839200"/>
              <a:gd name="connsiteX804" fmla="*/ 404412 w 15732060"/>
              <a:gd name="connsiteY804" fmla="*/ 6562113 h 8839200"/>
              <a:gd name="connsiteX805" fmla="*/ 423070 w 15732060"/>
              <a:gd name="connsiteY805" fmla="*/ 6580770 h 8839200"/>
              <a:gd name="connsiteX806" fmla="*/ 441726 w 15732060"/>
              <a:gd name="connsiteY806" fmla="*/ 6564307 h 8839200"/>
              <a:gd name="connsiteX807" fmla="*/ 708958 w 15732060"/>
              <a:gd name="connsiteY807" fmla="*/ 6564307 h 8839200"/>
              <a:gd name="connsiteX808" fmla="*/ 935034 w 15732060"/>
              <a:gd name="connsiteY808" fmla="*/ 6338232 h 8839200"/>
              <a:gd name="connsiteX809" fmla="*/ 1603934 w 15732060"/>
              <a:gd name="connsiteY809" fmla="*/ 6338232 h 8839200"/>
              <a:gd name="connsiteX810" fmla="*/ 1995178 w 15732060"/>
              <a:gd name="connsiteY810" fmla="*/ 5946987 h 8839200"/>
              <a:gd name="connsiteX811" fmla="*/ 2785348 w 15732060"/>
              <a:gd name="connsiteY811" fmla="*/ 5946987 h 8839200"/>
              <a:gd name="connsiteX812" fmla="*/ 2804004 w 15732060"/>
              <a:gd name="connsiteY812" fmla="*/ 5963450 h 8839200"/>
              <a:gd name="connsiteX813" fmla="*/ 2822662 w 15732060"/>
              <a:gd name="connsiteY813" fmla="*/ 5944793 h 8839200"/>
              <a:gd name="connsiteX814" fmla="*/ 2804004 w 15732060"/>
              <a:gd name="connsiteY814" fmla="*/ 5926136 h 8839200"/>
              <a:gd name="connsiteX815" fmla="*/ 11466789 w 15732060"/>
              <a:gd name="connsiteY815" fmla="*/ 5863170 h 8839200"/>
              <a:gd name="connsiteX816" fmla="*/ 11453620 w 15732060"/>
              <a:gd name="connsiteY816" fmla="*/ 5868520 h 8839200"/>
              <a:gd name="connsiteX817" fmla="*/ 11453620 w 15732060"/>
              <a:gd name="connsiteY817" fmla="*/ 5894858 h 8839200"/>
              <a:gd name="connsiteX818" fmla="*/ 11478312 w 15732060"/>
              <a:gd name="connsiteY818" fmla="*/ 5896505 h 8839200"/>
              <a:gd name="connsiteX819" fmla="*/ 11798770 w 15732060"/>
              <a:gd name="connsiteY819" fmla="*/ 6216962 h 8839200"/>
              <a:gd name="connsiteX820" fmla="*/ 11799319 w 15732060"/>
              <a:gd name="connsiteY820" fmla="*/ 6216962 h 8839200"/>
              <a:gd name="connsiteX821" fmla="*/ 12278359 w 15732060"/>
              <a:gd name="connsiteY821" fmla="*/ 6217512 h 8839200"/>
              <a:gd name="connsiteX822" fmla="*/ 12570284 w 15732060"/>
              <a:gd name="connsiteY822" fmla="*/ 6509985 h 8839200"/>
              <a:gd name="connsiteX823" fmla="*/ 12570831 w 15732060"/>
              <a:gd name="connsiteY823" fmla="*/ 6509985 h 8839200"/>
              <a:gd name="connsiteX824" fmla="*/ 13854309 w 15732060"/>
              <a:gd name="connsiteY824" fmla="*/ 6510533 h 8839200"/>
              <a:gd name="connsiteX825" fmla="*/ 14513881 w 15732060"/>
              <a:gd name="connsiteY825" fmla="*/ 7170105 h 8839200"/>
              <a:gd name="connsiteX826" fmla="*/ 14514429 w 15732060"/>
              <a:gd name="connsiteY826" fmla="*/ 7170105 h 8839200"/>
              <a:gd name="connsiteX827" fmla="*/ 15260152 w 15732060"/>
              <a:gd name="connsiteY827" fmla="*/ 7170654 h 8839200"/>
              <a:gd name="connsiteX828" fmla="*/ 15528481 w 15732060"/>
              <a:gd name="connsiteY828" fmla="*/ 6902325 h 8839200"/>
              <a:gd name="connsiteX829" fmla="*/ 15694745 w 15732060"/>
              <a:gd name="connsiteY829" fmla="*/ 6902325 h 8839200"/>
              <a:gd name="connsiteX830" fmla="*/ 15713402 w 15732060"/>
              <a:gd name="connsiteY830" fmla="*/ 6918787 h 8839200"/>
              <a:gd name="connsiteX831" fmla="*/ 15732060 w 15732060"/>
              <a:gd name="connsiteY831" fmla="*/ 6900130 h 8839200"/>
              <a:gd name="connsiteX832" fmla="*/ 15713402 w 15732060"/>
              <a:gd name="connsiteY832" fmla="*/ 6881473 h 8839200"/>
              <a:gd name="connsiteX833" fmla="*/ 15712305 w 15732060"/>
              <a:gd name="connsiteY833" fmla="*/ 6880925 h 8839200"/>
              <a:gd name="connsiteX834" fmla="*/ 15693648 w 15732060"/>
              <a:gd name="connsiteY834" fmla="*/ 6897386 h 8839200"/>
              <a:gd name="connsiteX835" fmla="*/ 15525737 w 15732060"/>
              <a:gd name="connsiteY835" fmla="*/ 6897386 h 8839200"/>
              <a:gd name="connsiteX836" fmla="*/ 15257409 w 15732060"/>
              <a:gd name="connsiteY836" fmla="*/ 7165715 h 8839200"/>
              <a:gd name="connsiteX837" fmla="*/ 14516076 w 15732060"/>
              <a:gd name="connsiteY837" fmla="*/ 7165715 h 8839200"/>
              <a:gd name="connsiteX838" fmla="*/ 13856504 w 15732060"/>
              <a:gd name="connsiteY838" fmla="*/ 6506142 h 8839200"/>
              <a:gd name="connsiteX839" fmla="*/ 13855954 w 15732060"/>
              <a:gd name="connsiteY839" fmla="*/ 6506142 h 8839200"/>
              <a:gd name="connsiteX840" fmla="*/ 12572478 w 15732060"/>
              <a:gd name="connsiteY840" fmla="*/ 6505594 h 8839200"/>
              <a:gd name="connsiteX841" fmla="*/ 12280554 w 15732060"/>
              <a:gd name="connsiteY841" fmla="*/ 6213121 h 8839200"/>
              <a:gd name="connsiteX842" fmla="*/ 12280005 w 15732060"/>
              <a:gd name="connsiteY842" fmla="*/ 6213121 h 8839200"/>
              <a:gd name="connsiteX843" fmla="*/ 11800964 w 15732060"/>
              <a:gd name="connsiteY843" fmla="*/ 6212573 h 8839200"/>
              <a:gd name="connsiteX844" fmla="*/ 11481604 w 15732060"/>
              <a:gd name="connsiteY844" fmla="*/ 5893212 h 8839200"/>
              <a:gd name="connsiteX845" fmla="*/ 11479958 w 15732060"/>
              <a:gd name="connsiteY845" fmla="*/ 5868520 h 8839200"/>
              <a:gd name="connsiteX846" fmla="*/ 11466789 w 15732060"/>
              <a:gd name="connsiteY846" fmla="*/ 5863170 h 8839200"/>
              <a:gd name="connsiteX847" fmla="*/ 10306776 w 15732060"/>
              <a:gd name="connsiteY847" fmla="*/ 5831892 h 8839200"/>
              <a:gd name="connsiteX848" fmla="*/ 10293606 w 15732060"/>
              <a:gd name="connsiteY848" fmla="*/ 5837242 h 8839200"/>
              <a:gd name="connsiteX849" fmla="*/ 10293606 w 15732060"/>
              <a:gd name="connsiteY849" fmla="*/ 5863581 h 8839200"/>
              <a:gd name="connsiteX850" fmla="*/ 10318299 w 15732060"/>
              <a:gd name="connsiteY850" fmla="*/ 5865227 h 8839200"/>
              <a:gd name="connsiteX851" fmla="*/ 11084873 w 15732060"/>
              <a:gd name="connsiteY851" fmla="*/ 6631802 h 8839200"/>
              <a:gd name="connsiteX852" fmla="*/ 11085422 w 15732060"/>
              <a:gd name="connsiteY852" fmla="*/ 6631802 h 8839200"/>
              <a:gd name="connsiteX853" fmla="*/ 11608362 w 15732060"/>
              <a:gd name="connsiteY853" fmla="*/ 6632351 h 8839200"/>
              <a:gd name="connsiteX854" fmla="*/ 12314575 w 15732060"/>
              <a:gd name="connsiteY854" fmla="*/ 7338565 h 8839200"/>
              <a:gd name="connsiteX855" fmla="*/ 12315125 w 15732060"/>
              <a:gd name="connsiteY855" fmla="*/ 7338565 h 8839200"/>
              <a:gd name="connsiteX856" fmla="*/ 12698685 w 15732060"/>
              <a:gd name="connsiteY856" fmla="*/ 7339114 h 8839200"/>
              <a:gd name="connsiteX857" fmla="*/ 13217234 w 15732060"/>
              <a:gd name="connsiteY857" fmla="*/ 7857663 h 8839200"/>
              <a:gd name="connsiteX858" fmla="*/ 13217784 w 15732060"/>
              <a:gd name="connsiteY858" fmla="*/ 7857663 h 8839200"/>
              <a:gd name="connsiteX859" fmla="*/ 14276830 w 15732060"/>
              <a:gd name="connsiteY859" fmla="*/ 7858211 h 8839200"/>
              <a:gd name="connsiteX860" fmla="*/ 15188818 w 15732060"/>
              <a:gd name="connsiteY860" fmla="*/ 8770198 h 8839200"/>
              <a:gd name="connsiteX861" fmla="*/ 15190464 w 15732060"/>
              <a:gd name="connsiteY861" fmla="*/ 8794890 h 8839200"/>
              <a:gd name="connsiteX862" fmla="*/ 15216802 w 15732060"/>
              <a:gd name="connsiteY862" fmla="*/ 8794890 h 8839200"/>
              <a:gd name="connsiteX863" fmla="*/ 15216802 w 15732060"/>
              <a:gd name="connsiteY863" fmla="*/ 8768552 h 8839200"/>
              <a:gd name="connsiteX864" fmla="*/ 15192109 w 15732060"/>
              <a:gd name="connsiteY864" fmla="*/ 8766906 h 8839200"/>
              <a:gd name="connsiteX865" fmla="*/ 14279574 w 15732060"/>
              <a:gd name="connsiteY865" fmla="*/ 7854370 h 8839200"/>
              <a:gd name="connsiteX866" fmla="*/ 14279025 w 15732060"/>
              <a:gd name="connsiteY866" fmla="*/ 7854370 h 8839200"/>
              <a:gd name="connsiteX867" fmla="*/ 13219978 w 15732060"/>
              <a:gd name="connsiteY867" fmla="*/ 7853821 h 8839200"/>
              <a:gd name="connsiteX868" fmla="*/ 12701429 w 15732060"/>
              <a:gd name="connsiteY868" fmla="*/ 7335272 h 8839200"/>
              <a:gd name="connsiteX869" fmla="*/ 12700880 w 15732060"/>
              <a:gd name="connsiteY869" fmla="*/ 7335272 h 8839200"/>
              <a:gd name="connsiteX870" fmla="*/ 12317319 w 15732060"/>
              <a:gd name="connsiteY870" fmla="*/ 7334723 h 8839200"/>
              <a:gd name="connsiteX871" fmla="*/ 11611104 w 15732060"/>
              <a:gd name="connsiteY871" fmla="*/ 6628510 h 8839200"/>
              <a:gd name="connsiteX872" fmla="*/ 11610556 w 15732060"/>
              <a:gd name="connsiteY872" fmla="*/ 6628510 h 8839200"/>
              <a:gd name="connsiteX873" fmla="*/ 11087617 w 15732060"/>
              <a:gd name="connsiteY873" fmla="*/ 6627961 h 8839200"/>
              <a:gd name="connsiteX874" fmla="*/ 10321592 w 15732060"/>
              <a:gd name="connsiteY874" fmla="*/ 5861935 h 8839200"/>
              <a:gd name="connsiteX875" fmla="*/ 10319945 w 15732060"/>
              <a:gd name="connsiteY875" fmla="*/ 5837242 h 8839200"/>
              <a:gd name="connsiteX876" fmla="*/ 10306776 w 15732060"/>
              <a:gd name="connsiteY876" fmla="*/ 5831892 h 8839200"/>
              <a:gd name="connsiteX877" fmla="*/ 8942636 w 15732060"/>
              <a:gd name="connsiteY877" fmla="*/ 5819683 h 8839200"/>
              <a:gd name="connsiteX878" fmla="*/ 8923979 w 15732060"/>
              <a:gd name="connsiteY878" fmla="*/ 5838340 h 8839200"/>
              <a:gd name="connsiteX879" fmla="*/ 8940440 w 15732060"/>
              <a:gd name="connsiteY879" fmla="*/ 5856997 h 8839200"/>
              <a:gd name="connsiteX880" fmla="*/ 8940440 w 15732060"/>
              <a:gd name="connsiteY880" fmla="*/ 6048502 h 8839200"/>
              <a:gd name="connsiteX881" fmla="*/ 9310833 w 15732060"/>
              <a:gd name="connsiteY881" fmla="*/ 6418895 h 8839200"/>
              <a:gd name="connsiteX882" fmla="*/ 9310833 w 15732060"/>
              <a:gd name="connsiteY882" fmla="*/ 6624667 h 8839200"/>
              <a:gd name="connsiteX883" fmla="*/ 9294370 w 15732060"/>
              <a:gd name="connsiteY883" fmla="*/ 6643325 h 8839200"/>
              <a:gd name="connsiteX884" fmla="*/ 9313027 w 15732060"/>
              <a:gd name="connsiteY884" fmla="*/ 6661982 h 8839200"/>
              <a:gd name="connsiteX885" fmla="*/ 9331684 w 15732060"/>
              <a:gd name="connsiteY885" fmla="*/ 6643325 h 8839200"/>
              <a:gd name="connsiteX886" fmla="*/ 9315223 w 15732060"/>
              <a:gd name="connsiteY886" fmla="*/ 6624667 h 8839200"/>
              <a:gd name="connsiteX887" fmla="*/ 9315223 w 15732060"/>
              <a:gd name="connsiteY887" fmla="*/ 6416700 h 8839200"/>
              <a:gd name="connsiteX888" fmla="*/ 8944831 w 15732060"/>
              <a:gd name="connsiteY888" fmla="*/ 6046308 h 8839200"/>
              <a:gd name="connsiteX889" fmla="*/ 8944831 w 15732060"/>
              <a:gd name="connsiteY889" fmla="*/ 5856997 h 8839200"/>
              <a:gd name="connsiteX890" fmla="*/ 8961292 w 15732060"/>
              <a:gd name="connsiteY890" fmla="*/ 5838340 h 8839200"/>
              <a:gd name="connsiteX891" fmla="*/ 8942636 w 15732060"/>
              <a:gd name="connsiteY891" fmla="*/ 5819683 h 8839200"/>
              <a:gd name="connsiteX892" fmla="*/ 11741153 w 15732060"/>
              <a:gd name="connsiteY892" fmla="*/ 5795127 h 8839200"/>
              <a:gd name="connsiteX893" fmla="*/ 11727985 w 15732060"/>
              <a:gd name="connsiteY893" fmla="*/ 5800478 h 8839200"/>
              <a:gd name="connsiteX894" fmla="*/ 11727985 w 15732060"/>
              <a:gd name="connsiteY894" fmla="*/ 5826817 h 8839200"/>
              <a:gd name="connsiteX895" fmla="*/ 11752677 w 15732060"/>
              <a:gd name="connsiteY895" fmla="*/ 5828462 h 8839200"/>
              <a:gd name="connsiteX896" fmla="*/ 11802611 w 15732060"/>
              <a:gd name="connsiteY896" fmla="*/ 5878396 h 8839200"/>
              <a:gd name="connsiteX897" fmla="*/ 11803160 w 15732060"/>
              <a:gd name="connsiteY897" fmla="*/ 5878396 h 8839200"/>
              <a:gd name="connsiteX898" fmla="*/ 12455050 w 15732060"/>
              <a:gd name="connsiteY898" fmla="*/ 5878946 h 8839200"/>
              <a:gd name="connsiteX899" fmla="*/ 12555466 w 15732060"/>
              <a:gd name="connsiteY899" fmla="*/ 5979363 h 8839200"/>
              <a:gd name="connsiteX900" fmla="*/ 12556016 w 15732060"/>
              <a:gd name="connsiteY900" fmla="*/ 5979363 h 8839200"/>
              <a:gd name="connsiteX901" fmla="*/ 12677833 w 15732060"/>
              <a:gd name="connsiteY901" fmla="*/ 5979911 h 8839200"/>
              <a:gd name="connsiteX902" fmla="*/ 12696491 w 15732060"/>
              <a:gd name="connsiteY902" fmla="*/ 5996373 h 8839200"/>
              <a:gd name="connsiteX903" fmla="*/ 12715147 w 15732060"/>
              <a:gd name="connsiteY903" fmla="*/ 5977717 h 8839200"/>
              <a:gd name="connsiteX904" fmla="*/ 12696491 w 15732060"/>
              <a:gd name="connsiteY904" fmla="*/ 5959060 h 8839200"/>
              <a:gd name="connsiteX905" fmla="*/ 12677833 w 15732060"/>
              <a:gd name="connsiteY905" fmla="*/ 5975522 h 8839200"/>
              <a:gd name="connsiteX906" fmla="*/ 12558210 w 15732060"/>
              <a:gd name="connsiteY906" fmla="*/ 5975522 h 8839200"/>
              <a:gd name="connsiteX907" fmla="*/ 12457794 w 15732060"/>
              <a:gd name="connsiteY907" fmla="*/ 5875104 h 8839200"/>
              <a:gd name="connsiteX908" fmla="*/ 12457245 w 15732060"/>
              <a:gd name="connsiteY908" fmla="*/ 5875104 h 8839200"/>
              <a:gd name="connsiteX909" fmla="*/ 11805354 w 15732060"/>
              <a:gd name="connsiteY909" fmla="*/ 5874555 h 8839200"/>
              <a:gd name="connsiteX910" fmla="*/ 11755968 w 15732060"/>
              <a:gd name="connsiteY910" fmla="*/ 5825170 h 8839200"/>
              <a:gd name="connsiteX911" fmla="*/ 11754323 w 15732060"/>
              <a:gd name="connsiteY911" fmla="*/ 5800478 h 8839200"/>
              <a:gd name="connsiteX912" fmla="*/ 11741153 w 15732060"/>
              <a:gd name="connsiteY912" fmla="*/ 5795127 h 8839200"/>
              <a:gd name="connsiteX913" fmla="*/ 4557194 w 15732060"/>
              <a:gd name="connsiteY913" fmla="*/ 5784150 h 8839200"/>
              <a:gd name="connsiteX914" fmla="*/ 4544024 w 15732060"/>
              <a:gd name="connsiteY914" fmla="*/ 5789500 h 8839200"/>
              <a:gd name="connsiteX915" fmla="*/ 4543476 w 15732060"/>
              <a:gd name="connsiteY915" fmla="*/ 5789500 h 8839200"/>
              <a:gd name="connsiteX916" fmla="*/ 4541829 w 15732060"/>
              <a:gd name="connsiteY916" fmla="*/ 5814194 h 8839200"/>
              <a:gd name="connsiteX917" fmla="*/ 4081446 w 15732060"/>
              <a:gd name="connsiteY917" fmla="*/ 6275126 h 8839200"/>
              <a:gd name="connsiteX918" fmla="*/ 3354379 w 15732060"/>
              <a:gd name="connsiteY918" fmla="*/ 6275126 h 8839200"/>
              <a:gd name="connsiteX919" fmla="*/ 3335723 w 15732060"/>
              <a:gd name="connsiteY919" fmla="*/ 6258664 h 8839200"/>
              <a:gd name="connsiteX920" fmla="*/ 3317066 w 15732060"/>
              <a:gd name="connsiteY920" fmla="*/ 6277321 h 8839200"/>
              <a:gd name="connsiteX921" fmla="*/ 3335723 w 15732060"/>
              <a:gd name="connsiteY921" fmla="*/ 6295978 h 8839200"/>
              <a:gd name="connsiteX922" fmla="*/ 3354379 w 15732060"/>
              <a:gd name="connsiteY922" fmla="*/ 6279516 h 8839200"/>
              <a:gd name="connsiteX923" fmla="*/ 4083641 w 15732060"/>
              <a:gd name="connsiteY923" fmla="*/ 6279516 h 8839200"/>
              <a:gd name="connsiteX924" fmla="*/ 4545670 w 15732060"/>
              <a:gd name="connsiteY924" fmla="*/ 5817486 h 8839200"/>
              <a:gd name="connsiteX925" fmla="*/ 4570363 w 15732060"/>
              <a:gd name="connsiteY925" fmla="*/ 5815840 h 8839200"/>
              <a:gd name="connsiteX926" fmla="*/ 4570363 w 15732060"/>
              <a:gd name="connsiteY926" fmla="*/ 5789500 h 8839200"/>
              <a:gd name="connsiteX927" fmla="*/ 4557194 w 15732060"/>
              <a:gd name="connsiteY927" fmla="*/ 5784150 h 8839200"/>
              <a:gd name="connsiteX928" fmla="*/ 10997625 w 15732060"/>
              <a:gd name="connsiteY928" fmla="*/ 5764947 h 8839200"/>
              <a:gd name="connsiteX929" fmla="*/ 10984456 w 15732060"/>
              <a:gd name="connsiteY929" fmla="*/ 5770298 h 8839200"/>
              <a:gd name="connsiteX930" fmla="*/ 10984456 w 15732060"/>
              <a:gd name="connsiteY930" fmla="*/ 5796637 h 8839200"/>
              <a:gd name="connsiteX931" fmla="*/ 11009149 w 15732060"/>
              <a:gd name="connsiteY931" fmla="*/ 5798282 h 8839200"/>
              <a:gd name="connsiteX932" fmla="*/ 11105724 w 15732060"/>
              <a:gd name="connsiteY932" fmla="*/ 5894858 h 8839200"/>
              <a:gd name="connsiteX933" fmla="*/ 11105724 w 15732060"/>
              <a:gd name="connsiteY933" fmla="*/ 6118191 h 8839200"/>
              <a:gd name="connsiteX934" fmla="*/ 11291745 w 15732060"/>
              <a:gd name="connsiteY934" fmla="*/ 6304211 h 8839200"/>
              <a:gd name="connsiteX935" fmla="*/ 11293390 w 15732060"/>
              <a:gd name="connsiteY935" fmla="*/ 6328903 h 8839200"/>
              <a:gd name="connsiteX936" fmla="*/ 11319729 w 15732060"/>
              <a:gd name="connsiteY936" fmla="*/ 6328903 h 8839200"/>
              <a:gd name="connsiteX937" fmla="*/ 11319729 w 15732060"/>
              <a:gd name="connsiteY937" fmla="*/ 6302564 h 8839200"/>
              <a:gd name="connsiteX938" fmla="*/ 11295037 w 15732060"/>
              <a:gd name="connsiteY938" fmla="*/ 6300917 h 8839200"/>
              <a:gd name="connsiteX939" fmla="*/ 11110115 w 15732060"/>
              <a:gd name="connsiteY939" fmla="*/ 6115997 h 8839200"/>
              <a:gd name="connsiteX940" fmla="*/ 11110115 w 15732060"/>
              <a:gd name="connsiteY940" fmla="*/ 5892664 h 8839200"/>
              <a:gd name="connsiteX941" fmla="*/ 11012441 w 15732060"/>
              <a:gd name="connsiteY941" fmla="*/ 5794990 h 8839200"/>
              <a:gd name="connsiteX942" fmla="*/ 11010795 w 15732060"/>
              <a:gd name="connsiteY942" fmla="*/ 5770298 h 8839200"/>
              <a:gd name="connsiteX943" fmla="*/ 10997625 w 15732060"/>
              <a:gd name="connsiteY943" fmla="*/ 5764947 h 8839200"/>
              <a:gd name="connsiteX944" fmla="*/ 9271873 w 15732060"/>
              <a:gd name="connsiteY944" fmla="*/ 5704998 h 8839200"/>
              <a:gd name="connsiteX945" fmla="*/ 9253216 w 15732060"/>
              <a:gd name="connsiteY945" fmla="*/ 5723655 h 8839200"/>
              <a:gd name="connsiteX946" fmla="*/ 9271873 w 15732060"/>
              <a:gd name="connsiteY946" fmla="*/ 5742312 h 8839200"/>
              <a:gd name="connsiteX947" fmla="*/ 9290529 w 15732060"/>
              <a:gd name="connsiteY947" fmla="*/ 5725850 h 8839200"/>
              <a:gd name="connsiteX948" fmla="*/ 9462830 w 15732060"/>
              <a:gd name="connsiteY948" fmla="*/ 5725850 h 8839200"/>
              <a:gd name="connsiteX949" fmla="*/ 10563033 w 15732060"/>
              <a:gd name="connsiteY949" fmla="*/ 6826051 h 8839200"/>
              <a:gd name="connsiteX950" fmla="*/ 10563581 w 15732060"/>
              <a:gd name="connsiteY950" fmla="*/ 6826051 h 8839200"/>
              <a:gd name="connsiteX951" fmla="*/ 11033842 w 15732060"/>
              <a:gd name="connsiteY951" fmla="*/ 6826600 h 8839200"/>
              <a:gd name="connsiteX952" fmla="*/ 11462948 w 15732060"/>
              <a:gd name="connsiteY952" fmla="*/ 7255706 h 8839200"/>
              <a:gd name="connsiteX953" fmla="*/ 11462948 w 15732060"/>
              <a:gd name="connsiteY953" fmla="*/ 7500440 h 8839200"/>
              <a:gd name="connsiteX954" fmla="*/ 12370546 w 15732060"/>
              <a:gd name="connsiteY954" fmla="*/ 8408036 h 8839200"/>
              <a:gd name="connsiteX955" fmla="*/ 12370546 w 15732060"/>
              <a:gd name="connsiteY955" fmla="*/ 8759772 h 8839200"/>
              <a:gd name="connsiteX956" fmla="*/ 12354083 w 15732060"/>
              <a:gd name="connsiteY956" fmla="*/ 8778429 h 8839200"/>
              <a:gd name="connsiteX957" fmla="*/ 12372741 w 15732060"/>
              <a:gd name="connsiteY957" fmla="*/ 8797086 h 8839200"/>
              <a:gd name="connsiteX958" fmla="*/ 12391397 w 15732060"/>
              <a:gd name="connsiteY958" fmla="*/ 8778429 h 8839200"/>
              <a:gd name="connsiteX959" fmla="*/ 12374935 w 15732060"/>
              <a:gd name="connsiteY959" fmla="*/ 8759772 h 8839200"/>
              <a:gd name="connsiteX960" fmla="*/ 12374935 w 15732060"/>
              <a:gd name="connsiteY960" fmla="*/ 8406391 h 8839200"/>
              <a:gd name="connsiteX961" fmla="*/ 11467338 w 15732060"/>
              <a:gd name="connsiteY961" fmla="*/ 7498793 h 8839200"/>
              <a:gd name="connsiteX962" fmla="*/ 11467338 w 15732060"/>
              <a:gd name="connsiteY962" fmla="*/ 7254060 h 8839200"/>
              <a:gd name="connsiteX963" fmla="*/ 11036585 w 15732060"/>
              <a:gd name="connsiteY963" fmla="*/ 6822760 h 8839200"/>
              <a:gd name="connsiteX964" fmla="*/ 11036036 w 15732060"/>
              <a:gd name="connsiteY964" fmla="*/ 6822760 h 8839200"/>
              <a:gd name="connsiteX965" fmla="*/ 10565777 w 15732060"/>
              <a:gd name="connsiteY965" fmla="*/ 6822210 h 8839200"/>
              <a:gd name="connsiteX966" fmla="*/ 9465574 w 15732060"/>
              <a:gd name="connsiteY966" fmla="*/ 5722009 h 8839200"/>
              <a:gd name="connsiteX967" fmla="*/ 9465025 w 15732060"/>
              <a:gd name="connsiteY967" fmla="*/ 5722009 h 8839200"/>
              <a:gd name="connsiteX968" fmla="*/ 9290529 w 15732060"/>
              <a:gd name="connsiteY968" fmla="*/ 5721460 h 8839200"/>
              <a:gd name="connsiteX969" fmla="*/ 9271873 w 15732060"/>
              <a:gd name="connsiteY969" fmla="*/ 5704998 h 8839200"/>
              <a:gd name="connsiteX970" fmla="*/ 2945028 w 15732060"/>
              <a:gd name="connsiteY970" fmla="*/ 5666586 h 8839200"/>
              <a:gd name="connsiteX971" fmla="*/ 2926371 w 15732060"/>
              <a:gd name="connsiteY971" fmla="*/ 5685243 h 8839200"/>
              <a:gd name="connsiteX972" fmla="*/ 2942832 w 15732060"/>
              <a:gd name="connsiteY972" fmla="*/ 5703899 h 8839200"/>
              <a:gd name="connsiteX973" fmla="*/ 2942832 w 15732060"/>
              <a:gd name="connsiteY973" fmla="*/ 5867970 h 8839200"/>
              <a:gd name="connsiteX974" fmla="*/ 2926371 w 15732060"/>
              <a:gd name="connsiteY974" fmla="*/ 5886626 h 8839200"/>
              <a:gd name="connsiteX975" fmla="*/ 2945028 w 15732060"/>
              <a:gd name="connsiteY975" fmla="*/ 5905282 h 8839200"/>
              <a:gd name="connsiteX976" fmla="*/ 2963685 w 15732060"/>
              <a:gd name="connsiteY976" fmla="*/ 5886626 h 8839200"/>
              <a:gd name="connsiteX977" fmla="*/ 2947223 w 15732060"/>
              <a:gd name="connsiteY977" fmla="*/ 5867970 h 8839200"/>
              <a:gd name="connsiteX978" fmla="*/ 2947223 w 15732060"/>
              <a:gd name="connsiteY978" fmla="*/ 5703899 h 8839200"/>
              <a:gd name="connsiteX979" fmla="*/ 2963685 w 15732060"/>
              <a:gd name="connsiteY979" fmla="*/ 5685243 h 8839200"/>
              <a:gd name="connsiteX980" fmla="*/ 2945028 w 15732060"/>
              <a:gd name="connsiteY980" fmla="*/ 5666586 h 8839200"/>
              <a:gd name="connsiteX981" fmla="*/ 6933738 w 15732060"/>
              <a:gd name="connsiteY981" fmla="*/ 5600191 h 8839200"/>
              <a:gd name="connsiteX982" fmla="*/ 6928800 w 15732060"/>
              <a:gd name="connsiteY982" fmla="*/ 5600191 h 8839200"/>
              <a:gd name="connsiteX983" fmla="*/ 6928800 w 15732060"/>
              <a:gd name="connsiteY983" fmla="*/ 5827365 h 8839200"/>
              <a:gd name="connsiteX984" fmla="*/ 6482684 w 15732060"/>
              <a:gd name="connsiteY984" fmla="*/ 6273481 h 8839200"/>
              <a:gd name="connsiteX985" fmla="*/ 6035469 w 15732060"/>
              <a:gd name="connsiteY985" fmla="*/ 6273481 h 8839200"/>
              <a:gd name="connsiteX986" fmla="*/ 4939658 w 15732060"/>
              <a:gd name="connsiteY986" fmla="*/ 7369294 h 8839200"/>
              <a:gd name="connsiteX987" fmla="*/ 4939658 w 15732060"/>
              <a:gd name="connsiteY987" fmla="*/ 8352616 h 8839200"/>
              <a:gd name="connsiteX988" fmla="*/ 4530855 w 15732060"/>
              <a:gd name="connsiteY988" fmla="*/ 8761418 h 8839200"/>
              <a:gd name="connsiteX989" fmla="*/ 4506162 w 15732060"/>
              <a:gd name="connsiteY989" fmla="*/ 8763065 h 8839200"/>
              <a:gd name="connsiteX990" fmla="*/ 4506162 w 15732060"/>
              <a:gd name="connsiteY990" fmla="*/ 8789404 h 8839200"/>
              <a:gd name="connsiteX991" fmla="*/ 4532501 w 15732060"/>
              <a:gd name="connsiteY991" fmla="*/ 8789404 h 8839200"/>
              <a:gd name="connsiteX992" fmla="*/ 4534146 w 15732060"/>
              <a:gd name="connsiteY992" fmla="*/ 8764710 h 8839200"/>
              <a:gd name="connsiteX993" fmla="*/ 4944596 w 15732060"/>
              <a:gd name="connsiteY993" fmla="*/ 8354261 h 8839200"/>
              <a:gd name="connsiteX994" fmla="*/ 4944596 w 15732060"/>
              <a:gd name="connsiteY994" fmla="*/ 7371489 h 8839200"/>
              <a:gd name="connsiteX995" fmla="*/ 6037116 w 15732060"/>
              <a:gd name="connsiteY995" fmla="*/ 6278969 h 8839200"/>
              <a:gd name="connsiteX996" fmla="*/ 6484330 w 15732060"/>
              <a:gd name="connsiteY996" fmla="*/ 6278969 h 8839200"/>
              <a:gd name="connsiteX997" fmla="*/ 6933738 w 15732060"/>
              <a:gd name="connsiteY997" fmla="*/ 5829560 h 8839200"/>
              <a:gd name="connsiteX998" fmla="*/ 7517587 w 15732060"/>
              <a:gd name="connsiteY998" fmla="*/ 5600191 h 8839200"/>
              <a:gd name="connsiteX999" fmla="*/ 7512648 w 15732060"/>
              <a:gd name="connsiteY999" fmla="*/ 5600191 h 8839200"/>
              <a:gd name="connsiteX1000" fmla="*/ 7512648 w 15732060"/>
              <a:gd name="connsiteY1000" fmla="*/ 6661982 h 8839200"/>
              <a:gd name="connsiteX1001" fmla="*/ 7355162 w 15732060"/>
              <a:gd name="connsiteY1001" fmla="*/ 6819466 h 8839200"/>
              <a:gd name="connsiteX1002" fmla="*/ 7355162 w 15732060"/>
              <a:gd name="connsiteY1002" fmla="*/ 6975306 h 8839200"/>
              <a:gd name="connsiteX1003" fmla="*/ 6702174 w 15732060"/>
              <a:gd name="connsiteY1003" fmla="*/ 7628293 h 8839200"/>
              <a:gd name="connsiteX1004" fmla="*/ 6702174 w 15732060"/>
              <a:gd name="connsiteY1004" fmla="*/ 8766357 h 8839200"/>
              <a:gd name="connsiteX1005" fmla="*/ 6685713 w 15732060"/>
              <a:gd name="connsiteY1005" fmla="*/ 8785014 h 8839200"/>
              <a:gd name="connsiteX1006" fmla="*/ 6704370 w 15732060"/>
              <a:gd name="connsiteY1006" fmla="*/ 8803671 h 8839200"/>
              <a:gd name="connsiteX1007" fmla="*/ 6723026 w 15732060"/>
              <a:gd name="connsiteY1007" fmla="*/ 8785014 h 8839200"/>
              <a:gd name="connsiteX1008" fmla="*/ 6706565 w 15732060"/>
              <a:gd name="connsiteY1008" fmla="*/ 8766357 h 8839200"/>
              <a:gd name="connsiteX1009" fmla="*/ 6707114 w 15732060"/>
              <a:gd name="connsiteY1009" fmla="*/ 8766357 h 8839200"/>
              <a:gd name="connsiteX1010" fmla="*/ 6707114 w 15732060"/>
              <a:gd name="connsiteY1010" fmla="*/ 7630488 h 8839200"/>
              <a:gd name="connsiteX1011" fmla="*/ 7360101 w 15732060"/>
              <a:gd name="connsiteY1011" fmla="*/ 6977501 h 8839200"/>
              <a:gd name="connsiteX1012" fmla="*/ 7360101 w 15732060"/>
              <a:gd name="connsiteY1012" fmla="*/ 6821662 h 8839200"/>
              <a:gd name="connsiteX1013" fmla="*/ 7517587 w 15732060"/>
              <a:gd name="connsiteY1013" fmla="*/ 6664176 h 8839200"/>
              <a:gd name="connsiteX1014" fmla="*/ 7745858 w 15732060"/>
              <a:gd name="connsiteY1014" fmla="*/ 5600191 h 8839200"/>
              <a:gd name="connsiteX1015" fmla="*/ 7740920 w 15732060"/>
              <a:gd name="connsiteY1015" fmla="*/ 5600191 h 8839200"/>
              <a:gd name="connsiteX1016" fmla="*/ 7740920 w 15732060"/>
              <a:gd name="connsiteY1016" fmla="*/ 6817821 h 8839200"/>
              <a:gd name="connsiteX1017" fmla="*/ 7741468 w 15732060"/>
              <a:gd name="connsiteY1017" fmla="*/ 6817821 h 8839200"/>
              <a:gd name="connsiteX1018" fmla="*/ 7583982 w 15732060"/>
              <a:gd name="connsiteY1018" fmla="*/ 6975306 h 8839200"/>
              <a:gd name="connsiteX1019" fmla="*/ 7583982 w 15732060"/>
              <a:gd name="connsiteY1019" fmla="*/ 8008014 h 8839200"/>
              <a:gd name="connsiteX1020" fmla="*/ 7281634 w 15732060"/>
              <a:gd name="connsiteY1020" fmla="*/ 8310364 h 8839200"/>
              <a:gd name="connsiteX1021" fmla="*/ 7281634 w 15732060"/>
              <a:gd name="connsiteY1021" fmla="*/ 8747152 h 8839200"/>
              <a:gd name="connsiteX1022" fmla="*/ 7265172 w 15732060"/>
              <a:gd name="connsiteY1022" fmla="*/ 8765808 h 8839200"/>
              <a:gd name="connsiteX1023" fmla="*/ 7283828 w 15732060"/>
              <a:gd name="connsiteY1023" fmla="*/ 8784465 h 8839200"/>
              <a:gd name="connsiteX1024" fmla="*/ 7302484 w 15732060"/>
              <a:gd name="connsiteY1024" fmla="*/ 8765808 h 8839200"/>
              <a:gd name="connsiteX1025" fmla="*/ 7286023 w 15732060"/>
              <a:gd name="connsiteY1025" fmla="*/ 8747152 h 8839200"/>
              <a:gd name="connsiteX1026" fmla="*/ 7286023 w 15732060"/>
              <a:gd name="connsiteY1026" fmla="*/ 8312558 h 8839200"/>
              <a:gd name="connsiteX1027" fmla="*/ 7588372 w 15732060"/>
              <a:gd name="connsiteY1027" fmla="*/ 8010209 h 8839200"/>
              <a:gd name="connsiteX1028" fmla="*/ 7588372 w 15732060"/>
              <a:gd name="connsiteY1028" fmla="*/ 6977501 h 8839200"/>
              <a:gd name="connsiteX1029" fmla="*/ 7745858 w 15732060"/>
              <a:gd name="connsiteY1029" fmla="*/ 6820016 h 8839200"/>
              <a:gd name="connsiteX1030" fmla="*/ 2025358 w 15732060"/>
              <a:gd name="connsiteY1030" fmla="*/ 5590313 h 8839200"/>
              <a:gd name="connsiteX1031" fmla="*/ 1402002 w 15732060"/>
              <a:gd name="connsiteY1031" fmla="*/ 6213669 h 8839200"/>
              <a:gd name="connsiteX1032" fmla="*/ 422520 w 15732060"/>
              <a:gd name="connsiteY1032" fmla="*/ 6213669 h 8839200"/>
              <a:gd name="connsiteX1033" fmla="*/ 47190 w 15732060"/>
              <a:gd name="connsiteY1033" fmla="*/ 6588999 h 8839200"/>
              <a:gd name="connsiteX1034" fmla="*/ 22496 w 15732060"/>
              <a:gd name="connsiteY1034" fmla="*/ 6590645 h 8839200"/>
              <a:gd name="connsiteX1035" fmla="*/ 22496 w 15732060"/>
              <a:gd name="connsiteY1035" fmla="*/ 6616985 h 8839200"/>
              <a:gd name="connsiteX1036" fmla="*/ 48836 w 15732060"/>
              <a:gd name="connsiteY1036" fmla="*/ 6616985 h 8839200"/>
              <a:gd name="connsiteX1037" fmla="*/ 49384 w 15732060"/>
              <a:gd name="connsiteY1037" fmla="*/ 6616435 h 8839200"/>
              <a:gd name="connsiteX1038" fmla="*/ 51032 w 15732060"/>
              <a:gd name="connsiteY1038" fmla="*/ 6591742 h 8839200"/>
              <a:gd name="connsiteX1039" fmla="*/ 424716 w 15732060"/>
              <a:gd name="connsiteY1039" fmla="*/ 6218058 h 8839200"/>
              <a:gd name="connsiteX1040" fmla="*/ 1404745 w 15732060"/>
              <a:gd name="connsiteY1040" fmla="*/ 6218058 h 8839200"/>
              <a:gd name="connsiteX1041" fmla="*/ 2028101 w 15732060"/>
              <a:gd name="connsiteY1041" fmla="*/ 5594702 h 8839200"/>
              <a:gd name="connsiteX1042" fmla="*/ 2767788 w 15732060"/>
              <a:gd name="connsiteY1042" fmla="*/ 5594702 h 8839200"/>
              <a:gd name="connsiteX1043" fmla="*/ 2859426 w 15732060"/>
              <a:gd name="connsiteY1043" fmla="*/ 5686340 h 8839200"/>
              <a:gd name="connsiteX1044" fmla="*/ 2859426 w 15732060"/>
              <a:gd name="connsiteY1044" fmla="*/ 5863031 h 8839200"/>
              <a:gd name="connsiteX1045" fmla="*/ 2842964 w 15732060"/>
              <a:gd name="connsiteY1045" fmla="*/ 5881687 h 8839200"/>
              <a:gd name="connsiteX1046" fmla="*/ 2861621 w 15732060"/>
              <a:gd name="connsiteY1046" fmla="*/ 5900344 h 8839200"/>
              <a:gd name="connsiteX1047" fmla="*/ 2880278 w 15732060"/>
              <a:gd name="connsiteY1047" fmla="*/ 5881687 h 8839200"/>
              <a:gd name="connsiteX1048" fmla="*/ 2863816 w 15732060"/>
              <a:gd name="connsiteY1048" fmla="*/ 5863031 h 8839200"/>
              <a:gd name="connsiteX1049" fmla="*/ 2863816 w 15732060"/>
              <a:gd name="connsiteY1049" fmla="*/ 5684694 h 8839200"/>
              <a:gd name="connsiteX1050" fmla="*/ 2769983 w 15732060"/>
              <a:gd name="connsiteY1050" fmla="*/ 5590861 h 8839200"/>
              <a:gd name="connsiteX1051" fmla="*/ 2769434 w 15732060"/>
              <a:gd name="connsiteY1051" fmla="*/ 5590861 h 8839200"/>
              <a:gd name="connsiteX1052" fmla="*/ 2025358 w 15732060"/>
              <a:gd name="connsiteY1052" fmla="*/ 5590313 h 8839200"/>
              <a:gd name="connsiteX1053" fmla="*/ 7168594 w 15732060"/>
              <a:gd name="connsiteY1053" fmla="*/ 5555195 h 8839200"/>
              <a:gd name="connsiteX1054" fmla="*/ 7163657 w 15732060"/>
              <a:gd name="connsiteY1054" fmla="*/ 5555195 h 8839200"/>
              <a:gd name="connsiteX1055" fmla="*/ 7163657 w 15732060"/>
              <a:gd name="connsiteY1055" fmla="*/ 6259214 h 8839200"/>
              <a:gd name="connsiteX1056" fmla="*/ 6775156 w 15732060"/>
              <a:gd name="connsiteY1056" fmla="*/ 6647715 h 8839200"/>
              <a:gd name="connsiteX1057" fmla="*/ 6300506 w 15732060"/>
              <a:gd name="connsiteY1057" fmla="*/ 6647715 h 8839200"/>
              <a:gd name="connsiteX1058" fmla="*/ 5453817 w 15732060"/>
              <a:gd name="connsiteY1058" fmla="*/ 7494404 h 8839200"/>
              <a:gd name="connsiteX1059" fmla="*/ 5453817 w 15732060"/>
              <a:gd name="connsiteY1059" fmla="*/ 8703253 h 8839200"/>
              <a:gd name="connsiteX1060" fmla="*/ 5437356 w 15732060"/>
              <a:gd name="connsiteY1060" fmla="*/ 8721910 h 8839200"/>
              <a:gd name="connsiteX1061" fmla="*/ 5456011 w 15732060"/>
              <a:gd name="connsiteY1061" fmla="*/ 8740567 h 8839200"/>
              <a:gd name="connsiteX1062" fmla="*/ 5474668 w 15732060"/>
              <a:gd name="connsiteY1062" fmla="*/ 8721910 h 8839200"/>
              <a:gd name="connsiteX1063" fmla="*/ 5458206 w 15732060"/>
              <a:gd name="connsiteY1063" fmla="*/ 8703253 h 8839200"/>
              <a:gd name="connsiteX1064" fmla="*/ 5458206 w 15732060"/>
              <a:gd name="connsiteY1064" fmla="*/ 7496049 h 8839200"/>
              <a:gd name="connsiteX1065" fmla="*/ 6302152 w 15732060"/>
              <a:gd name="connsiteY1065" fmla="*/ 6652105 h 8839200"/>
              <a:gd name="connsiteX1066" fmla="*/ 6776803 w 15732060"/>
              <a:gd name="connsiteY1066" fmla="*/ 6652105 h 8839200"/>
              <a:gd name="connsiteX1067" fmla="*/ 7168046 w 15732060"/>
              <a:gd name="connsiteY1067" fmla="*/ 6260861 h 8839200"/>
              <a:gd name="connsiteX1068" fmla="*/ 7168594 w 15732060"/>
              <a:gd name="connsiteY1068" fmla="*/ 6261409 h 8839200"/>
              <a:gd name="connsiteX1069" fmla="*/ 8094301 w 15732060"/>
              <a:gd name="connsiteY1069" fmla="*/ 5550805 h 8839200"/>
              <a:gd name="connsiteX1070" fmla="*/ 8089362 w 15732060"/>
              <a:gd name="connsiteY1070" fmla="*/ 5550805 h 8839200"/>
              <a:gd name="connsiteX1071" fmla="*/ 8089362 w 15732060"/>
              <a:gd name="connsiteY1071" fmla="*/ 7186018 h 8839200"/>
              <a:gd name="connsiteX1072" fmla="*/ 8236421 w 15732060"/>
              <a:gd name="connsiteY1072" fmla="*/ 7333077 h 8839200"/>
              <a:gd name="connsiteX1073" fmla="*/ 8236421 w 15732060"/>
              <a:gd name="connsiteY1073" fmla="*/ 8138611 h 8839200"/>
              <a:gd name="connsiteX1074" fmla="*/ 8598033 w 15732060"/>
              <a:gd name="connsiteY1074" fmla="*/ 8500223 h 8839200"/>
              <a:gd name="connsiteX1075" fmla="*/ 8598033 w 15732060"/>
              <a:gd name="connsiteY1075" fmla="*/ 8747700 h 8839200"/>
              <a:gd name="connsiteX1076" fmla="*/ 8581572 w 15732060"/>
              <a:gd name="connsiteY1076" fmla="*/ 8766357 h 8839200"/>
              <a:gd name="connsiteX1077" fmla="*/ 8600229 w 15732060"/>
              <a:gd name="connsiteY1077" fmla="*/ 8785014 h 8839200"/>
              <a:gd name="connsiteX1078" fmla="*/ 8618886 w 15732060"/>
              <a:gd name="connsiteY1078" fmla="*/ 8766357 h 8839200"/>
              <a:gd name="connsiteX1079" fmla="*/ 8602423 w 15732060"/>
              <a:gd name="connsiteY1079" fmla="*/ 8747700 h 8839200"/>
              <a:gd name="connsiteX1080" fmla="*/ 8602972 w 15732060"/>
              <a:gd name="connsiteY1080" fmla="*/ 8747700 h 8839200"/>
              <a:gd name="connsiteX1081" fmla="*/ 8602972 w 15732060"/>
              <a:gd name="connsiteY1081" fmla="*/ 8498028 h 8839200"/>
              <a:gd name="connsiteX1082" fmla="*/ 8241360 w 15732060"/>
              <a:gd name="connsiteY1082" fmla="*/ 8136416 h 8839200"/>
              <a:gd name="connsiteX1083" fmla="*/ 8241360 w 15732060"/>
              <a:gd name="connsiteY1083" fmla="*/ 7330883 h 8839200"/>
              <a:gd name="connsiteX1084" fmla="*/ 8094301 w 15732060"/>
              <a:gd name="connsiteY1084" fmla="*/ 7183823 h 8839200"/>
              <a:gd name="connsiteX1085" fmla="*/ 8342874 w 15732060"/>
              <a:gd name="connsiteY1085" fmla="*/ 5550805 h 8839200"/>
              <a:gd name="connsiteX1086" fmla="*/ 8337936 w 15732060"/>
              <a:gd name="connsiteY1086" fmla="*/ 5550805 h 8839200"/>
              <a:gd name="connsiteX1087" fmla="*/ 8337936 w 15732060"/>
              <a:gd name="connsiteY1087" fmla="*/ 7063651 h 8839200"/>
              <a:gd name="connsiteX1088" fmla="*/ 8547002 w 15732060"/>
              <a:gd name="connsiteY1088" fmla="*/ 7272717 h 8839200"/>
              <a:gd name="connsiteX1089" fmla="*/ 8547002 w 15732060"/>
              <a:gd name="connsiteY1089" fmla="*/ 7628293 h 8839200"/>
              <a:gd name="connsiteX1090" fmla="*/ 9146763 w 15732060"/>
              <a:gd name="connsiteY1090" fmla="*/ 8228054 h 8839200"/>
              <a:gd name="connsiteX1091" fmla="*/ 9146763 w 15732060"/>
              <a:gd name="connsiteY1091" fmla="*/ 8759772 h 8839200"/>
              <a:gd name="connsiteX1092" fmla="*/ 9130300 w 15732060"/>
              <a:gd name="connsiteY1092" fmla="*/ 8778429 h 8839200"/>
              <a:gd name="connsiteX1093" fmla="*/ 9148958 w 15732060"/>
              <a:gd name="connsiteY1093" fmla="*/ 8797086 h 8839200"/>
              <a:gd name="connsiteX1094" fmla="*/ 9167615 w 15732060"/>
              <a:gd name="connsiteY1094" fmla="*/ 8778429 h 8839200"/>
              <a:gd name="connsiteX1095" fmla="*/ 9162881 w 15732060"/>
              <a:gd name="connsiteY1095" fmla="*/ 8765603 h 8839200"/>
              <a:gd name="connsiteX1096" fmla="*/ 9151701 w 15732060"/>
              <a:gd name="connsiteY1096" fmla="*/ 8760045 h 8839200"/>
              <a:gd name="connsiteX1097" fmla="*/ 9151701 w 15732060"/>
              <a:gd name="connsiteY1097" fmla="*/ 8760321 h 8839200"/>
              <a:gd name="connsiteX1098" fmla="*/ 9151152 w 15732060"/>
              <a:gd name="connsiteY1098" fmla="*/ 8759772 h 8839200"/>
              <a:gd name="connsiteX1099" fmla="*/ 9151701 w 15732060"/>
              <a:gd name="connsiteY1099" fmla="*/ 8760045 h 8839200"/>
              <a:gd name="connsiteX1100" fmla="*/ 9151701 w 15732060"/>
              <a:gd name="connsiteY1100" fmla="*/ 8226408 h 8839200"/>
              <a:gd name="connsiteX1101" fmla="*/ 8551940 w 15732060"/>
              <a:gd name="connsiteY1101" fmla="*/ 7626647 h 8839200"/>
              <a:gd name="connsiteX1102" fmla="*/ 8551940 w 15732060"/>
              <a:gd name="connsiteY1102" fmla="*/ 7271071 h 8839200"/>
              <a:gd name="connsiteX1103" fmla="*/ 8342874 w 15732060"/>
              <a:gd name="connsiteY1103" fmla="*/ 7062005 h 8839200"/>
              <a:gd name="connsiteX1104" fmla="*/ 8562915 w 15732060"/>
              <a:gd name="connsiteY1104" fmla="*/ 5550805 h 8839200"/>
              <a:gd name="connsiteX1105" fmla="*/ 8557977 w 15732060"/>
              <a:gd name="connsiteY1105" fmla="*/ 5550805 h 8839200"/>
              <a:gd name="connsiteX1106" fmla="*/ 8557977 w 15732060"/>
              <a:gd name="connsiteY1106" fmla="*/ 6582417 h 8839200"/>
              <a:gd name="connsiteX1107" fmla="*/ 8656199 w 15732060"/>
              <a:gd name="connsiteY1107" fmla="*/ 6680639 h 8839200"/>
              <a:gd name="connsiteX1108" fmla="*/ 8656199 w 15732060"/>
              <a:gd name="connsiteY1108" fmla="*/ 6911105 h 8839200"/>
              <a:gd name="connsiteX1109" fmla="*/ 8981595 w 15732060"/>
              <a:gd name="connsiteY1109" fmla="*/ 7236501 h 8839200"/>
              <a:gd name="connsiteX1110" fmla="*/ 8981595 w 15732060"/>
              <a:gd name="connsiteY1110" fmla="*/ 7821995 h 8839200"/>
              <a:gd name="connsiteX1111" fmla="*/ 9516057 w 15732060"/>
              <a:gd name="connsiteY1111" fmla="*/ 8356457 h 8839200"/>
              <a:gd name="connsiteX1112" fmla="*/ 9516057 w 15732060"/>
              <a:gd name="connsiteY1112" fmla="*/ 8760869 h 8839200"/>
              <a:gd name="connsiteX1113" fmla="*/ 9499596 w 15732060"/>
              <a:gd name="connsiteY1113" fmla="*/ 8779526 h 8839200"/>
              <a:gd name="connsiteX1114" fmla="*/ 9518252 w 15732060"/>
              <a:gd name="connsiteY1114" fmla="*/ 8798184 h 8839200"/>
              <a:gd name="connsiteX1115" fmla="*/ 9536909 w 15732060"/>
              <a:gd name="connsiteY1115" fmla="*/ 8779526 h 8839200"/>
              <a:gd name="connsiteX1116" fmla="*/ 9520448 w 15732060"/>
              <a:gd name="connsiteY1116" fmla="*/ 8760869 h 8839200"/>
              <a:gd name="connsiteX1117" fmla="*/ 9520996 w 15732060"/>
              <a:gd name="connsiteY1117" fmla="*/ 8760321 h 8839200"/>
              <a:gd name="connsiteX1118" fmla="*/ 9520996 w 15732060"/>
              <a:gd name="connsiteY1118" fmla="*/ 8354261 h 8839200"/>
              <a:gd name="connsiteX1119" fmla="*/ 8986534 w 15732060"/>
              <a:gd name="connsiteY1119" fmla="*/ 7819799 h 8839200"/>
              <a:gd name="connsiteX1120" fmla="*/ 8986534 w 15732060"/>
              <a:gd name="connsiteY1120" fmla="*/ 7234306 h 8839200"/>
              <a:gd name="connsiteX1121" fmla="*/ 8661137 w 15732060"/>
              <a:gd name="connsiteY1121" fmla="*/ 6908909 h 8839200"/>
              <a:gd name="connsiteX1122" fmla="*/ 8661137 w 15732060"/>
              <a:gd name="connsiteY1122" fmla="*/ 6678444 h 8839200"/>
              <a:gd name="connsiteX1123" fmla="*/ 8562915 w 15732060"/>
              <a:gd name="connsiteY1123" fmla="*/ 6580221 h 8839200"/>
              <a:gd name="connsiteX1124" fmla="*/ 7981263 w 15732060"/>
              <a:gd name="connsiteY1124" fmla="*/ 5550257 h 8839200"/>
              <a:gd name="connsiteX1125" fmla="*/ 7976324 w 15732060"/>
              <a:gd name="connsiteY1125" fmla="*/ 5550257 h 8839200"/>
              <a:gd name="connsiteX1126" fmla="*/ 7976324 w 15732060"/>
              <a:gd name="connsiteY1126" fmla="*/ 7449408 h 8839200"/>
              <a:gd name="connsiteX1127" fmla="*/ 8142588 w 15732060"/>
              <a:gd name="connsiteY1127" fmla="*/ 7615673 h 8839200"/>
              <a:gd name="connsiteX1128" fmla="*/ 8142588 w 15732060"/>
              <a:gd name="connsiteY1128" fmla="*/ 8734530 h 8839200"/>
              <a:gd name="connsiteX1129" fmla="*/ 8126127 w 15732060"/>
              <a:gd name="connsiteY1129" fmla="*/ 8753187 h 8839200"/>
              <a:gd name="connsiteX1130" fmla="*/ 8144784 w 15732060"/>
              <a:gd name="connsiteY1130" fmla="*/ 8771844 h 8839200"/>
              <a:gd name="connsiteX1131" fmla="*/ 8163440 w 15732060"/>
              <a:gd name="connsiteY1131" fmla="*/ 8753187 h 8839200"/>
              <a:gd name="connsiteX1132" fmla="*/ 8158707 w 15732060"/>
              <a:gd name="connsiteY1132" fmla="*/ 8740361 h 8839200"/>
              <a:gd name="connsiteX1133" fmla="*/ 8147526 w 15732060"/>
              <a:gd name="connsiteY1133" fmla="*/ 8734803 h 8839200"/>
              <a:gd name="connsiteX1134" fmla="*/ 8147526 w 15732060"/>
              <a:gd name="connsiteY1134" fmla="*/ 8735080 h 8839200"/>
              <a:gd name="connsiteX1135" fmla="*/ 8146978 w 15732060"/>
              <a:gd name="connsiteY1135" fmla="*/ 8734530 h 8839200"/>
              <a:gd name="connsiteX1136" fmla="*/ 8147526 w 15732060"/>
              <a:gd name="connsiteY1136" fmla="*/ 8734803 h 8839200"/>
              <a:gd name="connsiteX1137" fmla="*/ 8147526 w 15732060"/>
              <a:gd name="connsiteY1137" fmla="*/ 7614027 h 8839200"/>
              <a:gd name="connsiteX1138" fmla="*/ 7981263 w 15732060"/>
              <a:gd name="connsiteY1138" fmla="*/ 7447761 h 8839200"/>
              <a:gd name="connsiteX1139" fmla="*/ 8674855 w 15732060"/>
              <a:gd name="connsiteY1139" fmla="*/ 5545867 h 8839200"/>
              <a:gd name="connsiteX1140" fmla="*/ 8669918 w 15732060"/>
              <a:gd name="connsiteY1140" fmla="*/ 5545867 h 8839200"/>
              <a:gd name="connsiteX1141" fmla="*/ 8669918 w 15732060"/>
              <a:gd name="connsiteY1141" fmla="*/ 6403530 h 8839200"/>
              <a:gd name="connsiteX1142" fmla="*/ 8878983 w 15732060"/>
              <a:gd name="connsiteY1142" fmla="*/ 6612597 h 8839200"/>
              <a:gd name="connsiteX1143" fmla="*/ 8878983 w 15732060"/>
              <a:gd name="connsiteY1143" fmla="*/ 6976953 h 8839200"/>
              <a:gd name="connsiteX1144" fmla="*/ 9308089 w 15732060"/>
              <a:gd name="connsiteY1144" fmla="*/ 7406058 h 8839200"/>
              <a:gd name="connsiteX1145" fmla="*/ 9308638 w 15732060"/>
              <a:gd name="connsiteY1145" fmla="*/ 7406058 h 8839200"/>
              <a:gd name="connsiteX1146" fmla="*/ 9581356 w 15732060"/>
              <a:gd name="connsiteY1146" fmla="*/ 7406606 h 8839200"/>
              <a:gd name="connsiteX1147" fmla="*/ 9900716 w 15732060"/>
              <a:gd name="connsiteY1147" fmla="*/ 7725968 h 8839200"/>
              <a:gd name="connsiteX1148" fmla="*/ 9900716 w 15732060"/>
              <a:gd name="connsiteY1148" fmla="*/ 8574851 h 8839200"/>
              <a:gd name="connsiteX1149" fmla="*/ 10090577 w 15732060"/>
              <a:gd name="connsiteY1149" fmla="*/ 8764710 h 8839200"/>
              <a:gd name="connsiteX1150" fmla="*/ 10092222 w 15732060"/>
              <a:gd name="connsiteY1150" fmla="*/ 8789404 h 8839200"/>
              <a:gd name="connsiteX1151" fmla="*/ 10118562 w 15732060"/>
              <a:gd name="connsiteY1151" fmla="*/ 8789404 h 8839200"/>
              <a:gd name="connsiteX1152" fmla="*/ 10118562 w 15732060"/>
              <a:gd name="connsiteY1152" fmla="*/ 8763065 h 8839200"/>
              <a:gd name="connsiteX1153" fmla="*/ 10093869 w 15732060"/>
              <a:gd name="connsiteY1153" fmla="*/ 8761418 h 8839200"/>
              <a:gd name="connsiteX1154" fmla="*/ 10093869 w 15732060"/>
              <a:gd name="connsiteY1154" fmla="*/ 8760869 h 8839200"/>
              <a:gd name="connsiteX1155" fmla="*/ 9905655 w 15732060"/>
              <a:gd name="connsiteY1155" fmla="*/ 8572655 h 8839200"/>
              <a:gd name="connsiteX1156" fmla="*/ 9905655 w 15732060"/>
              <a:gd name="connsiteY1156" fmla="*/ 7723772 h 8839200"/>
              <a:gd name="connsiteX1157" fmla="*/ 9584099 w 15732060"/>
              <a:gd name="connsiteY1157" fmla="*/ 7402218 h 8839200"/>
              <a:gd name="connsiteX1158" fmla="*/ 9583551 w 15732060"/>
              <a:gd name="connsiteY1158" fmla="*/ 7402218 h 8839200"/>
              <a:gd name="connsiteX1159" fmla="*/ 9310833 w 15732060"/>
              <a:gd name="connsiteY1159" fmla="*/ 7401669 h 8839200"/>
              <a:gd name="connsiteX1160" fmla="*/ 8883922 w 15732060"/>
              <a:gd name="connsiteY1160" fmla="*/ 6974757 h 8839200"/>
              <a:gd name="connsiteX1161" fmla="*/ 8883922 w 15732060"/>
              <a:gd name="connsiteY1161" fmla="*/ 6610401 h 8839200"/>
              <a:gd name="connsiteX1162" fmla="*/ 8674855 w 15732060"/>
              <a:gd name="connsiteY1162" fmla="*/ 6401335 h 8839200"/>
              <a:gd name="connsiteX1163" fmla="*/ 5604168 w 15732060"/>
              <a:gd name="connsiteY1163" fmla="*/ 5531600 h 8839200"/>
              <a:gd name="connsiteX1164" fmla="*/ 5585512 w 15732060"/>
              <a:gd name="connsiteY1164" fmla="*/ 5548062 h 8839200"/>
              <a:gd name="connsiteX1165" fmla="*/ 4807962 w 15732060"/>
              <a:gd name="connsiteY1165" fmla="*/ 5548062 h 8839200"/>
              <a:gd name="connsiteX1166" fmla="*/ 4635662 w 15732060"/>
              <a:gd name="connsiteY1166" fmla="*/ 5720362 h 8839200"/>
              <a:gd name="connsiteX1167" fmla="*/ 4610969 w 15732060"/>
              <a:gd name="connsiteY1167" fmla="*/ 5722009 h 8839200"/>
              <a:gd name="connsiteX1168" fmla="*/ 4610969 w 15732060"/>
              <a:gd name="connsiteY1168" fmla="*/ 5748348 h 8839200"/>
              <a:gd name="connsiteX1169" fmla="*/ 4637308 w 15732060"/>
              <a:gd name="connsiteY1169" fmla="*/ 5748348 h 8839200"/>
              <a:gd name="connsiteX1170" fmla="*/ 4638954 w 15732060"/>
              <a:gd name="connsiteY1170" fmla="*/ 5723655 h 8839200"/>
              <a:gd name="connsiteX1171" fmla="*/ 4810158 w 15732060"/>
              <a:gd name="connsiteY1171" fmla="*/ 5552452 h 8839200"/>
              <a:gd name="connsiteX1172" fmla="*/ 5585512 w 15732060"/>
              <a:gd name="connsiteY1172" fmla="*/ 5552452 h 8839200"/>
              <a:gd name="connsiteX1173" fmla="*/ 5604168 w 15732060"/>
              <a:gd name="connsiteY1173" fmla="*/ 5568914 h 8839200"/>
              <a:gd name="connsiteX1174" fmla="*/ 5622826 w 15732060"/>
              <a:gd name="connsiteY1174" fmla="*/ 5550257 h 8839200"/>
              <a:gd name="connsiteX1175" fmla="*/ 5604168 w 15732060"/>
              <a:gd name="connsiteY1175" fmla="*/ 5531600 h 8839200"/>
              <a:gd name="connsiteX1176" fmla="*/ 7615808 w 15732060"/>
              <a:gd name="connsiteY1176" fmla="*/ 5518431 h 8839200"/>
              <a:gd name="connsiteX1177" fmla="*/ 7610870 w 15732060"/>
              <a:gd name="connsiteY1177" fmla="*/ 5518431 h 8839200"/>
              <a:gd name="connsiteX1178" fmla="*/ 7610870 w 15732060"/>
              <a:gd name="connsiteY1178" fmla="*/ 6798615 h 8839200"/>
              <a:gd name="connsiteX1179" fmla="*/ 7453385 w 15732060"/>
              <a:gd name="connsiteY1179" fmla="*/ 6956101 h 8839200"/>
              <a:gd name="connsiteX1180" fmla="*/ 7453385 w 15732060"/>
              <a:gd name="connsiteY1180" fmla="*/ 7533364 h 8839200"/>
              <a:gd name="connsiteX1181" fmla="*/ 7137866 w 15732060"/>
              <a:gd name="connsiteY1181" fmla="*/ 7848882 h 8839200"/>
              <a:gd name="connsiteX1182" fmla="*/ 7137866 w 15732060"/>
              <a:gd name="connsiteY1182" fmla="*/ 8652221 h 8839200"/>
              <a:gd name="connsiteX1183" fmla="*/ 7121404 w 15732060"/>
              <a:gd name="connsiteY1183" fmla="*/ 8670878 h 8839200"/>
              <a:gd name="connsiteX1184" fmla="*/ 7140061 w 15732060"/>
              <a:gd name="connsiteY1184" fmla="*/ 8689534 h 8839200"/>
              <a:gd name="connsiteX1185" fmla="*/ 7158718 w 15732060"/>
              <a:gd name="connsiteY1185" fmla="*/ 8670878 h 8839200"/>
              <a:gd name="connsiteX1186" fmla="*/ 7142256 w 15732060"/>
              <a:gd name="connsiteY1186" fmla="*/ 8652221 h 8839200"/>
              <a:gd name="connsiteX1187" fmla="*/ 7142805 w 15732060"/>
              <a:gd name="connsiteY1187" fmla="*/ 8651672 h 8839200"/>
              <a:gd name="connsiteX1188" fmla="*/ 7142805 w 15732060"/>
              <a:gd name="connsiteY1188" fmla="*/ 7850528 h 8839200"/>
              <a:gd name="connsiteX1189" fmla="*/ 7458324 w 15732060"/>
              <a:gd name="connsiteY1189" fmla="*/ 7535010 h 8839200"/>
              <a:gd name="connsiteX1190" fmla="*/ 7458324 w 15732060"/>
              <a:gd name="connsiteY1190" fmla="*/ 6957746 h 8839200"/>
              <a:gd name="connsiteX1191" fmla="*/ 7615808 w 15732060"/>
              <a:gd name="connsiteY1191" fmla="*/ 6800261 h 8839200"/>
              <a:gd name="connsiteX1192" fmla="*/ 9293557 w 15732060"/>
              <a:gd name="connsiteY1192" fmla="*/ 5506251 h 8839200"/>
              <a:gd name="connsiteX1193" fmla="*/ 9293273 w 15732060"/>
              <a:gd name="connsiteY1193" fmla="*/ 5506359 h 8839200"/>
              <a:gd name="connsiteX1194" fmla="*/ 9293822 w 15732060"/>
              <a:gd name="connsiteY1194" fmla="*/ 5506359 h 8839200"/>
              <a:gd name="connsiteX1195" fmla="*/ 2078585 w 15732060"/>
              <a:gd name="connsiteY1195" fmla="*/ 5497577 h 8839200"/>
              <a:gd name="connsiteX1196" fmla="*/ 2059928 w 15732060"/>
              <a:gd name="connsiteY1196" fmla="*/ 5516234 h 8839200"/>
              <a:gd name="connsiteX1197" fmla="*/ 2078585 w 15732060"/>
              <a:gd name="connsiteY1197" fmla="*/ 5534891 h 8839200"/>
              <a:gd name="connsiteX1198" fmla="*/ 2078585 w 15732060"/>
              <a:gd name="connsiteY1198" fmla="*/ 5535440 h 8839200"/>
              <a:gd name="connsiteX1199" fmla="*/ 2097241 w 15732060"/>
              <a:gd name="connsiteY1199" fmla="*/ 5518978 h 8839200"/>
              <a:gd name="connsiteX1200" fmla="*/ 2858877 w 15732060"/>
              <a:gd name="connsiteY1200" fmla="*/ 5518978 h 8839200"/>
              <a:gd name="connsiteX1201" fmla="*/ 3026239 w 15732060"/>
              <a:gd name="connsiteY1201" fmla="*/ 5686340 h 8839200"/>
              <a:gd name="connsiteX1202" fmla="*/ 3026239 w 15732060"/>
              <a:gd name="connsiteY1202" fmla="*/ 5870164 h 8839200"/>
              <a:gd name="connsiteX1203" fmla="*/ 3009778 w 15732060"/>
              <a:gd name="connsiteY1203" fmla="*/ 5888821 h 8839200"/>
              <a:gd name="connsiteX1204" fmla="*/ 3028434 w 15732060"/>
              <a:gd name="connsiteY1204" fmla="*/ 5907478 h 8839200"/>
              <a:gd name="connsiteX1205" fmla="*/ 3047091 w 15732060"/>
              <a:gd name="connsiteY1205" fmla="*/ 5888821 h 8839200"/>
              <a:gd name="connsiteX1206" fmla="*/ 3030629 w 15732060"/>
              <a:gd name="connsiteY1206" fmla="*/ 5870164 h 8839200"/>
              <a:gd name="connsiteX1207" fmla="*/ 3030629 w 15732060"/>
              <a:gd name="connsiteY1207" fmla="*/ 5684145 h 8839200"/>
              <a:gd name="connsiteX1208" fmla="*/ 2861073 w 15732060"/>
              <a:gd name="connsiteY1208" fmla="*/ 5514588 h 8839200"/>
              <a:gd name="connsiteX1209" fmla="*/ 2860523 w 15732060"/>
              <a:gd name="connsiteY1209" fmla="*/ 5514588 h 8839200"/>
              <a:gd name="connsiteX1210" fmla="*/ 2097241 w 15732060"/>
              <a:gd name="connsiteY1210" fmla="*/ 5514039 h 8839200"/>
              <a:gd name="connsiteX1211" fmla="*/ 2078585 w 15732060"/>
              <a:gd name="connsiteY1211" fmla="*/ 5497577 h 8839200"/>
              <a:gd name="connsiteX1212" fmla="*/ 9293822 w 15732060"/>
              <a:gd name="connsiteY1212" fmla="*/ 5469044 h 8839200"/>
              <a:gd name="connsiteX1213" fmla="*/ 9275165 w 15732060"/>
              <a:gd name="connsiteY1213" fmla="*/ 5487702 h 8839200"/>
              <a:gd name="connsiteX1214" fmla="*/ 9280584 w 15732060"/>
              <a:gd name="connsiteY1214" fmla="*/ 5500940 h 8839200"/>
              <a:gd name="connsiteX1215" fmla="*/ 9293557 w 15732060"/>
              <a:gd name="connsiteY1215" fmla="*/ 5506251 h 8839200"/>
              <a:gd name="connsiteX1216" fmla="*/ 9305688 w 15732060"/>
              <a:gd name="connsiteY1216" fmla="*/ 5501626 h 8839200"/>
              <a:gd name="connsiteX1217" fmla="*/ 9311930 w 15732060"/>
              <a:gd name="connsiteY1217" fmla="*/ 5489897 h 8839200"/>
              <a:gd name="connsiteX1218" fmla="*/ 9486426 w 15732060"/>
              <a:gd name="connsiteY1218" fmla="*/ 5489897 h 8839200"/>
              <a:gd name="connsiteX1219" fmla="*/ 9856270 w 15732060"/>
              <a:gd name="connsiteY1219" fmla="*/ 5859741 h 8839200"/>
              <a:gd name="connsiteX1220" fmla="*/ 9856818 w 15732060"/>
              <a:gd name="connsiteY1220" fmla="*/ 5859741 h 8839200"/>
              <a:gd name="connsiteX1221" fmla="*/ 10064786 w 15732060"/>
              <a:gd name="connsiteY1221" fmla="*/ 5860289 h 8839200"/>
              <a:gd name="connsiteX1222" fmla="*/ 10083443 w 15732060"/>
              <a:gd name="connsiteY1222" fmla="*/ 5876751 h 8839200"/>
              <a:gd name="connsiteX1223" fmla="*/ 10102100 w 15732060"/>
              <a:gd name="connsiteY1223" fmla="*/ 5858094 h 8839200"/>
              <a:gd name="connsiteX1224" fmla="*/ 10083443 w 15732060"/>
              <a:gd name="connsiteY1224" fmla="*/ 5839437 h 8839200"/>
              <a:gd name="connsiteX1225" fmla="*/ 10064786 w 15732060"/>
              <a:gd name="connsiteY1225" fmla="*/ 5855899 h 8839200"/>
              <a:gd name="connsiteX1226" fmla="*/ 9859012 w 15732060"/>
              <a:gd name="connsiteY1226" fmla="*/ 5855899 h 8839200"/>
              <a:gd name="connsiteX1227" fmla="*/ 9489169 w 15732060"/>
              <a:gd name="connsiteY1227" fmla="*/ 5486055 h 8839200"/>
              <a:gd name="connsiteX1228" fmla="*/ 9488621 w 15732060"/>
              <a:gd name="connsiteY1228" fmla="*/ 5486055 h 8839200"/>
              <a:gd name="connsiteX1229" fmla="*/ 9312479 w 15732060"/>
              <a:gd name="connsiteY1229" fmla="*/ 5485507 h 8839200"/>
              <a:gd name="connsiteX1230" fmla="*/ 9293822 w 15732060"/>
              <a:gd name="connsiteY1230" fmla="*/ 5469044 h 8839200"/>
              <a:gd name="connsiteX1231" fmla="*/ 9005740 w 15732060"/>
              <a:gd name="connsiteY1231" fmla="*/ 5334058 h 8839200"/>
              <a:gd name="connsiteX1232" fmla="*/ 9005740 w 15732060"/>
              <a:gd name="connsiteY1232" fmla="*/ 5338996 h 8839200"/>
              <a:gd name="connsiteX1233" fmla="*/ 9640070 w 15732060"/>
              <a:gd name="connsiteY1233" fmla="*/ 5338996 h 8839200"/>
              <a:gd name="connsiteX1234" fmla="*/ 9835417 w 15732060"/>
              <a:gd name="connsiteY1234" fmla="*/ 5534344 h 8839200"/>
              <a:gd name="connsiteX1235" fmla="*/ 9837064 w 15732060"/>
              <a:gd name="connsiteY1235" fmla="*/ 5559036 h 8839200"/>
              <a:gd name="connsiteX1236" fmla="*/ 9837064 w 15732060"/>
              <a:gd name="connsiteY1236" fmla="*/ 5558487 h 8839200"/>
              <a:gd name="connsiteX1237" fmla="*/ 9863403 w 15732060"/>
              <a:gd name="connsiteY1237" fmla="*/ 5558487 h 8839200"/>
              <a:gd name="connsiteX1238" fmla="*/ 9863403 w 15732060"/>
              <a:gd name="connsiteY1238" fmla="*/ 5532148 h 8839200"/>
              <a:gd name="connsiteX1239" fmla="*/ 9838710 w 15732060"/>
              <a:gd name="connsiteY1239" fmla="*/ 5530503 h 8839200"/>
              <a:gd name="connsiteX1240" fmla="*/ 9642814 w 15732060"/>
              <a:gd name="connsiteY1240" fmla="*/ 5334607 h 8839200"/>
              <a:gd name="connsiteX1241" fmla="*/ 9642265 w 15732060"/>
              <a:gd name="connsiteY1241" fmla="*/ 5334607 h 8839200"/>
              <a:gd name="connsiteX1242" fmla="*/ 9005740 w 15732060"/>
              <a:gd name="connsiteY1242" fmla="*/ 5334058 h 8839200"/>
              <a:gd name="connsiteX1243" fmla="*/ 6706565 w 15732060"/>
              <a:gd name="connsiteY1243" fmla="*/ 5332960 h 8839200"/>
              <a:gd name="connsiteX1244" fmla="*/ 6511218 w 15732060"/>
              <a:gd name="connsiteY1244" fmla="*/ 5332960 h 8839200"/>
              <a:gd name="connsiteX1245" fmla="*/ 4669134 w 15732060"/>
              <a:gd name="connsiteY1245" fmla="*/ 7175043 h 8839200"/>
              <a:gd name="connsiteX1246" fmla="*/ 4276793 w 15732060"/>
              <a:gd name="connsiteY1246" fmla="*/ 7175043 h 8839200"/>
              <a:gd name="connsiteX1247" fmla="*/ 3538204 w 15732060"/>
              <a:gd name="connsiteY1247" fmla="*/ 7913632 h 8839200"/>
              <a:gd name="connsiteX1248" fmla="*/ 3006485 w 15732060"/>
              <a:gd name="connsiteY1248" fmla="*/ 7913632 h 8839200"/>
              <a:gd name="connsiteX1249" fmla="*/ 2406176 w 15732060"/>
              <a:gd name="connsiteY1249" fmla="*/ 8513942 h 8839200"/>
              <a:gd name="connsiteX1250" fmla="*/ 1628078 w 15732060"/>
              <a:gd name="connsiteY1250" fmla="*/ 8513942 h 8839200"/>
              <a:gd name="connsiteX1251" fmla="*/ 1336154 w 15732060"/>
              <a:gd name="connsiteY1251" fmla="*/ 8805865 h 8839200"/>
              <a:gd name="connsiteX1252" fmla="*/ 1311462 w 15732060"/>
              <a:gd name="connsiteY1252" fmla="*/ 8807512 h 8839200"/>
              <a:gd name="connsiteX1253" fmla="*/ 1311462 w 15732060"/>
              <a:gd name="connsiteY1253" fmla="*/ 8833851 h 8839200"/>
              <a:gd name="connsiteX1254" fmla="*/ 1337801 w 15732060"/>
              <a:gd name="connsiteY1254" fmla="*/ 8833851 h 8839200"/>
              <a:gd name="connsiteX1255" fmla="*/ 1339446 w 15732060"/>
              <a:gd name="connsiteY1255" fmla="*/ 8809158 h 8839200"/>
              <a:gd name="connsiteX1256" fmla="*/ 1629724 w 15732060"/>
              <a:gd name="connsiteY1256" fmla="*/ 8518880 h 8839200"/>
              <a:gd name="connsiteX1257" fmla="*/ 2407822 w 15732060"/>
              <a:gd name="connsiteY1257" fmla="*/ 8518880 h 8839200"/>
              <a:gd name="connsiteX1258" fmla="*/ 3008132 w 15732060"/>
              <a:gd name="connsiteY1258" fmla="*/ 7918571 h 8839200"/>
              <a:gd name="connsiteX1259" fmla="*/ 3539850 w 15732060"/>
              <a:gd name="connsiteY1259" fmla="*/ 7918571 h 8839200"/>
              <a:gd name="connsiteX1260" fmla="*/ 4278440 w 15732060"/>
              <a:gd name="connsiteY1260" fmla="*/ 7179982 h 8839200"/>
              <a:gd name="connsiteX1261" fmla="*/ 4278988 w 15732060"/>
              <a:gd name="connsiteY1261" fmla="*/ 7179982 h 8839200"/>
              <a:gd name="connsiteX1262" fmla="*/ 4671330 w 15732060"/>
              <a:gd name="connsiteY1262" fmla="*/ 7179982 h 8839200"/>
              <a:gd name="connsiteX1263" fmla="*/ 6513413 w 15732060"/>
              <a:gd name="connsiteY1263" fmla="*/ 5337899 h 8839200"/>
              <a:gd name="connsiteX1264" fmla="*/ 6706565 w 15732060"/>
              <a:gd name="connsiteY1264" fmla="*/ 5337899 h 8839200"/>
              <a:gd name="connsiteX1265" fmla="*/ 3355477 w 15732060"/>
              <a:gd name="connsiteY1265" fmla="*/ 5325413 h 8839200"/>
              <a:gd name="connsiteX1266" fmla="*/ 3342308 w 15732060"/>
              <a:gd name="connsiteY1266" fmla="*/ 5330764 h 8839200"/>
              <a:gd name="connsiteX1267" fmla="*/ 3340661 w 15732060"/>
              <a:gd name="connsiteY1267" fmla="*/ 5355456 h 8839200"/>
              <a:gd name="connsiteX1268" fmla="*/ 3109647 w 15732060"/>
              <a:gd name="connsiteY1268" fmla="*/ 5586471 h 8839200"/>
              <a:gd name="connsiteX1269" fmla="*/ 3109647 w 15732060"/>
              <a:gd name="connsiteY1269" fmla="*/ 5867420 h 8839200"/>
              <a:gd name="connsiteX1270" fmla="*/ 3093184 w 15732060"/>
              <a:gd name="connsiteY1270" fmla="*/ 5886077 h 8839200"/>
              <a:gd name="connsiteX1271" fmla="*/ 3111841 w 15732060"/>
              <a:gd name="connsiteY1271" fmla="*/ 5904734 h 8839200"/>
              <a:gd name="connsiteX1272" fmla="*/ 3130498 w 15732060"/>
              <a:gd name="connsiteY1272" fmla="*/ 5886077 h 8839200"/>
              <a:gd name="connsiteX1273" fmla="*/ 3114036 w 15732060"/>
              <a:gd name="connsiteY1273" fmla="*/ 5867420 h 8839200"/>
              <a:gd name="connsiteX1274" fmla="*/ 3114036 w 15732060"/>
              <a:gd name="connsiteY1274" fmla="*/ 5588666 h 8839200"/>
              <a:gd name="connsiteX1275" fmla="*/ 3343954 w 15732060"/>
              <a:gd name="connsiteY1275" fmla="*/ 5358749 h 8839200"/>
              <a:gd name="connsiteX1276" fmla="*/ 3368646 w 15732060"/>
              <a:gd name="connsiteY1276" fmla="*/ 5357103 h 8839200"/>
              <a:gd name="connsiteX1277" fmla="*/ 3368646 w 15732060"/>
              <a:gd name="connsiteY1277" fmla="*/ 5330764 h 8839200"/>
              <a:gd name="connsiteX1278" fmla="*/ 3355477 w 15732060"/>
              <a:gd name="connsiteY1278" fmla="*/ 5325413 h 8839200"/>
              <a:gd name="connsiteX1279" fmla="*/ 3814214 w 15732060"/>
              <a:gd name="connsiteY1279" fmla="*/ 5323629 h 8839200"/>
              <a:gd name="connsiteX1280" fmla="*/ 3795558 w 15732060"/>
              <a:gd name="connsiteY1280" fmla="*/ 5340092 h 8839200"/>
              <a:gd name="connsiteX1281" fmla="*/ 3438884 w 15732060"/>
              <a:gd name="connsiteY1281" fmla="*/ 5340092 h 8839200"/>
              <a:gd name="connsiteX1282" fmla="*/ 3191955 w 15732060"/>
              <a:gd name="connsiteY1282" fmla="*/ 5587019 h 8839200"/>
              <a:gd name="connsiteX1283" fmla="*/ 3191955 w 15732060"/>
              <a:gd name="connsiteY1283" fmla="*/ 5867970 h 8839200"/>
              <a:gd name="connsiteX1284" fmla="*/ 3192504 w 15732060"/>
              <a:gd name="connsiteY1284" fmla="*/ 5867970 h 8839200"/>
              <a:gd name="connsiteX1285" fmla="*/ 3176042 w 15732060"/>
              <a:gd name="connsiteY1285" fmla="*/ 5886626 h 8839200"/>
              <a:gd name="connsiteX1286" fmla="*/ 3194699 w 15732060"/>
              <a:gd name="connsiteY1286" fmla="*/ 5905282 h 8839200"/>
              <a:gd name="connsiteX1287" fmla="*/ 3213356 w 15732060"/>
              <a:gd name="connsiteY1287" fmla="*/ 5886626 h 8839200"/>
              <a:gd name="connsiteX1288" fmla="*/ 3196894 w 15732060"/>
              <a:gd name="connsiteY1288" fmla="*/ 5867970 h 8839200"/>
              <a:gd name="connsiteX1289" fmla="*/ 3196894 w 15732060"/>
              <a:gd name="connsiteY1289" fmla="*/ 5588666 h 8839200"/>
              <a:gd name="connsiteX1290" fmla="*/ 3441079 w 15732060"/>
              <a:gd name="connsiteY1290" fmla="*/ 5344482 h 8839200"/>
              <a:gd name="connsiteX1291" fmla="*/ 3795558 w 15732060"/>
              <a:gd name="connsiteY1291" fmla="*/ 5344482 h 8839200"/>
              <a:gd name="connsiteX1292" fmla="*/ 3814214 w 15732060"/>
              <a:gd name="connsiteY1292" fmla="*/ 5360944 h 8839200"/>
              <a:gd name="connsiteX1293" fmla="*/ 3832872 w 15732060"/>
              <a:gd name="connsiteY1293" fmla="*/ 5342287 h 8839200"/>
              <a:gd name="connsiteX1294" fmla="*/ 3814214 w 15732060"/>
              <a:gd name="connsiteY1294" fmla="*/ 5323629 h 8839200"/>
              <a:gd name="connsiteX1295" fmla="*/ 13100904 w 15732060"/>
              <a:gd name="connsiteY1295" fmla="*/ 5298390 h 8839200"/>
              <a:gd name="connsiteX1296" fmla="*/ 13082246 w 15732060"/>
              <a:gd name="connsiteY1296" fmla="*/ 5317047 h 8839200"/>
              <a:gd name="connsiteX1297" fmla="*/ 13100904 w 15732060"/>
              <a:gd name="connsiteY1297" fmla="*/ 5335704 h 8839200"/>
              <a:gd name="connsiteX1298" fmla="*/ 13119561 w 15732060"/>
              <a:gd name="connsiteY1298" fmla="*/ 5319242 h 8839200"/>
              <a:gd name="connsiteX1299" fmla="*/ 14531440 w 15732060"/>
              <a:gd name="connsiteY1299" fmla="*/ 5319242 h 8839200"/>
              <a:gd name="connsiteX1300" fmla="*/ 14688925 w 15732060"/>
              <a:gd name="connsiteY1300" fmla="*/ 5476728 h 8839200"/>
              <a:gd name="connsiteX1301" fmla="*/ 14689474 w 15732060"/>
              <a:gd name="connsiteY1301" fmla="*/ 5476728 h 8839200"/>
              <a:gd name="connsiteX1302" fmla="*/ 15652493 w 15732060"/>
              <a:gd name="connsiteY1302" fmla="*/ 5477276 h 8839200"/>
              <a:gd name="connsiteX1303" fmla="*/ 15671150 w 15732060"/>
              <a:gd name="connsiteY1303" fmla="*/ 5493738 h 8839200"/>
              <a:gd name="connsiteX1304" fmla="*/ 15689808 w 15732060"/>
              <a:gd name="connsiteY1304" fmla="*/ 5475081 h 8839200"/>
              <a:gd name="connsiteX1305" fmla="*/ 15671150 w 15732060"/>
              <a:gd name="connsiteY1305" fmla="*/ 5456424 h 8839200"/>
              <a:gd name="connsiteX1306" fmla="*/ 15652493 w 15732060"/>
              <a:gd name="connsiteY1306" fmla="*/ 5472886 h 8839200"/>
              <a:gd name="connsiteX1307" fmla="*/ 14691668 w 15732060"/>
              <a:gd name="connsiteY1307" fmla="*/ 5472886 h 8839200"/>
              <a:gd name="connsiteX1308" fmla="*/ 14534184 w 15732060"/>
              <a:gd name="connsiteY1308" fmla="*/ 5315401 h 8839200"/>
              <a:gd name="connsiteX1309" fmla="*/ 14533634 w 15732060"/>
              <a:gd name="connsiteY1309" fmla="*/ 5315401 h 8839200"/>
              <a:gd name="connsiteX1310" fmla="*/ 13119561 w 15732060"/>
              <a:gd name="connsiteY1310" fmla="*/ 5314853 h 8839200"/>
              <a:gd name="connsiteX1311" fmla="*/ 13100904 w 15732060"/>
              <a:gd name="connsiteY1311" fmla="*/ 5298390 h 8839200"/>
              <a:gd name="connsiteX1312" fmla="*/ 2501654 w 15732060"/>
              <a:gd name="connsiteY1312" fmla="*/ 5222666 h 8839200"/>
              <a:gd name="connsiteX1313" fmla="*/ 2482998 w 15732060"/>
              <a:gd name="connsiteY1313" fmla="*/ 5239127 h 8839200"/>
              <a:gd name="connsiteX1314" fmla="*/ 1538086 w 15732060"/>
              <a:gd name="connsiteY1314" fmla="*/ 5239127 h 8839200"/>
              <a:gd name="connsiteX1315" fmla="*/ 1012404 w 15732060"/>
              <a:gd name="connsiteY1315" fmla="*/ 5764810 h 8839200"/>
              <a:gd name="connsiteX1316" fmla="*/ 373684 w 15732060"/>
              <a:gd name="connsiteY1316" fmla="*/ 5764810 h 8839200"/>
              <a:gd name="connsiteX1317" fmla="*/ 355028 w 15732060"/>
              <a:gd name="connsiteY1317" fmla="*/ 5748348 h 8839200"/>
              <a:gd name="connsiteX1318" fmla="*/ 336370 w 15732060"/>
              <a:gd name="connsiteY1318" fmla="*/ 5767005 h 8839200"/>
              <a:gd name="connsiteX1319" fmla="*/ 355028 w 15732060"/>
              <a:gd name="connsiteY1319" fmla="*/ 5785662 h 8839200"/>
              <a:gd name="connsiteX1320" fmla="*/ 373684 w 15732060"/>
              <a:gd name="connsiteY1320" fmla="*/ 5769200 h 8839200"/>
              <a:gd name="connsiteX1321" fmla="*/ 1014600 w 15732060"/>
              <a:gd name="connsiteY1321" fmla="*/ 5769200 h 8839200"/>
              <a:gd name="connsiteX1322" fmla="*/ 1540282 w 15732060"/>
              <a:gd name="connsiteY1322" fmla="*/ 5243518 h 8839200"/>
              <a:gd name="connsiteX1323" fmla="*/ 2482998 w 15732060"/>
              <a:gd name="connsiteY1323" fmla="*/ 5243518 h 8839200"/>
              <a:gd name="connsiteX1324" fmla="*/ 2501654 w 15732060"/>
              <a:gd name="connsiteY1324" fmla="*/ 5259979 h 8839200"/>
              <a:gd name="connsiteX1325" fmla="*/ 2520311 w 15732060"/>
              <a:gd name="connsiteY1325" fmla="*/ 5241322 h 8839200"/>
              <a:gd name="connsiteX1326" fmla="*/ 2501654 w 15732060"/>
              <a:gd name="connsiteY1326" fmla="*/ 5222666 h 8839200"/>
              <a:gd name="connsiteX1327" fmla="*/ 6731258 w 15732060"/>
              <a:gd name="connsiteY1327" fmla="*/ 5216629 h 8839200"/>
              <a:gd name="connsiteX1328" fmla="*/ 6337270 w 15732060"/>
              <a:gd name="connsiteY1328" fmla="*/ 5216629 h 8839200"/>
              <a:gd name="connsiteX1329" fmla="*/ 5447780 w 15732060"/>
              <a:gd name="connsiteY1329" fmla="*/ 6106119 h 8839200"/>
              <a:gd name="connsiteX1330" fmla="*/ 5184390 w 15732060"/>
              <a:gd name="connsiteY1330" fmla="*/ 6106119 h 8839200"/>
              <a:gd name="connsiteX1331" fmla="*/ 4126990 w 15732060"/>
              <a:gd name="connsiteY1331" fmla="*/ 7163520 h 8839200"/>
              <a:gd name="connsiteX1332" fmla="*/ 4102298 w 15732060"/>
              <a:gd name="connsiteY1332" fmla="*/ 7165166 h 8839200"/>
              <a:gd name="connsiteX1333" fmla="*/ 4102298 w 15732060"/>
              <a:gd name="connsiteY1333" fmla="*/ 7191505 h 8839200"/>
              <a:gd name="connsiteX1334" fmla="*/ 4128636 w 15732060"/>
              <a:gd name="connsiteY1334" fmla="*/ 7191505 h 8839200"/>
              <a:gd name="connsiteX1335" fmla="*/ 4130282 w 15732060"/>
              <a:gd name="connsiteY1335" fmla="*/ 7166813 h 8839200"/>
              <a:gd name="connsiteX1336" fmla="*/ 5186586 w 15732060"/>
              <a:gd name="connsiteY1336" fmla="*/ 6110509 h 8839200"/>
              <a:gd name="connsiteX1337" fmla="*/ 5449976 w 15732060"/>
              <a:gd name="connsiteY1337" fmla="*/ 6110509 h 8839200"/>
              <a:gd name="connsiteX1338" fmla="*/ 6338917 w 15732060"/>
              <a:gd name="connsiteY1338" fmla="*/ 5221568 h 8839200"/>
              <a:gd name="connsiteX1339" fmla="*/ 6338916 w 15732060"/>
              <a:gd name="connsiteY1339" fmla="*/ 5221568 h 8839200"/>
              <a:gd name="connsiteX1340" fmla="*/ 6339465 w 15732060"/>
              <a:gd name="connsiteY1340" fmla="*/ 5221020 h 8839200"/>
              <a:gd name="connsiteX1341" fmla="*/ 6338917 w 15732060"/>
              <a:gd name="connsiteY1341" fmla="*/ 5221568 h 8839200"/>
              <a:gd name="connsiteX1342" fmla="*/ 6731258 w 15732060"/>
              <a:gd name="connsiteY1342" fmla="*/ 5221568 h 8839200"/>
              <a:gd name="connsiteX1343" fmla="*/ 5903774 w 15732060"/>
              <a:gd name="connsiteY1343" fmla="*/ 5215121 h 8839200"/>
              <a:gd name="connsiteX1344" fmla="*/ 5890605 w 15732060"/>
              <a:gd name="connsiteY1344" fmla="*/ 5220470 h 8839200"/>
              <a:gd name="connsiteX1345" fmla="*/ 5888960 w 15732060"/>
              <a:gd name="connsiteY1345" fmla="*/ 5245164 h 8839200"/>
              <a:gd name="connsiteX1346" fmla="*/ 5719401 w 15732060"/>
              <a:gd name="connsiteY1346" fmla="*/ 5414721 h 8839200"/>
              <a:gd name="connsiteX1347" fmla="*/ 5389616 w 15732060"/>
              <a:gd name="connsiteY1347" fmla="*/ 5414721 h 8839200"/>
              <a:gd name="connsiteX1348" fmla="*/ 5283162 w 15732060"/>
              <a:gd name="connsiteY1348" fmla="*/ 5308268 h 8839200"/>
              <a:gd name="connsiteX1349" fmla="*/ 5282613 w 15732060"/>
              <a:gd name="connsiteY1349" fmla="*/ 5308268 h 8839200"/>
              <a:gd name="connsiteX1350" fmla="*/ 4879298 w 15732060"/>
              <a:gd name="connsiteY1350" fmla="*/ 5307719 h 8839200"/>
              <a:gd name="connsiteX1351" fmla="*/ 3998039 w 15732060"/>
              <a:gd name="connsiteY1351" fmla="*/ 6188977 h 8839200"/>
              <a:gd name="connsiteX1352" fmla="*/ 3354380 w 15732060"/>
              <a:gd name="connsiteY1352" fmla="*/ 6188977 h 8839200"/>
              <a:gd name="connsiteX1353" fmla="*/ 3335723 w 15732060"/>
              <a:gd name="connsiteY1353" fmla="*/ 6172516 h 8839200"/>
              <a:gd name="connsiteX1354" fmla="*/ 3317066 w 15732060"/>
              <a:gd name="connsiteY1354" fmla="*/ 6191172 h 8839200"/>
              <a:gd name="connsiteX1355" fmla="*/ 3335723 w 15732060"/>
              <a:gd name="connsiteY1355" fmla="*/ 6209829 h 8839200"/>
              <a:gd name="connsiteX1356" fmla="*/ 3354380 w 15732060"/>
              <a:gd name="connsiteY1356" fmla="*/ 6193367 h 8839200"/>
              <a:gd name="connsiteX1357" fmla="*/ 4000233 w 15732060"/>
              <a:gd name="connsiteY1357" fmla="*/ 6193367 h 8839200"/>
              <a:gd name="connsiteX1358" fmla="*/ 4881492 w 15732060"/>
              <a:gd name="connsiteY1358" fmla="*/ 5312109 h 8839200"/>
              <a:gd name="connsiteX1359" fmla="*/ 5280967 w 15732060"/>
              <a:gd name="connsiteY1359" fmla="*/ 5312109 h 8839200"/>
              <a:gd name="connsiteX1360" fmla="*/ 5387420 w 15732060"/>
              <a:gd name="connsiteY1360" fmla="*/ 5418562 h 8839200"/>
              <a:gd name="connsiteX1361" fmla="*/ 5387969 w 15732060"/>
              <a:gd name="connsiteY1361" fmla="*/ 5418562 h 8839200"/>
              <a:gd name="connsiteX1362" fmla="*/ 5721596 w 15732060"/>
              <a:gd name="connsiteY1362" fmla="*/ 5419110 h 8839200"/>
              <a:gd name="connsiteX1363" fmla="*/ 5892251 w 15732060"/>
              <a:gd name="connsiteY1363" fmla="*/ 5248456 h 8839200"/>
              <a:gd name="connsiteX1364" fmla="*/ 5892251 w 15732060"/>
              <a:gd name="connsiteY1364" fmla="*/ 5248456 h 8839200"/>
              <a:gd name="connsiteX1365" fmla="*/ 5892800 w 15732060"/>
              <a:gd name="connsiteY1365" fmla="*/ 5247907 h 8839200"/>
              <a:gd name="connsiteX1366" fmla="*/ 5892251 w 15732060"/>
              <a:gd name="connsiteY1366" fmla="*/ 5248456 h 8839200"/>
              <a:gd name="connsiteX1367" fmla="*/ 5904803 w 15732060"/>
              <a:gd name="connsiteY1367" fmla="*/ 5252160 h 8839200"/>
              <a:gd name="connsiteX1368" fmla="*/ 5916944 w 15732060"/>
              <a:gd name="connsiteY1368" fmla="*/ 5246809 h 8839200"/>
              <a:gd name="connsiteX1369" fmla="*/ 5916944 w 15732060"/>
              <a:gd name="connsiteY1369" fmla="*/ 5220470 h 8839200"/>
              <a:gd name="connsiteX1370" fmla="*/ 5903774 w 15732060"/>
              <a:gd name="connsiteY1370" fmla="*/ 5215121 h 8839200"/>
              <a:gd name="connsiteX1371" fmla="*/ 14162694 w 15732060"/>
              <a:gd name="connsiteY1371" fmla="*/ 5037332 h 8839200"/>
              <a:gd name="connsiteX1372" fmla="*/ 14149524 w 15732060"/>
              <a:gd name="connsiteY1372" fmla="*/ 5042682 h 8839200"/>
              <a:gd name="connsiteX1373" fmla="*/ 14149524 w 15732060"/>
              <a:gd name="connsiteY1373" fmla="*/ 5069021 h 8839200"/>
              <a:gd name="connsiteX1374" fmla="*/ 14174217 w 15732060"/>
              <a:gd name="connsiteY1374" fmla="*/ 5070668 h 8839200"/>
              <a:gd name="connsiteX1375" fmla="*/ 14224152 w 15732060"/>
              <a:gd name="connsiteY1375" fmla="*/ 5120602 h 8839200"/>
              <a:gd name="connsiteX1376" fmla="*/ 14224701 w 15732060"/>
              <a:gd name="connsiteY1376" fmla="*/ 5120602 h 8839200"/>
              <a:gd name="connsiteX1377" fmla="*/ 15006090 w 15732060"/>
              <a:gd name="connsiteY1377" fmla="*/ 5121151 h 8839200"/>
              <a:gd name="connsiteX1378" fmla="*/ 15196500 w 15732060"/>
              <a:gd name="connsiteY1378" fmla="*/ 5311560 h 8839200"/>
              <a:gd name="connsiteX1379" fmla="*/ 15197048 w 15732060"/>
              <a:gd name="connsiteY1379" fmla="*/ 5311560 h 8839200"/>
              <a:gd name="connsiteX1380" fmla="*/ 15565794 w 15732060"/>
              <a:gd name="connsiteY1380" fmla="*/ 5312109 h 8839200"/>
              <a:gd name="connsiteX1381" fmla="*/ 15584450 w 15732060"/>
              <a:gd name="connsiteY1381" fmla="*/ 5328570 h 8839200"/>
              <a:gd name="connsiteX1382" fmla="*/ 15603108 w 15732060"/>
              <a:gd name="connsiteY1382" fmla="*/ 5309913 h 8839200"/>
              <a:gd name="connsiteX1383" fmla="*/ 15584450 w 15732060"/>
              <a:gd name="connsiteY1383" fmla="*/ 5291257 h 8839200"/>
              <a:gd name="connsiteX1384" fmla="*/ 15565794 w 15732060"/>
              <a:gd name="connsiteY1384" fmla="*/ 5307719 h 8839200"/>
              <a:gd name="connsiteX1385" fmla="*/ 15199243 w 15732060"/>
              <a:gd name="connsiteY1385" fmla="*/ 5307719 h 8839200"/>
              <a:gd name="connsiteX1386" fmla="*/ 15008834 w 15732060"/>
              <a:gd name="connsiteY1386" fmla="*/ 5117310 h 8839200"/>
              <a:gd name="connsiteX1387" fmla="*/ 15008285 w 15732060"/>
              <a:gd name="connsiteY1387" fmla="*/ 5117310 h 8839200"/>
              <a:gd name="connsiteX1388" fmla="*/ 14226895 w 15732060"/>
              <a:gd name="connsiteY1388" fmla="*/ 5116761 h 8839200"/>
              <a:gd name="connsiteX1389" fmla="*/ 14177510 w 15732060"/>
              <a:gd name="connsiteY1389" fmla="*/ 5067376 h 8839200"/>
              <a:gd name="connsiteX1390" fmla="*/ 14175863 w 15732060"/>
              <a:gd name="connsiteY1390" fmla="*/ 5042682 h 8839200"/>
              <a:gd name="connsiteX1391" fmla="*/ 14162694 w 15732060"/>
              <a:gd name="connsiteY1391" fmla="*/ 5037332 h 8839200"/>
              <a:gd name="connsiteX1392" fmla="*/ 6701626 w 15732060"/>
              <a:gd name="connsiteY1392" fmla="*/ 4985066 h 8839200"/>
              <a:gd name="connsiteX1393" fmla="*/ 6314773 w 15732060"/>
              <a:gd name="connsiteY1393" fmla="*/ 4985066 h 8839200"/>
              <a:gd name="connsiteX1394" fmla="*/ 5641482 w 15732060"/>
              <a:gd name="connsiteY1394" fmla="*/ 5658905 h 8839200"/>
              <a:gd name="connsiteX1395" fmla="*/ 4869421 w 15732060"/>
              <a:gd name="connsiteY1395" fmla="*/ 5658905 h 8839200"/>
              <a:gd name="connsiteX1396" fmla="*/ 3998039 w 15732060"/>
              <a:gd name="connsiteY1396" fmla="*/ 6530287 h 8839200"/>
              <a:gd name="connsiteX1397" fmla="*/ 3561250 w 15732060"/>
              <a:gd name="connsiteY1397" fmla="*/ 6530287 h 8839200"/>
              <a:gd name="connsiteX1398" fmla="*/ 3542594 w 15732060"/>
              <a:gd name="connsiteY1398" fmla="*/ 6513825 h 8839200"/>
              <a:gd name="connsiteX1399" fmla="*/ 3523937 w 15732060"/>
              <a:gd name="connsiteY1399" fmla="*/ 6532481 h 8839200"/>
              <a:gd name="connsiteX1400" fmla="*/ 3542594 w 15732060"/>
              <a:gd name="connsiteY1400" fmla="*/ 6551138 h 8839200"/>
              <a:gd name="connsiteX1401" fmla="*/ 3561250 w 15732060"/>
              <a:gd name="connsiteY1401" fmla="*/ 6534677 h 8839200"/>
              <a:gd name="connsiteX1402" fmla="*/ 4000233 w 15732060"/>
              <a:gd name="connsiteY1402" fmla="*/ 6534677 h 8839200"/>
              <a:gd name="connsiteX1403" fmla="*/ 4871615 w 15732060"/>
              <a:gd name="connsiteY1403" fmla="*/ 5663295 h 8839200"/>
              <a:gd name="connsiteX1404" fmla="*/ 5643678 w 15732060"/>
              <a:gd name="connsiteY1404" fmla="*/ 5663295 h 8839200"/>
              <a:gd name="connsiteX1405" fmla="*/ 5643678 w 15732060"/>
              <a:gd name="connsiteY1405" fmla="*/ 5663843 h 8839200"/>
              <a:gd name="connsiteX1406" fmla="*/ 6316967 w 15732060"/>
              <a:gd name="connsiteY1406" fmla="*/ 4990004 h 8839200"/>
              <a:gd name="connsiteX1407" fmla="*/ 6701626 w 15732060"/>
              <a:gd name="connsiteY1407" fmla="*/ 4990004 h 8839200"/>
              <a:gd name="connsiteX1408" fmla="*/ 8990924 w 15732060"/>
              <a:gd name="connsiteY1408" fmla="*/ 4884100 h 8839200"/>
              <a:gd name="connsiteX1409" fmla="*/ 8990924 w 15732060"/>
              <a:gd name="connsiteY1409" fmla="*/ 4889039 h 8839200"/>
              <a:gd name="connsiteX1410" fmla="*/ 10502123 w 15732060"/>
              <a:gd name="connsiteY1410" fmla="*/ 4889039 h 8839200"/>
              <a:gd name="connsiteX1411" fmla="*/ 10710640 w 15732060"/>
              <a:gd name="connsiteY1411" fmla="*/ 5097556 h 8839200"/>
              <a:gd name="connsiteX1412" fmla="*/ 10711189 w 15732060"/>
              <a:gd name="connsiteY1412" fmla="*/ 5097556 h 8839200"/>
              <a:gd name="connsiteX1413" fmla="*/ 11067314 w 15732060"/>
              <a:gd name="connsiteY1413" fmla="*/ 5098104 h 8839200"/>
              <a:gd name="connsiteX1414" fmla="*/ 11665978 w 15732060"/>
              <a:gd name="connsiteY1414" fmla="*/ 5696767 h 8839200"/>
              <a:gd name="connsiteX1415" fmla="*/ 11666525 w 15732060"/>
              <a:gd name="connsiteY1415" fmla="*/ 5696767 h 8839200"/>
              <a:gd name="connsiteX1416" fmla="*/ 12664664 w 15732060"/>
              <a:gd name="connsiteY1416" fmla="*/ 5696767 h 8839200"/>
              <a:gd name="connsiteX1417" fmla="*/ 12683321 w 15732060"/>
              <a:gd name="connsiteY1417" fmla="*/ 5713229 h 8839200"/>
              <a:gd name="connsiteX1418" fmla="*/ 12701979 w 15732060"/>
              <a:gd name="connsiteY1418" fmla="*/ 5694572 h 8839200"/>
              <a:gd name="connsiteX1419" fmla="*/ 12683321 w 15732060"/>
              <a:gd name="connsiteY1419" fmla="*/ 5675916 h 8839200"/>
              <a:gd name="connsiteX1420" fmla="*/ 12664664 w 15732060"/>
              <a:gd name="connsiteY1420" fmla="*/ 5692378 h 8839200"/>
              <a:gd name="connsiteX1421" fmla="*/ 11668172 w 15732060"/>
              <a:gd name="connsiteY1421" fmla="*/ 5692378 h 8839200"/>
              <a:gd name="connsiteX1422" fmla="*/ 11069509 w 15732060"/>
              <a:gd name="connsiteY1422" fmla="*/ 5093715 h 8839200"/>
              <a:gd name="connsiteX1423" fmla="*/ 11068960 w 15732060"/>
              <a:gd name="connsiteY1423" fmla="*/ 5093715 h 8839200"/>
              <a:gd name="connsiteX1424" fmla="*/ 10712835 w 15732060"/>
              <a:gd name="connsiteY1424" fmla="*/ 5093165 h 8839200"/>
              <a:gd name="connsiteX1425" fmla="*/ 10504318 w 15732060"/>
              <a:gd name="connsiteY1425" fmla="*/ 4884648 h 8839200"/>
              <a:gd name="connsiteX1426" fmla="*/ 10503770 w 15732060"/>
              <a:gd name="connsiteY1426" fmla="*/ 4884648 h 8839200"/>
              <a:gd name="connsiteX1427" fmla="*/ 8990924 w 15732060"/>
              <a:gd name="connsiteY1427" fmla="*/ 4884100 h 8839200"/>
              <a:gd name="connsiteX1428" fmla="*/ 6691750 w 15732060"/>
              <a:gd name="connsiteY1428" fmla="*/ 4867090 h 8839200"/>
              <a:gd name="connsiteX1429" fmla="*/ 6359219 w 15732060"/>
              <a:gd name="connsiteY1429" fmla="*/ 4867090 h 8839200"/>
              <a:gd name="connsiteX1430" fmla="*/ 6139180 w 15732060"/>
              <a:gd name="connsiteY1430" fmla="*/ 5087130 h 8839200"/>
              <a:gd name="connsiteX1431" fmla="*/ 4979166 w 15732060"/>
              <a:gd name="connsiteY1431" fmla="*/ 5087130 h 8839200"/>
              <a:gd name="connsiteX1432" fmla="*/ 4126441 w 15732060"/>
              <a:gd name="connsiteY1432" fmla="*/ 5939855 h 8839200"/>
              <a:gd name="connsiteX1433" fmla="*/ 3354380 w 15732060"/>
              <a:gd name="connsiteY1433" fmla="*/ 5939855 h 8839200"/>
              <a:gd name="connsiteX1434" fmla="*/ 3335723 w 15732060"/>
              <a:gd name="connsiteY1434" fmla="*/ 5923392 h 8839200"/>
              <a:gd name="connsiteX1435" fmla="*/ 3317066 w 15732060"/>
              <a:gd name="connsiteY1435" fmla="*/ 5942050 h 8839200"/>
              <a:gd name="connsiteX1436" fmla="*/ 3335723 w 15732060"/>
              <a:gd name="connsiteY1436" fmla="*/ 5960706 h 8839200"/>
              <a:gd name="connsiteX1437" fmla="*/ 3354380 w 15732060"/>
              <a:gd name="connsiteY1437" fmla="*/ 5944244 h 8839200"/>
              <a:gd name="connsiteX1438" fmla="*/ 4128636 w 15732060"/>
              <a:gd name="connsiteY1438" fmla="*/ 5944244 h 8839200"/>
              <a:gd name="connsiteX1439" fmla="*/ 4981361 w 15732060"/>
              <a:gd name="connsiteY1439" fmla="*/ 5091519 h 8839200"/>
              <a:gd name="connsiteX1440" fmla="*/ 6141374 w 15732060"/>
              <a:gd name="connsiteY1440" fmla="*/ 5091519 h 8839200"/>
              <a:gd name="connsiteX1441" fmla="*/ 6361414 w 15732060"/>
              <a:gd name="connsiteY1441" fmla="*/ 4871479 h 8839200"/>
              <a:gd name="connsiteX1442" fmla="*/ 6360866 w 15732060"/>
              <a:gd name="connsiteY1442" fmla="*/ 4872028 h 8839200"/>
              <a:gd name="connsiteX1443" fmla="*/ 6691750 w 15732060"/>
              <a:gd name="connsiteY1443" fmla="*/ 4872028 h 8839200"/>
              <a:gd name="connsiteX1444" fmla="*/ 11528247 w 15732060"/>
              <a:gd name="connsiteY1444" fmla="*/ 4844729 h 8839200"/>
              <a:gd name="connsiteX1445" fmla="*/ 11515077 w 15732060"/>
              <a:gd name="connsiteY1445" fmla="*/ 4850079 h 8839200"/>
              <a:gd name="connsiteX1446" fmla="*/ 11515077 w 15732060"/>
              <a:gd name="connsiteY1446" fmla="*/ 4876418 h 8839200"/>
              <a:gd name="connsiteX1447" fmla="*/ 11539770 w 15732060"/>
              <a:gd name="connsiteY1447" fmla="*/ 4878064 h 8839200"/>
              <a:gd name="connsiteX1448" fmla="*/ 11636345 w 15732060"/>
              <a:gd name="connsiteY1448" fmla="*/ 4974640 h 8839200"/>
              <a:gd name="connsiteX1449" fmla="*/ 11636345 w 15732060"/>
              <a:gd name="connsiteY1449" fmla="*/ 5197973 h 8839200"/>
              <a:gd name="connsiteX1450" fmla="*/ 11880530 w 15732060"/>
              <a:gd name="connsiteY1450" fmla="*/ 5442157 h 8839200"/>
              <a:gd name="connsiteX1451" fmla="*/ 11881079 w 15732060"/>
              <a:gd name="connsiteY1451" fmla="*/ 5442157 h 8839200"/>
              <a:gd name="connsiteX1452" fmla="*/ 13668290 w 15732060"/>
              <a:gd name="connsiteY1452" fmla="*/ 5442705 h 8839200"/>
              <a:gd name="connsiteX1453" fmla="*/ 13953628 w 15732060"/>
              <a:gd name="connsiteY1453" fmla="*/ 5728046 h 8839200"/>
              <a:gd name="connsiteX1454" fmla="*/ 13954178 w 15732060"/>
              <a:gd name="connsiteY1454" fmla="*/ 5728046 h 8839200"/>
              <a:gd name="connsiteX1455" fmla="*/ 15683771 w 15732060"/>
              <a:gd name="connsiteY1455" fmla="*/ 5728594 h 8839200"/>
              <a:gd name="connsiteX1456" fmla="*/ 15702428 w 15732060"/>
              <a:gd name="connsiteY1456" fmla="*/ 5745056 h 8839200"/>
              <a:gd name="connsiteX1457" fmla="*/ 15702428 w 15732060"/>
              <a:gd name="connsiteY1457" fmla="*/ 5744507 h 8839200"/>
              <a:gd name="connsiteX1458" fmla="*/ 15721085 w 15732060"/>
              <a:gd name="connsiteY1458" fmla="*/ 5725850 h 8839200"/>
              <a:gd name="connsiteX1459" fmla="*/ 15702428 w 15732060"/>
              <a:gd name="connsiteY1459" fmla="*/ 5707193 h 8839200"/>
              <a:gd name="connsiteX1460" fmla="*/ 15683771 w 15732060"/>
              <a:gd name="connsiteY1460" fmla="*/ 5723655 h 8839200"/>
              <a:gd name="connsiteX1461" fmla="*/ 13955824 w 15732060"/>
              <a:gd name="connsiteY1461" fmla="*/ 5723655 h 8839200"/>
              <a:gd name="connsiteX1462" fmla="*/ 13670485 w 15732060"/>
              <a:gd name="connsiteY1462" fmla="*/ 5438316 h 8839200"/>
              <a:gd name="connsiteX1463" fmla="*/ 13669935 w 15732060"/>
              <a:gd name="connsiteY1463" fmla="*/ 5438316 h 8839200"/>
              <a:gd name="connsiteX1464" fmla="*/ 11882726 w 15732060"/>
              <a:gd name="connsiteY1464" fmla="*/ 5437767 h 8839200"/>
              <a:gd name="connsiteX1465" fmla="*/ 11640736 w 15732060"/>
              <a:gd name="connsiteY1465" fmla="*/ 5195778 h 8839200"/>
              <a:gd name="connsiteX1466" fmla="*/ 11640736 w 15732060"/>
              <a:gd name="connsiteY1466" fmla="*/ 4972445 h 8839200"/>
              <a:gd name="connsiteX1467" fmla="*/ 11543061 w 15732060"/>
              <a:gd name="connsiteY1467" fmla="*/ 4874772 h 8839200"/>
              <a:gd name="connsiteX1468" fmla="*/ 11541416 w 15732060"/>
              <a:gd name="connsiteY1468" fmla="*/ 4850079 h 8839200"/>
              <a:gd name="connsiteX1469" fmla="*/ 11528247 w 15732060"/>
              <a:gd name="connsiteY1469" fmla="*/ 4844729 h 8839200"/>
              <a:gd name="connsiteX1470" fmla="*/ 3694591 w 15732060"/>
              <a:gd name="connsiteY1470" fmla="*/ 4724420 h 8839200"/>
              <a:gd name="connsiteX1471" fmla="*/ 3675934 w 15732060"/>
              <a:gd name="connsiteY1471" fmla="*/ 4740882 h 8839200"/>
              <a:gd name="connsiteX1472" fmla="*/ 2397397 w 15732060"/>
              <a:gd name="connsiteY1472" fmla="*/ 4740882 h 8839200"/>
              <a:gd name="connsiteX1473" fmla="*/ 2225096 w 15732060"/>
              <a:gd name="connsiteY1473" fmla="*/ 4913183 h 8839200"/>
              <a:gd name="connsiteX1474" fmla="*/ 2200402 w 15732060"/>
              <a:gd name="connsiteY1474" fmla="*/ 4914828 h 8839200"/>
              <a:gd name="connsiteX1475" fmla="*/ 2200402 w 15732060"/>
              <a:gd name="connsiteY1475" fmla="*/ 4941167 h 8839200"/>
              <a:gd name="connsiteX1476" fmla="*/ 2226741 w 15732060"/>
              <a:gd name="connsiteY1476" fmla="*/ 4941167 h 8839200"/>
              <a:gd name="connsiteX1477" fmla="*/ 2228388 w 15732060"/>
              <a:gd name="connsiteY1477" fmla="*/ 4916475 h 8839200"/>
              <a:gd name="connsiteX1478" fmla="*/ 2399591 w 15732060"/>
              <a:gd name="connsiteY1478" fmla="*/ 4745271 h 8839200"/>
              <a:gd name="connsiteX1479" fmla="*/ 3675934 w 15732060"/>
              <a:gd name="connsiteY1479" fmla="*/ 4745271 h 8839200"/>
              <a:gd name="connsiteX1480" fmla="*/ 3694591 w 15732060"/>
              <a:gd name="connsiteY1480" fmla="*/ 4761734 h 8839200"/>
              <a:gd name="connsiteX1481" fmla="*/ 3713248 w 15732060"/>
              <a:gd name="connsiteY1481" fmla="*/ 4743076 h 8839200"/>
              <a:gd name="connsiteX1482" fmla="*/ 3694591 w 15732060"/>
              <a:gd name="connsiteY1482" fmla="*/ 4724420 h 8839200"/>
              <a:gd name="connsiteX1483" fmla="*/ 8991472 w 15732060"/>
              <a:gd name="connsiteY1483" fmla="*/ 4634977 h 8839200"/>
              <a:gd name="connsiteX1484" fmla="*/ 8991472 w 15732060"/>
              <a:gd name="connsiteY1484" fmla="*/ 4639915 h 8839200"/>
              <a:gd name="connsiteX1485" fmla="*/ 10625039 w 15732060"/>
              <a:gd name="connsiteY1485" fmla="*/ 4639915 h 8839200"/>
              <a:gd name="connsiteX1486" fmla="*/ 10771549 w 15732060"/>
              <a:gd name="connsiteY1486" fmla="*/ 4786426 h 8839200"/>
              <a:gd name="connsiteX1487" fmla="*/ 10772098 w 15732060"/>
              <a:gd name="connsiteY1487" fmla="*/ 4786426 h 8839200"/>
              <a:gd name="connsiteX1488" fmla="*/ 11577632 w 15732060"/>
              <a:gd name="connsiteY1488" fmla="*/ 4786975 h 8839200"/>
              <a:gd name="connsiteX1489" fmla="*/ 12118130 w 15732060"/>
              <a:gd name="connsiteY1489" fmla="*/ 5327473 h 8839200"/>
              <a:gd name="connsiteX1490" fmla="*/ 12118679 w 15732060"/>
              <a:gd name="connsiteY1490" fmla="*/ 5327473 h 8839200"/>
              <a:gd name="connsiteX1491" fmla="*/ 12693747 w 15732060"/>
              <a:gd name="connsiteY1491" fmla="*/ 5328022 h 8839200"/>
              <a:gd name="connsiteX1492" fmla="*/ 12712404 w 15732060"/>
              <a:gd name="connsiteY1492" fmla="*/ 5344484 h 8839200"/>
              <a:gd name="connsiteX1493" fmla="*/ 12731060 w 15732060"/>
              <a:gd name="connsiteY1493" fmla="*/ 5325826 h 8839200"/>
              <a:gd name="connsiteX1494" fmla="*/ 12712404 w 15732060"/>
              <a:gd name="connsiteY1494" fmla="*/ 5307169 h 8839200"/>
              <a:gd name="connsiteX1495" fmla="*/ 12693747 w 15732060"/>
              <a:gd name="connsiteY1495" fmla="*/ 5323632 h 8839200"/>
              <a:gd name="connsiteX1496" fmla="*/ 12693198 w 15732060"/>
              <a:gd name="connsiteY1496" fmla="*/ 5323083 h 8839200"/>
              <a:gd name="connsiteX1497" fmla="*/ 12120326 w 15732060"/>
              <a:gd name="connsiteY1497" fmla="*/ 5323083 h 8839200"/>
              <a:gd name="connsiteX1498" fmla="*/ 11579827 w 15732060"/>
              <a:gd name="connsiteY1498" fmla="*/ 4782585 h 8839200"/>
              <a:gd name="connsiteX1499" fmla="*/ 11579279 w 15732060"/>
              <a:gd name="connsiteY1499" fmla="*/ 4782585 h 8839200"/>
              <a:gd name="connsiteX1500" fmla="*/ 10773744 w 15732060"/>
              <a:gd name="connsiteY1500" fmla="*/ 4782036 h 8839200"/>
              <a:gd name="connsiteX1501" fmla="*/ 10627234 w 15732060"/>
              <a:gd name="connsiteY1501" fmla="*/ 4635526 h 8839200"/>
              <a:gd name="connsiteX1502" fmla="*/ 10626685 w 15732060"/>
              <a:gd name="connsiteY1502" fmla="*/ 4635526 h 8839200"/>
              <a:gd name="connsiteX1503" fmla="*/ 8991472 w 15732060"/>
              <a:gd name="connsiteY1503" fmla="*/ 4634977 h 8839200"/>
              <a:gd name="connsiteX1504" fmla="*/ 6695042 w 15732060"/>
              <a:gd name="connsiteY1504" fmla="*/ 4618513 h 8839200"/>
              <a:gd name="connsiteX1505" fmla="*/ 6676386 w 15732060"/>
              <a:gd name="connsiteY1505" fmla="*/ 4634975 h 8839200"/>
              <a:gd name="connsiteX1506" fmla="*/ 6045896 w 15732060"/>
              <a:gd name="connsiteY1506" fmla="*/ 4634975 h 8839200"/>
              <a:gd name="connsiteX1507" fmla="*/ 5800614 w 15732060"/>
              <a:gd name="connsiteY1507" fmla="*/ 4880257 h 8839200"/>
              <a:gd name="connsiteX1508" fmla="*/ 4406842 w 15732060"/>
              <a:gd name="connsiteY1508" fmla="*/ 4880257 h 8839200"/>
              <a:gd name="connsiteX1509" fmla="*/ 3872928 w 15732060"/>
              <a:gd name="connsiteY1509" fmla="*/ 5414171 h 8839200"/>
              <a:gd name="connsiteX1510" fmla="*/ 3545886 w 15732060"/>
              <a:gd name="connsiteY1510" fmla="*/ 5414171 h 8839200"/>
              <a:gd name="connsiteX1511" fmla="*/ 3275363 w 15732060"/>
              <a:gd name="connsiteY1511" fmla="*/ 5684694 h 8839200"/>
              <a:gd name="connsiteX1512" fmla="*/ 3275363 w 15732060"/>
              <a:gd name="connsiteY1512" fmla="*/ 5867970 h 8839200"/>
              <a:gd name="connsiteX1513" fmla="*/ 3258900 w 15732060"/>
              <a:gd name="connsiteY1513" fmla="*/ 5886626 h 8839200"/>
              <a:gd name="connsiteX1514" fmla="*/ 3277557 w 15732060"/>
              <a:gd name="connsiteY1514" fmla="*/ 5905282 h 8839200"/>
              <a:gd name="connsiteX1515" fmla="*/ 3296214 w 15732060"/>
              <a:gd name="connsiteY1515" fmla="*/ 5886626 h 8839200"/>
              <a:gd name="connsiteX1516" fmla="*/ 3279752 w 15732060"/>
              <a:gd name="connsiteY1516" fmla="*/ 5867970 h 8839200"/>
              <a:gd name="connsiteX1517" fmla="*/ 3279752 w 15732060"/>
              <a:gd name="connsiteY1517" fmla="*/ 5686888 h 8839200"/>
              <a:gd name="connsiteX1518" fmla="*/ 3546984 w 15732060"/>
              <a:gd name="connsiteY1518" fmla="*/ 5419657 h 8839200"/>
              <a:gd name="connsiteX1519" fmla="*/ 3874026 w 15732060"/>
              <a:gd name="connsiteY1519" fmla="*/ 5419657 h 8839200"/>
              <a:gd name="connsiteX1520" fmla="*/ 4407940 w 15732060"/>
              <a:gd name="connsiteY1520" fmla="*/ 4885744 h 8839200"/>
              <a:gd name="connsiteX1521" fmla="*/ 5801711 w 15732060"/>
              <a:gd name="connsiteY1521" fmla="*/ 4885744 h 8839200"/>
              <a:gd name="connsiteX1522" fmla="*/ 6046994 w 15732060"/>
              <a:gd name="connsiteY1522" fmla="*/ 4640462 h 8839200"/>
              <a:gd name="connsiteX1523" fmla="*/ 6675288 w 15732060"/>
              <a:gd name="connsiteY1523" fmla="*/ 4640462 h 8839200"/>
              <a:gd name="connsiteX1524" fmla="*/ 6693944 w 15732060"/>
              <a:gd name="connsiteY1524" fmla="*/ 4656924 h 8839200"/>
              <a:gd name="connsiteX1525" fmla="*/ 6712601 w 15732060"/>
              <a:gd name="connsiteY1525" fmla="*/ 4638267 h 8839200"/>
              <a:gd name="connsiteX1526" fmla="*/ 6693944 w 15732060"/>
              <a:gd name="connsiteY1526" fmla="*/ 4619610 h 8839200"/>
              <a:gd name="connsiteX1527" fmla="*/ 8991472 w 15732060"/>
              <a:gd name="connsiteY1527" fmla="*/ 4523584 h 8839200"/>
              <a:gd name="connsiteX1528" fmla="*/ 8991472 w 15732060"/>
              <a:gd name="connsiteY1528" fmla="*/ 4528523 h 8839200"/>
              <a:gd name="connsiteX1529" fmla="*/ 10888977 w 15732060"/>
              <a:gd name="connsiteY1529" fmla="*/ 4528523 h 8839200"/>
              <a:gd name="connsiteX1530" fmla="*/ 11054145 w 15732060"/>
              <a:gd name="connsiteY1530" fmla="*/ 4693691 h 8839200"/>
              <a:gd name="connsiteX1531" fmla="*/ 11054693 w 15732060"/>
              <a:gd name="connsiteY1531" fmla="*/ 4693691 h 8839200"/>
              <a:gd name="connsiteX1532" fmla="*/ 12657531 w 15732060"/>
              <a:gd name="connsiteY1532" fmla="*/ 4694240 h 8839200"/>
              <a:gd name="connsiteX1533" fmla="*/ 12816113 w 15732060"/>
              <a:gd name="connsiteY1533" fmla="*/ 4852823 h 8839200"/>
              <a:gd name="connsiteX1534" fmla="*/ 12816662 w 15732060"/>
              <a:gd name="connsiteY1534" fmla="*/ 4852823 h 8839200"/>
              <a:gd name="connsiteX1535" fmla="*/ 13567872 w 15732060"/>
              <a:gd name="connsiteY1535" fmla="*/ 4852823 h 8839200"/>
              <a:gd name="connsiteX1536" fmla="*/ 13586529 w 15732060"/>
              <a:gd name="connsiteY1536" fmla="*/ 4869284 h 8839200"/>
              <a:gd name="connsiteX1537" fmla="*/ 13605186 w 15732060"/>
              <a:gd name="connsiteY1537" fmla="*/ 4850627 h 8839200"/>
              <a:gd name="connsiteX1538" fmla="*/ 13586529 w 15732060"/>
              <a:gd name="connsiteY1538" fmla="*/ 4831970 h 8839200"/>
              <a:gd name="connsiteX1539" fmla="*/ 13567872 w 15732060"/>
              <a:gd name="connsiteY1539" fmla="*/ 4848433 h 8839200"/>
              <a:gd name="connsiteX1540" fmla="*/ 12818856 w 15732060"/>
              <a:gd name="connsiteY1540" fmla="*/ 4848433 h 8839200"/>
              <a:gd name="connsiteX1541" fmla="*/ 12660274 w 15732060"/>
              <a:gd name="connsiteY1541" fmla="*/ 4689849 h 8839200"/>
              <a:gd name="connsiteX1542" fmla="*/ 12659725 w 15732060"/>
              <a:gd name="connsiteY1542" fmla="*/ 4689849 h 8839200"/>
              <a:gd name="connsiteX1543" fmla="*/ 11056888 w 15732060"/>
              <a:gd name="connsiteY1543" fmla="*/ 4689301 h 8839200"/>
              <a:gd name="connsiteX1544" fmla="*/ 10891721 w 15732060"/>
              <a:gd name="connsiteY1544" fmla="*/ 4524134 h 8839200"/>
              <a:gd name="connsiteX1545" fmla="*/ 10891172 w 15732060"/>
              <a:gd name="connsiteY1545" fmla="*/ 4524134 h 8839200"/>
              <a:gd name="connsiteX1546" fmla="*/ 8991472 w 15732060"/>
              <a:gd name="connsiteY1546" fmla="*/ 4523584 h 8839200"/>
              <a:gd name="connsiteX1547" fmla="*/ 6703822 w 15732060"/>
              <a:gd name="connsiteY1547" fmla="*/ 4402864 h 8839200"/>
              <a:gd name="connsiteX1548" fmla="*/ 5683734 w 15732060"/>
              <a:gd name="connsiteY1548" fmla="*/ 4402864 h 8839200"/>
              <a:gd name="connsiteX1549" fmla="*/ 5552040 w 15732060"/>
              <a:gd name="connsiteY1549" fmla="*/ 4534559 h 8839200"/>
              <a:gd name="connsiteX1550" fmla="*/ 4131380 w 15732060"/>
              <a:gd name="connsiteY1550" fmla="*/ 4534559 h 8839200"/>
              <a:gd name="connsiteX1551" fmla="*/ 3723126 w 15732060"/>
              <a:gd name="connsiteY1551" fmla="*/ 4942814 h 8839200"/>
              <a:gd name="connsiteX1552" fmla="*/ 2970818 w 15732060"/>
              <a:gd name="connsiteY1552" fmla="*/ 4942814 h 8839200"/>
              <a:gd name="connsiteX1553" fmla="*/ 2818820 w 15732060"/>
              <a:gd name="connsiteY1553" fmla="*/ 5094812 h 8839200"/>
              <a:gd name="connsiteX1554" fmla="*/ 1509552 w 15732060"/>
              <a:gd name="connsiteY1554" fmla="*/ 5094812 h 8839200"/>
              <a:gd name="connsiteX1555" fmla="*/ 1163304 w 15732060"/>
              <a:gd name="connsiteY1555" fmla="*/ 5441060 h 8839200"/>
              <a:gd name="connsiteX1556" fmla="*/ 321006 w 15732060"/>
              <a:gd name="connsiteY1556" fmla="*/ 5441060 h 8839200"/>
              <a:gd name="connsiteX1557" fmla="*/ 59810 w 15732060"/>
              <a:gd name="connsiteY1557" fmla="*/ 5702254 h 8839200"/>
              <a:gd name="connsiteX1558" fmla="*/ 35118 w 15732060"/>
              <a:gd name="connsiteY1558" fmla="*/ 5703901 h 8839200"/>
              <a:gd name="connsiteX1559" fmla="*/ 35118 w 15732060"/>
              <a:gd name="connsiteY1559" fmla="*/ 5730240 h 8839200"/>
              <a:gd name="connsiteX1560" fmla="*/ 61458 w 15732060"/>
              <a:gd name="connsiteY1560" fmla="*/ 5730240 h 8839200"/>
              <a:gd name="connsiteX1561" fmla="*/ 63102 w 15732060"/>
              <a:gd name="connsiteY1561" fmla="*/ 5705547 h 8839200"/>
              <a:gd name="connsiteX1562" fmla="*/ 323200 w 15732060"/>
              <a:gd name="connsiteY1562" fmla="*/ 5445449 h 8839200"/>
              <a:gd name="connsiteX1563" fmla="*/ 1165500 w 15732060"/>
              <a:gd name="connsiteY1563" fmla="*/ 5445449 h 8839200"/>
              <a:gd name="connsiteX1564" fmla="*/ 1511748 w 15732060"/>
              <a:gd name="connsiteY1564" fmla="*/ 5099201 h 8839200"/>
              <a:gd name="connsiteX1565" fmla="*/ 2821015 w 15732060"/>
              <a:gd name="connsiteY1565" fmla="*/ 5099201 h 8839200"/>
              <a:gd name="connsiteX1566" fmla="*/ 2973012 w 15732060"/>
              <a:gd name="connsiteY1566" fmla="*/ 4947204 h 8839200"/>
              <a:gd name="connsiteX1567" fmla="*/ 3725320 w 15732060"/>
              <a:gd name="connsiteY1567" fmla="*/ 4947204 h 8839200"/>
              <a:gd name="connsiteX1568" fmla="*/ 3725320 w 15732060"/>
              <a:gd name="connsiteY1568" fmla="*/ 4947752 h 8839200"/>
              <a:gd name="connsiteX1569" fmla="*/ 4133575 w 15732060"/>
              <a:gd name="connsiteY1569" fmla="*/ 4539498 h 8839200"/>
              <a:gd name="connsiteX1570" fmla="*/ 5554234 w 15732060"/>
              <a:gd name="connsiteY1570" fmla="*/ 4539498 h 8839200"/>
              <a:gd name="connsiteX1571" fmla="*/ 5685930 w 15732060"/>
              <a:gd name="connsiteY1571" fmla="*/ 4407804 h 8839200"/>
              <a:gd name="connsiteX1572" fmla="*/ 6703822 w 15732060"/>
              <a:gd name="connsiteY1572" fmla="*/ 4407804 h 8839200"/>
              <a:gd name="connsiteX1573" fmla="*/ 2547199 w 15732060"/>
              <a:gd name="connsiteY1573" fmla="*/ 4266779 h 8839200"/>
              <a:gd name="connsiteX1574" fmla="*/ 2528542 w 15732060"/>
              <a:gd name="connsiteY1574" fmla="*/ 4283241 h 8839200"/>
              <a:gd name="connsiteX1575" fmla="*/ 2284358 w 15732060"/>
              <a:gd name="connsiteY1575" fmla="*/ 4283241 h 8839200"/>
              <a:gd name="connsiteX1576" fmla="*/ 1833302 w 15732060"/>
              <a:gd name="connsiteY1576" fmla="*/ 4734845 h 8839200"/>
              <a:gd name="connsiteX1577" fmla="*/ 518000 w 15732060"/>
              <a:gd name="connsiteY1577" fmla="*/ 4734845 h 8839200"/>
              <a:gd name="connsiteX1578" fmla="*/ 301800 w 15732060"/>
              <a:gd name="connsiteY1578" fmla="*/ 4951045 h 8839200"/>
              <a:gd name="connsiteX1579" fmla="*/ 47738 w 15732060"/>
              <a:gd name="connsiteY1579" fmla="*/ 4951045 h 8839200"/>
              <a:gd name="connsiteX1580" fmla="*/ 29082 w 15732060"/>
              <a:gd name="connsiteY1580" fmla="*/ 4934583 h 8839200"/>
              <a:gd name="connsiteX1581" fmla="*/ 10424 w 15732060"/>
              <a:gd name="connsiteY1581" fmla="*/ 4953239 h 8839200"/>
              <a:gd name="connsiteX1582" fmla="*/ 29082 w 15732060"/>
              <a:gd name="connsiteY1582" fmla="*/ 4971896 h 8839200"/>
              <a:gd name="connsiteX1583" fmla="*/ 29630 w 15732060"/>
              <a:gd name="connsiteY1583" fmla="*/ 4971348 h 8839200"/>
              <a:gd name="connsiteX1584" fmla="*/ 48288 w 15732060"/>
              <a:gd name="connsiteY1584" fmla="*/ 4954886 h 8839200"/>
              <a:gd name="connsiteX1585" fmla="*/ 303996 w 15732060"/>
              <a:gd name="connsiteY1585" fmla="*/ 4954886 h 8839200"/>
              <a:gd name="connsiteX1586" fmla="*/ 520194 w 15732060"/>
              <a:gd name="connsiteY1586" fmla="*/ 4738686 h 8839200"/>
              <a:gd name="connsiteX1587" fmla="*/ 1835498 w 15732060"/>
              <a:gd name="connsiteY1587" fmla="*/ 4738686 h 8839200"/>
              <a:gd name="connsiteX1588" fmla="*/ 2286553 w 15732060"/>
              <a:gd name="connsiteY1588" fmla="*/ 4287631 h 8839200"/>
              <a:gd name="connsiteX1589" fmla="*/ 2528542 w 15732060"/>
              <a:gd name="connsiteY1589" fmla="*/ 4287631 h 8839200"/>
              <a:gd name="connsiteX1590" fmla="*/ 2547199 w 15732060"/>
              <a:gd name="connsiteY1590" fmla="*/ 4304093 h 8839200"/>
              <a:gd name="connsiteX1591" fmla="*/ 2565856 w 15732060"/>
              <a:gd name="connsiteY1591" fmla="*/ 4285437 h 8839200"/>
              <a:gd name="connsiteX1592" fmla="*/ 2547199 w 15732060"/>
              <a:gd name="connsiteY1592" fmla="*/ 4266779 h 8839200"/>
              <a:gd name="connsiteX1593" fmla="*/ 42800 w 15732060"/>
              <a:gd name="connsiteY1593" fmla="*/ 4115331 h 8839200"/>
              <a:gd name="connsiteX1594" fmla="*/ 24144 w 15732060"/>
              <a:gd name="connsiteY1594" fmla="*/ 4133987 h 8839200"/>
              <a:gd name="connsiteX1595" fmla="*/ 42800 w 15732060"/>
              <a:gd name="connsiteY1595" fmla="*/ 4152644 h 8839200"/>
              <a:gd name="connsiteX1596" fmla="*/ 61458 w 15732060"/>
              <a:gd name="connsiteY1596" fmla="*/ 4136182 h 8839200"/>
              <a:gd name="connsiteX1597" fmla="*/ 351734 w 15732060"/>
              <a:gd name="connsiteY1597" fmla="*/ 4136182 h 8839200"/>
              <a:gd name="connsiteX1598" fmla="*/ 547630 w 15732060"/>
              <a:gd name="connsiteY1598" fmla="*/ 4332078 h 8839200"/>
              <a:gd name="connsiteX1599" fmla="*/ 1194034 w 15732060"/>
              <a:gd name="connsiteY1599" fmla="*/ 4332078 h 8839200"/>
              <a:gd name="connsiteX1600" fmla="*/ 1378955 w 15732060"/>
              <a:gd name="connsiteY1600" fmla="*/ 4147157 h 8839200"/>
              <a:gd name="connsiteX1601" fmla="*/ 2154310 w 15732060"/>
              <a:gd name="connsiteY1601" fmla="*/ 4147157 h 8839200"/>
              <a:gd name="connsiteX1602" fmla="*/ 2172966 w 15732060"/>
              <a:gd name="connsiteY1602" fmla="*/ 4163619 h 8839200"/>
              <a:gd name="connsiteX1603" fmla="*/ 2191623 w 15732060"/>
              <a:gd name="connsiteY1603" fmla="*/ 4144962 h 8839200"/>
              <a:gd name="connsiteX1604" fmla="*/ 2172966 w 15732060"/>
              <a:gd name="connsiteY1604" fmla="*/ 4126305 h 8839200"/>
              <a:gd name="connsiteX1605" fmla="*/ 2154310 w 15732060"/>
              <a:gd name="connsiteY1605" fmla="*/ 4142767 h 8839200"/>
              <a:gd name="connsiteX1606" fmla="*/ 1376760 w 15732060"/>
              <a:gd name="connsiteY1606" fmla="*/ 4142767 h 8839200"/>
              <a:gd name="connsiteX1607" fmla="*/ 1191838 w 15732060"/>
              <a:gd name="connsiteY1607" fmla="*/ 4327689 h 8839200"/>
              <a:gd name="connsiteX1608" fmla="*/ 549276 w 15732060"/>
              <a:gd name="connsiteY1608" fmla="*/ 4327689 h 8839200"/>
              <a:gd name="connsiteX1609" fmla="*/ 353380 w 15732060"/>
              <a:gd name="connsiteY1609" fmla="*/ 4131792 h 8839200"/>
              <a:gd name="connsiteX1610" fmla="*/ 61458 w 15732060"/>
              <a:gd name="connsiteY1610" fmla="*/ 4131792 h 8839200"/>
              <a:gd name="connsiteX1611" fmla="*/ 42800 w 15732060"/>
              <a:gd name="connsiteY1611" fmla="*/ 4115331 h 8839200"/>
              <a:gd name="connsiteX1612" fmla="*/ 15685417 w 15732060"/>
              <a:gd name="connsiteY1612" fmla="*/ 3827248 h 8839200"/>
              <a:gd name="connsiteX1613" fmla="*/ 15666760 w 15732060"/>
              <a:gd name="connsiteY1613" fmla="*/ 3843710 h 8839200"/>
              <a:gd name="connsiteX1614" fmla="*/ 15063708 w 15732060"/>
              <a:gd name="connsiteY1614" fmla="*/ 3843710 h 8839200"/>
              <a:gd name="connsiteX1615" fmla="*/ 14576985 w 15732060"/>
              <a:gd name="connsiteY1615" fmla="*/ 4330432 h 8839200"/>
              <a:gd name="connsiteX1616" fmla="*/ 14109469 w 15732060"/>
              <a:gd name="connsiteY1616" fmla="*/ 4330432 h 8839200"/>
              <a:gd name="connsiteX1617" fmla="*/ 14090811 w 15732060"/>
              <a:gd name="connsiteY1617" fmla="*/ 4313970 h 8839200"/>
              <a:gd name="connsiteX1618" fmla="*/ 14072154 w 15732060"/>
              <a:gd name="connsiteY1618" fmla="*/ 4332627 h 8839200"/>
              <a:gd name="connsiteX1619" fmla="*/ 14090811 w 15732060"/>
              <a:gd name="connsiteY1619" fmla="*/ 4351285 h 8839200"/>
              <a:gd name="connsiteX1620" fmla="*/ 14109469 w 15732060"/>
              <a:gd name="connsiteY1620" fmla="*/ 4334822 h 8839200"/>
              <a:gd name="connsiteX1621" fmla="*/ 14579180 w 15732060"/>
              <a:gd name="connsiteY1621" fmla="*/ 4334822 h 8839200"/>
              <a:gd name="connsiteX1622" fmla="*/ 15065902 w 15732060"/>
              <a:gd name="connsiteY1622" fmla="*/ 3848100 h 8839200"/>
              <a:gd name="connsiteX1623" fmla="*/ 15666760 w 15732060"/>
              <a:gd name="connsiteY1623" fmla="*/ 3848100 h 8839200"/>
              <a:gd name="connsiteX1624" fmla="*/ 15685417 w 15732060"/>
              <a:gd name="connsiteY1624" fmla="*/ 3864561 h 8839200"/>
              <a:gd name="connsiteX1625" fmla="*/ 15704074 w 15732060"/>
              <a:gd name="connsiteY1625" fmla="*/ 3845904 h 8839200"/>
              <a:gd name="connsiteX1626" fmla="*/ 15685417 w 15732060"/>
              <a:gd name="connsiteY1626" fmla="*/ 3827248 h 8839200"/>
              <a:gd name="connsiteX1627" fmla="*/ 77370 w 15732060"/>
              <a:gd name="connsiteY1627" fmla="*/ 3732318 h 8839200"/>
              <a:gd name="connsiteX1628" fmla="*/ 58714 w 15732060"/>
              <a:gd name="connsiteY1628" fmla="*/ 3750975 h 8839200"/>
              <a:gd name="connsiteX1629" fmla="*/ 77370 w 15732060"/>
              <a:gd name="connsiteY1629" fmla="*/ 3769631 h 8839200"/>
              <a:gd name="connsiteX1630" fmla="*/ 96026 w 15732060"/>
              <a:gd name="connsiteY1630" fmla="*/ 3753169 h 8839200"/>
              <a:gd name="connsiteX1631" fmla="*/ 340760 w 15732060"/>
              <a:gd name="connsiteY1631" fmla="*/ 3753169 h 8839200"/>
              <a:gd name="connsiteX1632" fmla="*/ 531168 w 15732060"/>
              <a:gd name="connsiteY1632" fmla="*/ 3943578 h 8839200"/>
              <a:gd name="connsiteX1633" fmla="*/ 2615241 w 15732060"/>
              <a:gd name="connsiteY1633" fmla="*/ 3943578 h 8839200"/>
              <a:gd name="connsiteX1634" fmla="*/ 2970818 w 15732060"/>
              <a:gd name="connsiteY1634" fmla="*/ 4299155 h 8839200"/>
              <a:gd name="connsiteX1635" fmla="*/ 2970818 w 15732060"/>
              <a:gd name="connsiteY1635" fmla="*/ 4299703 h 8839200"/>
              <a:gd name="connsiteX1636" fmla="*/ 3600210 w 15732060"/>
              <a:gd name="connsiteY1636" fmla="*/ 4299703 h 8839200"/>
              <a:gd name="connsiteX1637" fmla="*/ 3896524 w 15732060"/>
              <a:gd name="connsiteY1637" fmla="*/ 4003390 h 8839200"/>
              <a:gd name="connsiteX1638" fmla="*/ 4295998 w 15732060"/>
              <a:gd name="connsiteY1638" fmla="*/ 4003390 h 8839200"/>
              <a:gd name="connsiteX1639" fmla="*/ 4389282 w 15732060"/>
              <a:gd name="connsiteY1639" fmla="*/ 4096674 h 8839200"/>
              <a:gd name="connsiteX1640" fmla="*/ 4390928 w 15732060"/>
              <a:gd name="connsiteY1640" fmla="*/ 4121366 h 8839200"/>
              <a:gd name="connsiteX1641" fmla="*/ 4417268 w 15732060"/>
              <a:gd name="connsiteY1641" fmla="*/ 4121366 h 8839200"/>
              <a:gd name="connsiteX1642" fmla="*/ 4417268 w 15732060"/>
              <a:gd name="connsiteY1642" fmla="*/ 4095027 h 8839200"/>
              <a:gd name="connsiteX1643" fmla="*/ 4392575 w 15732060"/>
              <a:gd name="connsiteY1643" fmla="*/ 4093381 h 8839200"/>
              <a:gd name="connsiteX1644" fmla="*/ 4297645 w 15732060"/>
              <a:gd name="connsiteY1644" fmla="*/ 3998450 h 8839200"/>
              <a:gd name="connsiteX1645" fmla="*/ 3894328 w 15732060"/>
              <a:gd name="connsiteY1645" fmla="*/ 3998450 h 8839200"/>
              <a:gd name="connsiteX1646" fmla="*/ 3598016 w 15732060"/>
              <a:gd name="connsiteY1646" fmla="*/ 4294765 h 8839200"/>
              <a:gd name="connsiteX1647" fmla="*/ 2972464 w 15732060"/>
              <a:gd name="connsiteY1647" fmla="*/ 4294765 h 8839200"/>
              <a:gd name="connsiteX1648" fmla="*/ 2616888 w 15732060"/>
              <a:gd name="connsiteY1648" fmla="*/ 3939189 h 8839200"/>
              <a:gd name="connsiteX1649" fmla="*/ 533364 w 15732060"/>
              <a:gd name="connsiteY1649" fmla="*/ 3939189 h 8839200"/>
              <a:gd name="connsiteX1650" fmla="*/ 342954 w 15732060"/>
              <a:gd name="connsiteY1650" fmla="*/ 3748779 h 8839200"/>
              <a:gd name="connsiteX1651" fmla="*/ 96026 w 15732060"/>
              <a:gd name="connsiteY1651" fmla="*/ 3748779 h 8839200"/>
              <a:gd name="connsiteX1652" fmla="*/ 77370 w 15732060"/>
              <a:gd name="connsiteY1652" fmla="*/ 3732318 h 8839200"/>
              <a:gd name="connsiteX1653" fmla="*/ 15683771 w 15732060"/>
              <a:gd name="connsiteY1653" fmla="*/ 3693357 h 8839200"/>
              <a:gd name="connsiteX1654" fmla="*/ 15683222 w 15732060"/>
              <a:gd name="connsiteY1654" fmla="*/ 3693357 h 8839200"/>
              <a:gd name="connsiteX1655" fmla="*/ 15664565 w 15732060"/>
              <a:gd name="connsiteY1655" fmla="*/ 3709820 h 8839200"/>
              <a:gd name="connsiteX1656" fmla="*/ 14817329 w 15732060"/>
              <a:gd name="connsiteY1656" fmla="*/ 3709820 h 8839200"/>
              <a:gd name="connsiteX1657" fmla="*/ 14361884 w 15732060"/>
              <a:gd name="connsiteY1657" fmla="*/ 4165265 h 8839200"/>
              <a:gd name="connsiteX1658" fmla="*/ 12428711 w 15732060"/>
              <a:gd name="connsiteY1658" fmla="*/ 4165265 h 8839200"/>
              <a:gd name="connsiteX1659" fmla="*/ 12247081 w 15732060"/>
              <a:gd name="connsiteY1659" fmla="*/ 4346894 h 8839200"/>
              <a:gd name="connsiteX1660" fmla="*/ 11035488 w 15732060"/>
              <a:gd name="connsiteY1660" fmla="*/ 4346894 h 8839200"/>
              <a:gd name="connsiteX1661" fmla="*/ 10969092 w 15732060"/>
              <a:gd name="connsiteY1661" fmla="*/ 4413290 h 8839200"/>
              <a:gd name="connsiteX1662" fmla="*/ 10944399 w 15732060"/>
              <a:gd name="connsiteY1662" fmla="*/ 4414936 h 8839200"/>
              <a:gd name="connsiteX1663" fmla="*/ 10944399 w 15732060"/>
              <a:gd name="connsiteY1663" fmla="*/ 4441275 h 8839200"/>
              <a:gd name="connsiteX1664" fmla="*/ 10970738 w 15732060"/>
              <a:gd name="connsiteY1664" fmla="*/ 4441275 h 8839200"/>
              <a:gd name="connsiteX1665" fmla="*/ 10972384 w 15732060"/>
              <a:gd name="connsiteY1665" fmla="*/ 4416583 h 8839200"/>
              <a:gd name="connsiteX1666" fmla="*/ 11037683 w 15732060"/>
              <a:gd name="connsiteY1666" fmla="*/ 4351285 h 8839200"/>
              <a:gd name="connsiteX1667" fmla="*/ 12249277 w 15732060"/>
              <a:gd name="connsiteY1667" fmla="*/ 4351285 h 8839200"/>
              <a:gd name="connsiteX1668" fmla="*/ 12430906 w 15732060"/>
              <a:gd name="connsiteY1668" fmla="*/ 4169655 h 8839200"/>
              <a:gd name="connsiteX1669" fmla="*/ 14364078 w 15732060"/>
              <a:gd name="connsiteY1669" fmla="*/ 4169655 h 8839200"/>
              <a:gd name="connsiteX1670" fmla="*/ 14819523 w 15732060"/>
              <a:gd name="connsiteY1670" fmla="*/ 3714209 h 8839200"/>
              <a:gd name="connsiteX1671" fmla="*/ 15665115 w 15732060"/>
              <a:gd name="connsiteY1671" fmla="*/ 3714209 h 8839200"/>
              <a:gd name="connsiteX1672" fmla="*/ 15683771 w 15732060"/>
              <a:gd name="connsiteY1672" fmla="*/ 3730671 h 8839200"/>
              <a:gd name="connsiteX1673" fmla="*/ 15702428 w 15732060"/>
              <a:gd name="connsiteY1673" fmla="*/ 3712015 h 8839200"/>
              <a:gd name="connsiteX1674" fmla="*/ 15683771 w 15732060"/>
              <a:gd name="connsiteY1674" fmla="*/ 3693357 h 8839200"/>
              <a:gd name="connsiteX1675" fmla="*/ 12974696 w 15732060"/>
              <a:gd name="connsiteY1675" fmla="*/ 3689105 h 8839200"/>
              <a:gd name="connsiteX1676" fmla="*/ 12961526 w 15732060"/>
              <a:gd name="connsiteY1676" fmla="*/ 3694456 h 8839200"/>
              <a:gd name="connsiteX1677" fmla="*/ 12959881 w 15732060"/>
              <a:gd name="connsiteY1677" fmla="*/ 3719148 h 8839200"/>
              <a:gd name="connsiteX1678" fmla="*/ 12852330 w 15732060"/>
              <a:gd name="connsiteY1678" fmla="*/ 3826699 h 8839200"/>
              <a:gd name="connsiteX1679" fmla="*/ 11751031 w 15732060"/>
              <a:gd name="connsiteY1679" fmla="*/ 3826699 h 8839200"/>
              <a:gd name="connsiteX1680" fmla="*/ 11448681 w 15732060"/>
              <a:gd name="connsiteY1680" fmla="*/ 4129048 h 8839200"/>
              <a:gd name="connsiteX1681" fmla="*/ 10415972 w 15732060"/>
              <a:gd name="connsiteY1681" fmla="*/ 4129048 h 8839200"/>
              <a:gd name="connsiteX1682" fmla="*/ 10258488 w 15732060"/>
              <a:gd name="connsiteY1682" fmla="*/ 4286533 h 8839200"/>
              <a:gd name="connsiteX1683" fmla="*/ 10257938 w 15732060"/>
              <a:gd name="connsiteY1683" fmla="*/ 4286533 h 8839200"/>
              <a:gd name="connsiteX1684" fmla="*/ 9040309 w 15732060"/>
              <a:gd name="connsiteY1684" fmla="*/ 4286533 h 8839200"/>
              <a:gd name="connsiteX1685" fmla="*/ 9040309 w 15732060"/>
              <a:gd name="connsiteY1685" fmla="*/ 4291473 h 8839200"/>
              <a:gd name="connsiteX1686" fmla="*/ 10260134 w 15732060"/>
              <a:gd name="connsiteY1686" fmla="*/ 4291473 h 8839200"/>
              <a:gd name="connsiteX1687" fmla="*/ 10417619 w 15732060"/>
              <a:gd name="connsiteY1687" fmla="*/ 4133987 h 8839200"/>
              <a:gd name="connsiteX1688" fmla="*/ 11450327 w 15732060"/>
              <a:gd name="connsiteY1688" fmla="*/ 4133987 h 8839200"/>
              <a:gd name="connsiteX1689" fmla="*/ 11752677 w 15732060"/>
              <a:gd name="connsiteY1689" fmla="*/ 3831637 h 8839200"/>
              <a:gd name="connsiteX1690" fmla="*/ 12853976 w 15732060"/>
              <a:gd name="connsiteY1690" fmla="*/ 3831637 h 8839200"/>
              <a:gd name="connsiteX1691" fmla="*/ 12963172 w 15732060"/>
              <a:gd name="connsiteY1691" fmla="*/ 3722440 h 8839200"/>
              <a:gd name="connsiteX1692" fmla="*/ 12987866 w 15732060"/>
              <a:gd name="connsiteY1692" fmla="*/ 3720795 h 8839200"/>
              <a:gd name="connsiteX1693" fmla="*/ 12987866 w 15732060"/>
              <a:gd name="connsiteY1693" fmla="*/ 3694456 h 8839200"/>
              <a:gd name="connsiteX1694" fmla="*/ 12974696 w 15732060"/>
              <a:gd name="connsiteY1694" fmla="*/ 3689105 h 8839200"/>
              <a:gd name="connsiteX1695" fmla="*/ 12164772 w 15732060"/>
              <a:gd name="connsiteY1695" fmla="*/ 3515569 h 8839200"/>
              <a:gd name="connsiteX1696" fmla="*/ 12146116 w 15732060"/>
              <a:gd name="connsiteY1696" fmla="*/ 3534226 h 8839200"/>
              <a:gd name="connsiteX1697" fmla="*/ 12164772 w 15732060"/>
              <a:gd name="connsiteY1697" fmla="*/ 3552883 h 8839200"/>
              <a:gd name="connsiteX1698" fmla="*/ 12183430 w 15732060"/>
              <a:gd name="connsiteY1698" fmla="*/ 3536421 h 8839200"/>
              <a:gd name="connsiteX1699" fmla="*/ 13138217 w 15732060"/>
              <a:gd name="connsiteY1699" fmla="*/ 3536421 h 8839200"/>
              <a:gd name="connsiteX1700" fmla="*/ 13656218 w 15732060"/>
              <a:gd name="connsiteY1700" fmla="*/ 4054421 h 8839200"/>
              <a:gd name="connsiteX1701" fmla="*/ 14248295 w 15732060"/>
              <a:gd name="connsiteY1701" fmla="*/ 4054421 h 8839200"/>
              <a:gd name="connsiteX1702" fmla="*/ 14525953 w 15732060"/>
              <a:gd name="connsiteY1702" fmla="*/ 3776765 h 8839200"/>
              <a:gd name="connsiteX1703" fmla="*/ 14550645 w 15732060"/>
              <a:gd name="connsiteY1703" fmla="*/ 3775118 h 8839200"/>
              <a:gd name="connsiteX1704" fmla="*/ 14550645 w 15732060"/>
              <a:gd name="connsiteY1704" fmla="*/ 3748779 h 8839200"/>
              <a:gd name="connsiteX1705" fmla="*/ 14524306 w 15732060"/>
              <a:gd name="connsiteY1705" fmla="*/ 3748779 h 8839200"/>
              <a:gd name="connsiteX1706" fmla="*/ 14522660 w 15732060"/>
              <a:gd name="connsiteY1706" fmla="*/ 3773472 h 8839200"/>
              <a:gd name="connsiteX1707" fmla="*/ 14246650 w 15732060"/>
              <a:gd name="connsiteY1707" fmla="*/ 4049483 h 8839200"/>
              <a:gd name="connsiteX1708" fmla="*/ 13658961 w 15732060"/>
              <a:gd name="connsiteY1708" fmla="*/ 4049483 h 8839200"/>
              <a:gd name="connsiteX1709" fmla="*/ 13657864 w 15732060"/>
              <a:gd name="connsiteY1709" fmla="*/ 4050031 h 8839200"/>
              <a:gd name="connsiteX1710" fmla="*/ 13139863 w 15732060"/>
              <a:gd name="connsiteY1710" fmla="*/ 3532031 h 8839200"/>
              <a:gd name="connsiteX1711" fmla="*/ 12183430 w 15732060"/>
              <a:gd name="connsiteY1711" fmla="*/ 3532031 h 8839200"/>
              <a:gd name="connsiteX1712" fmla="*/ 12164772 w 15732060"/>
              <a:gd name="connsiteY1712" fmla="*/ 3515569 h 8839200"/>
              <a:gd name="connsiteX1713" fmla="*/ 12627351 w 15732060"/>
              <a:gd name="connsiteY1713" fmla="*/ 3354791 h 8839200"/>
              <a:gd name="connsiteX1714" fmla="*/ 12608695 w 15732060"/>
              <a:gd name="connsiteY1714" fmla="*/ 3371254 h 8839200"/>
              <a:gd name="connsiteX1715" fmla="*/ 12074781 w 15732060"/>
              <a:gd name="connsiteY1715" fmla="*/ 3371254 h 8839200"/>
              <a:gd name="connsiteX1716" fmla="*/ 11893151 w 15732060"/>
              <a:gd name="connsiteY1716" fmla="*/ 3552883 h 8839200"/>
              <a:gd name="connsiteX1717" fmla="*/ 10993784 w 15732060"/>
              <a:gd name="connsiteY1717" fmla="*/ 3552883 h 8839200"/>
              <a:gd name="connsiteX1718" fmla="*/ 10697472 w 15732060"/>
              <a:gd name="connsiteY1718" fmla="*/ 3849197 h 8839200"/>
              <a:gd name="connsiteX1719" fmla="*/ 10672778 w 15732060"/>
              <a:gd name="connsiteY1719" fmla="*/ 3850842 h 8839200"/>
              <a:gd name="connsiteX1720" fmla="*/ 10672778 w 15732060"/>
              <a:gd name="connsiteY1720" fmla="*/ 3877181 h 8839200"/>
              <a:gd name="connsiteX1721" fmla="*/ 10699117 w 15732060"/>
              <a:gd name="connsiteY1721" fmla="*/ 3877181 h 8839200"/>
              <a:gd name="connsiteX1722" fmla="*/ 10700763 w 15732060"/>
              <a:gd name="connsiteY1722" fmla="*/ 3852489 h 8839200"/>
              <a:gd name="connsiteX1723" fmla="*/ 10995430 w 15732060"/>
              <a:gd name="connsiteY1723" fmla="*/ 3557821 h 8839200"/>
              <a:gd name="connsiteX1724" fmla="*/ 11894797 w 15732060"/>
              <a:gd name="connsiteY1724" fmla="*/ 3557821 h 8839200"/>
              <a:gd name="connsiteX1725" fmla="*/ 12076427 w 15732060"/>
              <a:gd name="connsiteY1725" fmla="*/ 3376192 h 8839200"/>
              <a:gd name="connsiteX1726" fmla="*/ 12608145 w 15732060"/>
              <a:gd name="connsiteY1726" fmla="*/ 3376192 h 8839200"/>
              <a:gd name="connsiteX1727" fmla="*/ 12626801 w 15732060"/>
              <a:gd name="connsiteY1727" fmla="*/ 3392655 h 8839200"/>
              <a:gd name="connsiteX1728" fmla="*/ 12645459 w 15732060"/>
              <a:gd name="connsiteY1728" fmla="*/ 3373997 h 8839200"/>
              <a:gd name="connsiteX1729" fmla="*/ 12626801 w 15732060"/>
              <a:gd name="connsiteY1729" fmla="*/ 3355341 h 8839200"/>
              <a:gd name="connsiteX1730" fmla="*/ 4118210 w 15732060"/>
              <a:gd name="connsiteY1730" fmla="*/ 3273032 h 8839200"/>
              <a:gd name="connsiteX1731" fmla="*/ 4099554 w 15732060"/>
              <a:gd name="connsiteY1731" fmla="*/ 3291688 h 8839200"/>
              <a:gd name="connsiteX1732" fmla="*/ 4118210 w 15732060"/>
              <a:gd name="connsiteY1732" fmla="*/ 3310345 h 8839200"/>
              <a:gd name="connsiteX1733" fmla="*/ 4136867 w 15732060"/>
              <a:gd name="connsiteY1733" fmla="*/ 3293883 h 8839200"/>
              <a:gd name="connsiteX1734" fmla="*/ 4675719 w 15732060"/>
              <a:gd name="connsiteY1734" fmla="*/ 3293883 h 8839200"/>
              <a:gd name="connsiteX1735" fmla="*/ 5210181 w 15732060"/>
              <a:gd name="connsiteY1735" fmla="*/ 3828345 h 8839200"/>
              <a:gd name="connsiteX1736" fmla="*/ 5211826 w 15732060"/>
              <a:gd name="connsiteY1736" fmla="*/ 3853038 h 8839200"/>
              <a:gd name="connsiteX1737" fmla="*/ 5238166 w 15732060"/>
              <a:gd name="connsiteY1737" fmla="*/ 3853038 h 8839200"/>
              <a:gd name="connsiteX1738" fmla="*/ 5238166 w 15732060"/>
              <a:gd name="connsiteY1738" fmla="*/ 3826699 h 8839200"/>
              <a:gd name="connsiteX1739" fmla="*/ 5213474 w 15732060"/>
              <a:gd name="connsiteY1739" fmla="*/ 3825052 h 8839200"/>
              <a:gd name="connsiteX1740" fmla="*/ 4677366 w 15732060"/>
              <a:gd name="connsiteY1740" fmla="*/ 3288944 h 8839200"/>
              <a:gd name="connsiteX1741" fmla="*/ 4136585 w 15732060"/>
              <a:gd name="connsiteY1741" fmla="*/ 3288944 h 8839200"/>
              <a:gd name="connsiteX1742" fmla="*/ 4136867 w 15732060"/>
              <a:gd name="connsiteY1742" fmla="*/ 3289493 h 8839200"/>
              <a:gd name="connsiteX1743" fmla="*/ 4136319 w 15732060"/>
              <a:gd name="connsiteY1743" fmla="*/ 3288944 h 8839200"/>
              <a:gd name="connsiteX1744" fmla="*/ 4136585 w 15732060"/>
              <a:gd name="connsiteY1744" fmla="*/ 3288944 h 8839200"/>
              <a:gd name="connsiteX1745" fmla="*/ 4130831 w 15732060"/>
              <a:gd name="connsiteY1745" fmla="*/ 3277764 h 8839200"/>
              <a:gd name="connsiteX1746" fmla="*/ 4118210 w 15732060"/>
              <a:gd name="connsiteY1746" fmla="*/ 3273032 h 8839200"/>
              <a:gd name="connsiteX1747" fmla="*/ 4958864 w 15732060"/>
              <a:gd name="connsiteY1747" fmla="*/ 3183177 h 8839200"/>
              <a:gd name="connsiteX1748" fmla="*/ 4945694 w 15732060"/>
              <a:gd name="connsiteY1748" fmla="*/ 3188527 h 8839200"/>
              <a:gd name="connsiteX1749" fmla="*/ 4945694 w 15732060"/>
              <a:gd name="connsiteY1749" fmla="*/ 3214866 h 8839200"/>
              <a:gd name="connsiteX1750" fmla="*/ 4970386 w 15732060"/>
              <a:gd name="connsiteY1750" fmla="*/ 3216512 h 8839200"/>
              <a:gd name="connsiteX1751" fmla="*/ 5116348 w 15732060"/>
              <a:gd name="connsiteY1751" fmla="*/ 3362475 h 8839200"/>
              <a:gd name="connsiteX1752" fmla="*/ 5342424 w 15732060"/>
              <a:gd name="connsiteY1752" fmla="*/ 3362475 h 8839200"/>
              <a:gd name="connsiteX1753" fmla="*/ 5723792 w 15732060"/>
              <a:gd name="connsiteY1753" fmla="*/ 3743841 h 8839200"/>
              <a:gd name="connsiteX1754" fmla="*/ 5725438 w 15732060"/>
              <a:gd name="connsiteY1754" fmla="*/ 3768533 h 8839200"/>
              <a:gd name="connsiteX1755" fmla="*/ 5751776 w 15732060"/>
              <a:gd name="connsiteY1755" fmla="*/ 3768533 h 8839200"/>
              <a:gd name="connsiteX1756" fmla="*/ 5751776 w 15732060"/>
              <a:gd name="connsiteY1756" fmla="*/ 3742195 h 8839200"/>
              <a:gd name="connsiteX1757" fmla="*/ 5727084 w 15732060"/>
              <a:gd name="connsiteY1757" fmla="*/ 3740549 h 8839200"/>
              <a:gd name="connsiteX1758" fmla="*/ 5344071 w 15732060"/>
              <a:gd name="connsiteY1758" fmla="*/ 3357535 h 8839200"/>
              <a:gd name="connsiteX1759" fmla="*/ 5117995 w 15732060"/>
              <a:gd name="connsiteY1759" fmla="*/ 3357535 h 8839200"/>
              <a:gd name="connsiteX1760" fmla="*/ 4973678 w 15732060"/>
              <a:gd name="connsiteY1760" fmla="*/ 3213220 h 8839200"/>
              <a:gd name="connsiteX1761" fmla="*/ 4972033 w 15732060"/>
              <a:gd name="connsiteY1761" fmla="*/ 3188527 h 8839200"/>
              <a:gd name="connsiteX1762" fmla="*/ 4958864 w 15732060"/>
              <a:gd name="connsiteY1762" fmla="*/ 3183177 h 8839200"/>
              <a:gd name="connsiteX1763" fmla="*/ 55970 w 15732060"/>
              <a:gd name="connsiteY1763" fmla="*/ 2984400 h 8839200"/>
              <a:gd name="connsiteX1764" fmla="*/ 37312 w 15732060"/>
              <a:gd name="connsiteY1764" fmla="*/ 3003057 h 8839200"/>
              <a:gd name="connsiteX1765" fmla="*/ 55970 w 15732060"/>
              <a:gd name="connsiteY1765" fmla="*/ 3021714 h 8839200"/>
              <a:gd name="connsiteX1766" fmla="*/ 74626 w 15732060"/>
              <a:gd name="connsiteY1766" fmla="*/ 3005251 h 8839200"/>
              <a:gd name="connsiteX1767" fmla="*/ 544888 w 15732060"/>
              <a:gd name="connsiteY1767" fmla="*/ 3005251 h 8839200"/>
              <a:gd name="connsiteX1768" fmla="*/ 1083738 w 15732060"/>
              <a:gd name="connsiteY1768" fmla="*/ 3544103 h 8839200"/>
              <a:gd name="connsiteX1769" fmla="*/ 1490347 w 15732060"/>
              <a:gd name="connsiteY1769" fmla="*/ 3544103 h 8839200"/>
              <a:gd name="connsiteX1770" fmla="*/ 1594606 w 15732060"/>
              <a:gd name="connsiteY1770" fmla="*/ 3439845 h 8839200"/>
              <a:gd name="connsiteX1771" fmla="*/ 3079466 w 15732060"/>
              <a:gd name="connsiteY1771" fmla="*/ 3439845 h 8839200"/>
              <a:gd name="connsiteX1772" fmla="*/ 3098124 w 15732060"/>
              <a:gd name="connsiteY1772" fmla="*/ 3456306 h 8839200"/>
              <a:gd name="connsiteX1773" fmla="*/ 3116780 w 15732060"/>
              <a:gd name="connsiteY1773" fmla="*/ 3437650 h 8839200"/>
              <a:gd name="connsiteX1774" fmla="*/ 3098124 w 15732060"/>
              <a:gd name="connsiteY1774" fmla="*/ 3418993 h 8839200"/>
              <a:gd name="connsiteX1775" fmla="*/ 3079466 w 15732060"/>
              <a:gd name="connsiteY1775" fmla="*/ 3435455 h 8839200"/>
              <a:gd name="connsiteX1776" fmla="*/ 1592960 w 15732060"/>
              <a:gd name="connsiteY1776" fmla="*/ 3435455 h 8839200"/>
              <a:gd name="connsiteX1777" fmla="*/ 1488701 w 15732060"/>
              <a:gd name="connsiteY1777" fmla="*/ 3539714 h 8839200"/>
              <a:gd name="connsiteX1778" fmla="*/ 1085934 w 15732060"/>
              <a:gd name="connsiteY1778" fmla="*/ 3539714 h 8839200"/>
              <a:gd name="connsiteX1779" fmla="*/ 547082 w 15732060"/>
              <a:gd name="connsiteY1779" fmla="*/ 3000861 h 8839200"/>
              <a:gd name="connsiteX1780" fmla="*/ 74626 w 15732060"/>
              <a:gd name="connsiteY1780" fmla="*/ 3000861 h 8839200"/>
              <a:gd name="connsiteX1781" fmla="*/ 55970 w 15732060"/>
              <a:gd name="connsiteY1781" fmla="*/ 2984400 h 8839200"/>
              <a:gd name="connsiteX1782" fmla="*/ 15666760 w 15732060"/>
              <a:gd name="connsiteY1782" fmla="*/ 2930076 h 8839200"/>
              <a:gd name="connsiteX1783" fmla="*/ 15648104 w 15732060"/>
              <a:gd name="connsiteY1783" fmla="*/ 2946538 h 8839200"/>
              <a:gd name="connsiteX1784" fmla="*/ 15219546 w 15732060"/>
              <a:gd name="connsiteY1784" fmla="*/ 2946538 h 8839200"/>
              <a:gd name="connsiteX1785" fmla="*/ 14996213 w 15732060"/>
              <a:gd name="connsiteY1785" fmla="*/ 3169870 h 8839200"/>
              <a:gd name="connsiteX1786" fmla="*/ 14421694 w 15732060"/>
              <a:gd name="connsiteY1786" fmla="*/ 3169870 h 8839200"/>
              <a:gd name="connsiteX1787" fmla="*/ 14403039 w 15732060"/>
              <a:gd name="connsiteY1787" fmla="*/ 3153409 h 8839200"/>
              <a:gd name="connsiteX1788" fmla="*/ 14384381 w 15732060"/>
              <a:gd name="connsiteY1788" fmla="*/ 3172065 h 8839200"/>
              <a:gd name="connsiteX1789" fmla="*/ 14403039 w 15732060"/>
              <a:gd name="connsiteY1789" fmla="*/ 3190722 h 8839200"/>
              <a:gd name="connsiteX1790" fmla="*/ 14421694 w 15732060"/>
              <a:gd name="connsiteY1790" fmla="*/ 3174261 h 8839200"/>
              <a:gd name="connsiteX1791" fmla="*/ 14998409 w 15732060"/>
              <a:gd name="connsiteY1791" fmla="*/ 3174261 h 8839200"/>
              <a:gd name="connsiteX1792" fmla="*/ 15221742 w 15732060"/>
              <a:gd name="connsiteY1792" fmla="*/ 2950927 h 8839200"/>
              <a:gd name="connsiteX1793" fmla="*/ 15648104 w 15732060"/>
              <a:gd name="connsiteY1793" fmla="*/ 2950927 h 8839200"/>
              <a:gd name="connsiteX1794" fmla="*/ 15666760 w 15732060"/>
              <a:gd name="connsiteY1794" fmla="*/ 2967389 h 8839200"/>
              <a:gd name="connsiteX1795" fmla="*/ 15685417 w 15732060"/>
              <a:gd name="connsiteY1795" fmla="*/ 2948732 h 8839200"/>
              <a:gd name="connsiteX1796" fmla="*/ 15666760 w 15732060"/>
              <a:gd name="connsiteY1796" fmla="*/ 2930076 h 8839200"/>
              <a:gd name="connsiteX1797" fmla="*/ 3441628 w 15732060"/>
              <a:gd name="connsiteY1797" fmla="*/ 2777529 h 8839200"/>
              <a:gd name="connsiteX1798" fmla="*/ 3441079 w 15732060"/>
              <a:gd name="connsiteY1798" fmla="*/ 2777529 h 8839200"/>
              <a:gd name="connsiteX1799" fmla="*/ 3441344 w 15732060"/>
              <a:gd name="connsiteY1799" fmla="*/ 2777637 h 8839200"/>
              <a:gd name="connsiteX1800" fmla="*/ 11909613 w 15732060"/>
              <a:gd name="connsiteY1800" fmla="*/ 2741313 h 8839200"/>
              <a:gd name="connsiteX1801" fmla="*/ 11890957 w 15732060"/>
              <a:gd name="connsiteY1801" fmla="*/ 2757775 h 8839200"/>
              <a:gd name="connsiteX1802" fmla="*/ 11273637 w 15732060"/>
              <a:gd name="connsiteY1802" fmla="*/ 2757775 h 8839200"/>
              <a:gd name="connsiteX1803" fmla="*/ 11254979 w 15732060"/>
              <a:gd name="connsiteY1803" fmla="*/ 2741313 h 8839200"/>
              <a:gd name="connsiteX1804" fmla="*/ 11236322 w 15732060"/>
              <a:gd name="connsiteY1804" fmla="*/ 2759970 h 8839200"/>
              <a:gd name="connsiteX1805" fmla="*/ 11254979 w 15732060"/>
              <a:gd name="connsiteY1805" fmla="*/ 2778626 h 8839200"/>
              <a:gd name="connsiteX1806" fmla="*/ 11273637 w 15732060"/>
              <a:gd name="connsiteY1806" fmla="*/ 2762165 h 8839200"/>
              <a:gd name="connsiteX1807" fmla="*/ 11890957 w 15732060"/>
              <a:gd name="connsiteY1807" fmla="*/ 2762165 h 8839200"/>
              <a:gd name="connsiteX1808" fmla="*/ 11909613 w 15732060"/>
              <a:gd name="connsiteY1808" fmla="*/ 2778626 h 8839200"/>
              <a:gd name="connsiteX1809" fmla="*/ 11928271 w 15732060"/>
              <a:gd name="connsiteY1809" fmla="*/ 2759970 h 8839200"/>
              <a:gd name="connsiteX1810" fmla="*/ 11909613 w 15732060"/>
              <a:gd name="connsiteY1810" fmla="*/ 2741313 h 8839200"/>
              <a:gd name="connsiteX1811" fmla="*/ 9326745 w 15732060"/>
              <a:gd name="connsiteY1811" fmla="*/ 2650910 h 8839200"/>
              <a:gd name="connsiteX1812" fmla="*/ 9313576 w 15732060"/>
              <a:gd name="connsiteY1812" fmla="*/ 2656260 h 8839200"/>
              <a:gd name="connsiteX1813" fmla="*/ 9311930 w 15732060"/>
              <a:gd name="connsiteY1813" fmla="*/ 2680953 h 8839200"/>
              <a:gd name="connsiteX1814" fmla="*/ 9167066 w 15732060"/>
              <a:gd name="connsiteY1814" fmla="*/ 2825817 h 8839200"/>
              <a:gd name="connsiteX1815" fmla="*/ 9166518 w 15732060"/>
              <a:gd name="connsiteY1815" fmla="*/ 2825817 h 8839200"/>
              <a:gd name="connsiteX1816" fmla="*/ 9165968 w 15732060"/>
              <a:gd name="connsiteY1816" fmla="*/ 2827463 h 8839200"/>
              <a:gd name="connsiteX1817" fmla="*/ 9165968 w 15732060"/>
              <a:gd name="connsiteY1817" fmla="*/ 3018421 h 8839200"/>
              <a:gd name="connsiteX1818" fmla="*/ 8996411 w 15732060"/>
              <a:gd name="connsiteY1818" fmla="*/ 3187978 h 8839200"/>
              <a:gd name="connsiteX1819" fmla="*/ 8971718 w 15732060"/>
              <a:gd name="connsiteY1819" fmla="*/ 3189625 h 8839200"/>
              <a:gd name="connsiteX1820" fmla="*/ 8971718 w 15732060"/>
              <a:gd name="connsiteY1820" fmla="*/ 3215963 h 8839200"/>
              <a:gd name="connsiteX1821" fmla="*/ 8998057 w 15732060"/>
              <a:gd name="connsiteY1821" fmla="*/ 3215963 h 8839200"/>
              <a:gd name="connsiteX1822" fmla="*/ 8999703 w 15732060"/>
              <a:gd name="connsiteY1822" fmla="*/ 3191271 h 8839200"/>
              <a:gd name="connsiteX1823" fmla="*/ 9170358 w 15732060"/>
              <a:gd name="connsiteY1823" fmla="*/ 3020616 h 8839200"/>
              <a:gd name="connsiteX1824" fmla="*/ 9170906 w 15732060"/>
              <a:gd name="connsiteY1824" fmla="*/ 3020616 h 8839200"/>
              <a:gd name="connsiteX1825" fmla="*/ 9170906 w 15732060"/>
              <a:gd name="connsiteY1825" fmla="*/ 2828561 h 8839200"/>
              <a:gd name="connsiteX1826" fmla="*/ 9315223 w 15732060"/>
              <a:gd name="connsiteY1826" fmla="*/ 2684245 h 8839200"/>
              <a:gd name="connsiteX1827" fmla="*/ 9339916 w 15732060"/>
              <a:gd name="connsiteY1827" fmla="*/ 2682599 h 8839200"/>
              <a:gd name="connsiteX1828" fmla="*/ 9339916 w 15732060"/>
              <a:gd name="connsiteY1828" fmla="*/ 2656260 h 8839200"/>
              <a:gd name="connsiteX1829" fmla="*/ 9326745 w 15732060"/>
              <a:gd name="connsiteY1829" fmla="*/ 2650910 h 8839200"/>
              <a:gd name="connsiteX1830" fmla="*/ 2008896 w 15732060"/>
              <a:gd name="connsiteY1830" fmla="*/ 2464342 h 8839200"/>
              <a:gd name="connsiteX1831" fmla="*/ 1995727 w 15732060"/>
              <a:gd name="connsiteY1831" fmla="*/ 2469692 h 8839200"/>
              <a:gd name="connsiteX1832" fmla="*/ 1995727 w 15732060"/>
              <a:gd name="connsiteY1832" fmla="*/ 2496031 h 8839200"/>
              <a:gd name="connsiteX1833" fmla="*/ 2020419 w 15732060"/>
              <a:gd name="connsiteY1833" fmla="*/ 2497678 h 8839200"/>
              <a:gd name="connsiteX1834" fmla="*/ 2146627 w 15732060"/>
              <a:gd name="connsiteY1834" fmla="*/ 2623885 h 8839200"/>
              <a:gd name="connsiteX1835" fmla="*/ 2602621 w 15732060"/>
              <a:gd name="connsiteY1835" fmla="*/ 2623885 h 8839200"/>
              <a:gd name="connsiteX1836" fmla="*/ 2807846 w 15732060"/>
              <a:gd name="connsiteY1836" fmla="*/ 2829110 h 8839200"/>
              <a:gd name="connsiteX1837" fmla="*/ 2809492 w 15732060"/>
              <a:gd name="connsiteY1837" fmla="*/ 2853802 h 8839200"/>
              <a:gd name="connsiteX1838" fmla="*/ 2835831 w 15732060"/>
              <a:gd name="connsiteY1838" fmla="*/ 2853802 h 8839200"/>
              <a:gd name="connsiteX1839" fmla="*/ 2835831 w 15732060"/>
              <a:gd name="connsiteY1839" fmla="*/ 2827463 h 8839200"/>
              <a:gd name="connsiteX1840" fmla="*/ 2811138 w 15732060"/>
              <a:gd name="connsiteY1840" fmla="*/ 2825817 h 8839200"/>
              <a:gd name="connsiteX1841" fmla="*/ 2604266 w 15732060"/>
              <a:gd name="connsiteY1841" fmla="*/ 2618947 h 8839200"/>
              <a:gd name="connsiteX1842" fmla="*/ 2148273 w 15732060"/>
              <a:gd name="connsiteY1842" fmla="*/ 2618947 h 8839200"/>
              <a:gd name="connsiteX1843" fmla="*/ 2023712 w 15732060"/>
              <a:gd name="connsiteY1843" fmla="*/ 2494385 h 8839200"/>
              <a:gd name="connsiteX1844" fmla="*/ 2022066 w 15732060"/>
              <a:gd name="connsiteY1844" fmla="*/ 2469692 h 8839200"/>
              <a:gd name="connsiteX1845" fmla="*/ 2008896 w 15732060"/>
              <a:gd name="connsiteY1845" fmla="*/ 2464342 h 8839200"/>
              <a:gd name="connsiteX1846" fmla="*/ 77370 w 15732060"/>
              <a:gd name="connsiteY1846" fmla="*/ 2377506 h 8839200"/>
              <a:gd name="connsiteX1847" fmla="*/ 58714 w 15732060"/>
              <a:gd name="connsiteY1847" fmla="*/ 2396163 h 8839200"/>
              <a:gd name="connsiteX1848" fmla="*/ 77370 w 15732060"/>
              <a:gd name="connsiteY1848" fmla="*/ 2414820 h 8839200"/>
              <a:gd name="connsiteX1849" fmla="*/ 96026 w 15732060"/>
              <a:gd name="connsiteY1849" fmla="*/ 2398357 h 8839200"/>
              <a:gd name="connsiteX1850" fmla="*/ 935582 w 15732060"/>
              <a:gd name="connsiteY1850" fmla="*/ 2398357 h 8839200"/>
              <a:gd name="connsiteX1851" fmla="*/ 1728496 w 15732060"/>
              <a:gd name="connsiteY1851" fmla="*/ 3191271 h 8839200"/>
              <a:gd name="connsiteX1852" fmla="*/ 3514060 w 15732060"/>
              <a:gd name="connsiteY1852" fmla="*/ 3191271 h 8839200"/>
              <a:gd name="connsiteX1853" fmla="*/ 3938776 w 15732060"/>
              <a:gd name="connsiteY1853" fmla="*/ 3615987 h 8839200"/>
              <a:gd name="connsiteX1854" fmla="*/ 4752542 w 15732060"/>
              <a:gd name="connsiteY1854" fmla="*/ 3615987 h 8839200"/>
              <a:gd name="connsiteX1855" fmla="*/ 5081230 w 15732060"/>
              <a:gd name="connsiteY1855" fmla="*/ 3944675 h 8839200"/>
              <a:gd name="connsiteX1856" fmla="*/ 6690103 w 15732060"/>
              <a:gd name="connsiteY1856" fmla="*/ 3944675 h 8839200"/>
              <a:gd name="connsiteX1857" fmla="*/ 6690103 w 15732060"/>
              <a:gd name="connsiteY1857" fmla="*/ 3939737 h 8839200"/>
              <a:gd name="connsiteX1858" fmla="*/ 5082876 w 15732060"/>
              <a:gd name="connsiteY1858" fmla="*/ 3939737 h 8839200"/>
              <a:gd name="connsiteX1859" fmla="*/ 4754188 w 15732060"/>
              <a:gd name="connsiteY1859" fmla="*/ 3611049 h 8839200"/>
              <a:gd name="connsiteX1860" fmla="*/ 3940422 w 15732060"/>
              <a:gd name="connsiteY1860" fmla="*/ 3611049 h 8839200"/>
              <a:gd name="connsiteX1861" fmla="*/ 3515706 w 15732060"/>
              <a:gd name="connsiteY1861" fmla="*/ 3186331 h 8839200"/>
              <a:gd name="connsiteX1862" fmla="*/ 3515706 w 15732060"/>
              <a:gd name="connsiteY1862" fmla="*/ 3186881 h 8839200"/>
              <a:gd name="connsiteX1863" fmla="*/ 1730142 w 15732060"/>
              <a:gd name="connsiteY1863" fmla="*/ 3186881 h 8839200"/>
              <a:gd name="connsiteX1864" fmla="*/ 937228 w 15732060"/>
              <a:gd name="connsiteY1864" fmla="*/ 2393968 h 8839200"/>
              <a:gd name="connsiteX1865" fmla="*/ 96026 w 15732060"/>
              <a:gd name="connsiteY1865" fmla="*/ 2393968 h 8839200"/>
              <a:gd name="connsiteX1866" fmla="*/ 77370 w 15732060"/>
              <a:gd name="connsiteY1866" fmla="*/ 2377506 h 8839200"/>
              <a:gd name="connsiteX1867" fmla="*/ 12415254 w 15732060"/>
              <a:gd name="connsiteY1867" fmla="*/ 2285761 h 8839200"/>
              <a:gd name="connsiteX1868" fmla="*/ 12414993 w 15732060"/>
              <a:gd name="connsiteY1868" fmla="*/ 2285868 h 8839200"/>
              <a:gd name="connsiteX1869" fmla="*/ 12415540 w 15732060"/>
              <a:gd name="connsiteY1869" fmla="*/ 2285868 h 8839200"/>
              <a:gd name="connsiteX1870" fmla="*/ 12414993 w 15732060"/>
              <a:gd name="connsiteY1870" fmla="*/ 2248554 h 8839200"/>
              <a:gd name="connsiteX1871" fmla="*/ 12396335 w 15732060"/>
              <a:gd name="connsiteY1871" fmla="*/ 2265017 h 8839200"/>
              <a:gd name="connsiteX1872" fmla="*/ 11202302 w 15732060"/>
              <a:gd name="connsiteY1872" fmla="*/ 2265017 h 8839200"/>
              <a:gd name="connsiteX1873" fmla="*/ 11135905 w 15732060"/>
              <a:gd name="connsiteY1873" fmla="*/ 2331412 h 8839200"/>
              <a:gd name="connsiteX1874" fmla="*/ 11111212 w 15732060"/>
              <a:gd name="connsiteY1874" fmla="*/ 2333059 h 8839200"/>
              <a:gd name="connsiteX1875" fmla="*/ 11111212 w 15732060"/>
              <a:gd name="connsiteY1875" fmla="*/ 2359398 h 8839200"/>
              <a:gd name="connsiteX1876" fmla="*/ 11137551 w 15732060"/>
              <a:gd name="connsiteY1876" fmla="*/ 2359398 h 8839200"/>
              <a:gd name="connsiteX1877" fmla="*/ 11139198 w 15732060"/>
              <a:gd name="connsiteY1877" fmla="*/ 2334705 h 8839200"/>
              <a:gd name="connsiteX1878" fmla="*/ 11204496 w 15732060"/>
              <a:gd name="connsiteY1878" fmla="*/ 2269406 h 8839200"/>
              <a:gd name="connsiteX1879" fmla="*/ 12396885 w 15732060"/>
              <a:gd name="connsiteY1879" fmla="*/ 2269406 h 8839200"/>
              <a:gd name="connsiteX1880" fmla="*/ 12402921 w 15732060"/>
              <a:gd name="connsiteY1880" fmla="*/ 2281135 h 8839200"/>
              <a:gd name="connsiteX1881" fmla="*/ 12415254 w 15732060"/>
              <a:gd name="connsiteY1881" fmla="*/ 2285761 h 8839200"/>
              <a:gd name="connsiteX1882" fmla="*/ 12428230 w 15732060"/>
              <a:gd name="connsiteY1882" fmla="*/ 2280449 h 8839200"/>
              <a:gd name="connsiteX1883" fmla="*/ 12433649 w 15732060"/>
              <a:gd name="connsiteY1883" fmla="*/ 2267211 h 8839200"/>
              <a:gd name="connsiteX1884" fmla="*/ 12414993 w 15732060"/>
              <a:gd name="connsiteY1884" fmla="*/ 2248554 h 8839200"/>
              <a:gd name="connsiteX1885" fmla="*/ 3602405 w 15732060"/>
              <a:gd name="connsiteY1885" fmla="*/ 1914516 h 8839200"/>
              <a:gd name="connsiteX1886" fmla="*/ 3589235 w 15732060"/>
              <a:gd name="connsiteY1886" fmla="*/ 1919866 h 8839200"/>
              <a:gd name="connsiteX1887" fmla="*/ 3589235 w 15732060"/>
              <a:gd name="connsiteY1887" fmla="*/ 1946205 h 8839200"/>
              <a:gd name="connsiteX1888" fmla="*/ 3613928 w 15732060"/>
              <a:gd name="connsiteY1888" fmla="*/ 1947850 h 8839200"/>
              <a:gd name="connsiteX1889" fmla="*/ 3759891 w 15732060"/>
              <a:gd name="connsiteY1889" fmla="*/ 2093813 h 8839200"/>
              <a:gd name="connsiteX1890" fmla="*/ 3985967 w 15732060"/>
              <a:gd name="connsiteY1890" fmla="*/ 2093813 h 8839200"/>
              <a:gd name="connsiteX1891" fmla="*/ 4367334 w 15732060"/>
              <a:gd name="connsiteY1891" fmla="*/ 2475180 h 8839200"/>
              <a:gd name="connsiteX1892" fmla="*/ 4368980 w 15732060"/>
              <a:gd name="connsiteY1892" fmla="*/ 2499872 h 8839200"/>
              <a:gd name="connsiteX1893" fmla="*/ 4395319 w 15732060"/>
              <a:gd name="connsiteY1893" fmla="*/ 2499872 h 8839200"/>
              <a:gd name="connsiteX1894" fmla="*/ 4395319 w 15732060"/>
              <a:gd name="connsiteY1894" fmla="*/ 2473533 h 8839200"/>
              <a:gd name="connsiteX1895" fmla="*/ 4370626 w 15732060"/>
              <a:gd name="connsiteY1895" fmla="*/ 2471887 h 8839200"/>
              <a:gd name="connsiteX1896" fmla="*/ 3987613 w 15732060"/>
              <a:gd name="connsiteY1896" fmla="*/ 2088874 h 8839200"/>
              <a:gd name="connsiteX1897" fmla="*/ 3761536 w 15732060"/>
              <a:gd name="connsiteY1897" fmla="*/ 2088874 h 8839200"/>
              <a:gd name="connsiteX1898" fmla="*/ 3617221 w 15732060"/>
              <a:gd name="connsiteY1898" fmla="*/ 1944558 h 8839200"/>
              <a:gd name="connsiteX1899" fmla="*/ 3615574 w 15732060"/>
              <a:gd name="connsiteY1899" fmla="*/ 1919866 h 8839200"/>
              <a:gd name="connsiteX1900" fmla="*/ 3602405 w 15732060"/>
              <a:gd name="connsiteY1900" fmla="*/ 1914516 h 8839200"/>
              <a:gd name="connsiteX1901" fmla="*/ 15702977 w 15732060"/>
              <a:gd name="connsiteY1901" fmla="*/ 1721226 h 8839200"/>
              <a:gd name="connsiteX1902" fmla="*/ 15684320 w 15732060"/>
              <a:gd name="connsiteY1902" fmla="*/ 1737688 h 8839200"/>
              <a:gd name="connsiteX1903" fmla="*/ 15352887 w 15732060"/>
              <a:gd name="connsiteY1903" fmla="*/ 1737688 h 8839200"/>
              <a:gd name="connsiteX1904" fmla="*/ 13998624 w 15732060"/>
              <a:gd name="connsiteY1904" fmla="*/ 3091951 h 8839200"/>
              <a:gd name="connsiteX1905" fmla="*/ 13998624 w 15732060"/>
              <a:gd name="connsiteY1905" fmla="*/ 3091402 h 8839200"/>
              <a:gd name="connsiteX1906" fmla="*/ 12688260 w 15732060"/>
              <a:gd name="connsiteY1906" fmla="*/ 3091402 h 8839200"/>
              <a:gd name="connsiteX1907" fmla="*/ 12532421 w 15732060"/>
              <a:gd name="connsiteY1907" fmla="*/ 3247241 h 8839200"/>
              <a:gd name="connsiteX1908" fmla="*/ 11067863 w 15732060"/>
              <a:gd name="connsiteY1908" fmla="*/ 3247241 h 8839200"/>
              <a:gd name="connsiteX1909" fmla="*/ 10414875 w 15732060"/>
              <a:gd name="connsiteY1909" fmla="*/ 3900228 h 8839200"/>
              <a:gd name="connsiteX1910" fmla="*/ 10259037 w 15732060"/>
              <a:gd name="connsiteY1910" fmla="*/ 3900228 h 8839200"/>
              <a:gd name="connsiteX1911" fmla="*/ 10101551 w 15732060"/>
              <a:gd name="connsiteY1911" fmla="*/ 4057714 h 8839200"/>
              <a:gd name="connsiteX1912" fmla="*/ 9039760 w 15732060"/>
              <a:gd name="connsiteY1912" fmla="*/ 4057714 h 8839200"/>
              <a:gd name="connsiteX1913" fmla="*/ 9039760 w 15732060"/>
              <a:gd name="connsiteY1913" fmla="*/ 4062653 h 8839200"/>
              <a:gd name="connsiteX1914" fmla="*/ 10103746 w 15732060"/>
              <a:gd name="connsiteY1914" fmla="*/ 4062653 h 8839200"/>
              <a:gd name="connsiteX1915" fmla="*/ 10261232 w 15732060"/>
              <a:gd name="connsiteY1915" fmla="*/ 3905167 h 8839200"/>
              <a:gd name="connsiteX1916" fmla="*/ 10417070 w 15732060"/>
              <a:gd name="connsiteY1916" fmla="*/ 3905167 h 8839200"/>
              <a:gd name="connsiteX1917" fmla="*/ 11070058 w 15732060"/>
              <a:gd name="connsiteY1917" fmla="*/ 3252180 h 8839200"/>
              <a:gd name="connsiteX1918" fmla="*/ 12534616 w 15732060"/>
              <a:gd name="connsiteY1918" fmla="*/ 3252180 h 8839200"/>
              <a:gd name="connsiteX1919" fmla="*/ 12690455 w 15732060"/>
              <a:gd name="connsiteY1919" fmla="*/ 3096341 h 8839200"/>
              <a:gd name="connsiteX1920" fmla="*/ 14000819 w 15732060"/>
              <a:gd name="connsiteY1920" fmla="*/ 3096341 h 8839200"/>
              <a:gd name="connsiteX1921" fmla="*/ 15355083 w 15732060"/>
              <a:gd name="connsiteY1921" fmla="*/ 1742078 h 8839200"/>
              <a:gd name="connsiteX1922" fmla="*/ 15684320 w 15732060"/>
              <a:gd name="connsiteY1922" fmla="*/ 1742078 h 8839200"/>
              <a:gd name="connsiteX1923" fmla="*/ 15702977 w 15732060"/>
              <a:gd name="connsiteY1923" fmla="*/ 1758539 h 8839200"/>
              <a:gd name="connsiteX1924" fmla="*/ 15721633 w 15732060"/>
              <a:gd name="connsiteY1924" fmla="*/ 1739882 h 8839200"/>
              <a:gd name="connsiteX1925" fmla="*/ 15702977 w 15732060"/>
              <a:gd name="connsiteY1925" fmla="*/ 1721226 h 8839200"/>
              <a:gd name="connsiteX1926" fmla="*/ 12427065 w 15732060"/>
              <a:gd name="connsiteY1926" fmla="*/ 1718071 h 8839200"/>
              <a:gd name="connsiteX1927" fmla="*/ 12413896 w 15732060"/>
              <a:gd name="connsiteY1927" fmla="*/ 1723421 h 8839200"/>
              <a:gd name="connsiteX1928" fmla="*/ 12412249 w 15732060"/>
              <a:gd name="connsiteY1928" fmla="*/ 1748113 h 8839200"/>
              <a:gd name="connsiteX1929" fmla="*/ 12160931 w 15732060"/>
              <a:gd name="connsiteY1929" fmla="*/ 1999431 h 8839200"/>
              <a:gd name="connsiteX1930" fmla="*/ 10934521 w 15732060"/>
              <a:gd name="connsiteY1930" fmla="*/ 1999431 h 8839200"/>
              <a:gd name="connsiteX1931" fmla="*/ 10934521 w 15732060"/>
              <a:gd name="connsiteY1931" fmla="*/ 1998883 h 8839200"/>
              <a:gd name="connsiteX1932" fmla="*/ 10088382 w 15732060"/>
              <a:gd name="connsiteY1932" fmla="*/ 2845023 h 8839200"/>
              <a:gd name="connsiteX1933" fmla="*/ 10087833 w 15732060"/>
              <a:gd name="connsiteY1933" fmla="*/ 2845023 h 8839200"/>
              <a:gd name="connsiteX1934" fmla="*/ 10087833 w 15732060"/>
              <a:gd name="connsiteY1934" fmla="*/ 3320222 h 8839200"/>
              <a:gd name="connsiteX1935" fmla="*/ 9699333 w 15732060"/>
              <a:gd name="connsiteY1935" fmla="*/ 3708721 h 8839200"/>
              <a:gd name="connsiteX1936" fmla="*/ 8995314 w 15732060"/>
              <a:gd name="connsiteY1936" fmla="*/ 3708721 h 8839200"/>
              <a:gd name="connsiteX1937" fmla="*/ 8995314 w 15732060"/>
              <a:gd name="connsiteY1937" fmla="*/ 3713661 h 8839200"/>
              <a:gd name="connsiteX1938" fmla="*/ 9701528 w 15732060"/>
              <a:gd name="connsiteY1938" fmla="*/ 3713661 h 8839200"/>
              <a:gd name="connsiteX1939" fmla="*/ 10092222 w 15732060"/>
              <a:gd name="connsiteY1939" fmla="*/ 3322966 h 8839200"/>
              <a:gd name="connsiteX1940" fmla="*/ 10092771 w 15732060"/>
              <a:gd name="connsiteY1940" fmla="*/ 3322966 h 8839200"/>
              <a:gd name="connsiteX1941" fmla="*/ 10092771 w 15732060"/>
              <a:gd name="connsiteY1941" fmla="*/ 2847767 h 8839200"/>
              <a:gd name="connsiteX1942" fmla="*/ 10936717 w 15732060"/>
              <a:gd name="connsiteY1942" fmla="*/ 2003821 h 8839200"/>
              <a:gd name="connsiteX1943" fmla="*/ 12163125 w 15732060"/>
              <a:gd name="connsiteY1943" fmla="*/ 2003821 h 8839200"/>
              <a:gd name="connsiteX1944" fmla="*/ 12415540 w 15732060"/>
              <a:gd name="connsiteY1944" fmla="*/ 1751406 h 8839200"/>
              <a:gd name="connsiteX1945" fmla="*/ 12440234 w 15732060"/>
              <a:gd name="connsiteY1945" fmla="*/ 1749760 h 8839200"/>
              <a:gd name="connsiteX1946" fmla="*/ 12440234 w 15732060"/>
              <a:gd name="connsiteY1946" fmla="*/ 1723421 h 8839200"/>
              <a:gd name="connsiteX1947" fmla="*/ 12427065 w 15732060"/>
              <a:gd name="connsiteY1947" fmla="*/ 1718071 h 8839200"/>
              <a:gd name="connsiteX1948" fmla="*/ 3845149 w 15732060"/>
              <a:gd name="connsiteY1948" fmla="*/ 1685353 h 8839200"/>
              <a:gd name="connsiteX1949" fmla="*/ 3831774 w 15732060"/>
              <a:gd name="connsiteY1949" fmla="*/ 1690497 h 8839200"/>
              <a:gd name="connsiteX1950" fmla="*/ 3831774 w 15732060"/>
              <a:gd name="connsiteY1950" fmla="*/ 1716836 h 8839200"/>
              <a:gd name="connsiteX1951" fmla="*/ 3856466 w 15732060"/>
              <a:gd name="connsiteY1951" fmla="*/ 1718482 h 8839200"/>
              <a:gd name="connsiteX1952" fmla="*/ 4202166 w 15732060"/>
              <a:gd name="connsiteY1952" fmla="*/ 2064181 h 8839200"/>
              <a:gd name="connsiteX1953" fmla="*/ 4745408 w 15732060"/>
              <a:gd name="connsiteY1953" fmla="*/ 2064181 h 8839200"/>
              <a:gd name="connsiteX1954" fmla="*/ 5736961 w 15732060"/>
              <a:gd name="connsiteY1954" fmla="*/ 3055735 h 8839200"/>
              <a:gd name="connsiteX1955" fmla="*/ 5738606 w 15732060"/>
              <a:gd name="connsiteY1955" fmla="*/ 3080427 h 8839200"/>
              <a:gd name="connsiteX1956" fmla="*/ 5764946 w 15732060"/>
              <a:gd name="connsiteY1956" fmla="*/ 3080427 h 8839200"/>
              <a:gd name="connsiteX1957" fmla="*/ 5764946 w 15732060"/>
              <a:gd name="connsiteY1957" fmla="*/ 3054088 h 8839200"/>
              <a:gd name="connsiteX1958" fmla="*/ 5740254 w 15732060"/>
              <a:gd name="connsiteY1958" fmla="*/ 3052442 h 8839200"/>
              <a:gd name="connsiteX1959" fmla="*/ 4747054 w 15732060"/>
              <a:gd name="connsiteY1959" fmla="*/ 2059243 h 8839200"/>
              <a:gd name="connsiteX1960" fmla="*/ 4203812 w 15732060"/>
              <a:gd name="connsiteY1960" fmla="*/ 2059243 h 8839200"/>
              <a:gd name="connsiteX1961" fmla="*/ 3859759 w 15732060"/>
              <a:gd name="connsiteY1961" fmla="*/ 1715189 h 8839200"/>
              <a:gd name="connsiteX1962" fmla="*/ 3858113 w 15732060"/>
              <a:gd name="connsiteY1962" fmla="*/ 1690497 h 8839200"/>
              <a:gd name="connsiteX1963" fmla="*/ 3845149 w 15732060"/>
              <a:gd name="connsiteY1963" fmla="*/ 1685353 h 8839200"/>
              <a:gd name="connsiteX1964" fmla="*/ 13497086 w 15732060"/>
              <a:gd name="connsiteY1964" fmla="*/ 1506124 h 8839200"/>
              <a:gd name="connsiteX1965" fmla="*/ 13478430 w 15732060"/>
              <a:gd name="connsiteY1965" fmla="*/ 1522586 h 8839200"/>
              <a:gd name="connsiteX1966" fmla="*/ 12637776 w 15732060"/>
              <a:gd name="connsiteY1966" fmla="*/ 1522586 h 8839200"/>
              <a:gd name="connsiteX1967" fmla="*/ 12571381 w 15732060"/>
              <a:gd name="connsiteY1967" fmla="*/ 1588982 h 8839200"/>
              <a:gd name="connsiteX1968" fmla="*/ 12546688 w 15732060"/>
              <a:gd name="connsiteY1968" fmla="*/ 1590628 h 8839200"/>
              <a:gd name="connsiteX1969" fmla="*/ 12546688 w 15732060"/>
              <a:gd name="connsiteY1969" fmla="*/ 1616967 h 8839200"/>
              <a:gd name="connsiteX1970" fmla="*/ 12573027 w 15732060"/>
              <a:gd name="connsiteY1970" fmla="*/ 1616967 h 8839200"/>
              <a:gd name="connsiteX1971" fmla="*/ 12574673 w 15732060"/>
              <a:gd name="connsiteY1971" fmla="*/ 1592275 h 8839200"/>
              <a:gd name="connsiteX1972" fmla="*/ 12639972 w 15732060"/>
              <a:gd name="connsiteY1972" fmla="*/ 1526976 h 8839200"/>
              <a:gd name="connsiteX1973" fmla="*/ 13478430 w 15732060"/>
              <a:gd name="connsiteY1973" fmla="*/ 1526976 h 8839200"/>
              <a:gd name="connsiteX1974" fmla="*/ 13497086 w 15732060"/>
              <a:gd name="connsiteY1974" fmla="*/ 1543438 h 8839200"/>
              <a:gd name="connsiteX1975" fmla="*/ 13515743 w 15732060"/>
              <a:gd name="connsiteY1975" fmla="*/ 1524781 h 8839200"/>
              <a:gd name="connsiteX1976" fmla="*/ 13497086 w 15732060"/>
              <a:gd name="connsiteY1976" fmla="*/ 1506124 h 8839200"/>
              <a:gd name="connsiteX1977" fmla="*/ 6641266 w 15732060"/>
              <a:gd name="connsiteY1977" fmla="*/ 1485410 h 8839200"/>
              <a:gd name="connsiteX1978" fmla="*/ 6628097 w 15732060"/>
              <a:gd name="connsiteY1978" fmla="*/ 1490760 h 8839200"/>
              <a:gd name="connsiteX1979" fmla="*/ 6628097 w 15732060"/>
              <a:gd name="connsiteY1979" fmla="*/ 1517099 h 8839200"/>
              <a:gd name="connsiteX1980" fmla="*/ 6652789 w 15732060"/>
              <a:gd name="connsiteY1980" fmla="*/ 1518744 h 8839200"/>
              <a:gd name="connsiteX1981" fmla="*/ 6797106 w 15732060"/>
              <a:gd name="connsiteY1981" fmla="*/ 1663061 h 8839200"/>
              <a:gd name="connsiteX1982" fmla="*/ 6797106 w 15732060"/>
              <a:gd name="connsiteY1982" fmla="*/ 1889137 h 8839200"/>
              <a:gd name="connsiteX1983" fmla="*/ 7180118 w 15732060"/>
              <a:gd name="connsiteY1983" fmla="*/ 2272150 h 8839200"/>
              <a:gd name="connsiteX1984" fmla="*/ 7181764 w 15732060"/>
              <a:gd name="connsiteY1984" fmla="*/ 2296842 h 8839200"/>
              <a:gd name="connsiteX1985" fmla="*/ 7208103 w 15732060"/>
              <a:gd name="connsiteY1985" fmla="*/ 2296842 h 8839200"/>
              <a:gd name="connsiteX1986" fmla="*/ 7208103 w 15732060"/>
              <a:gd name="connsiteY1986" fmla="*/ 2270503 h 8839200"/>
              <a:gd name="connsiteX1987" fmla="*/ 7183411 w 15732060"/>
              <a:gd name="connsiteY1987" fmla="*/ 2268858 h 8839200"/>
              <a:gd name="connsiteX1988" fmla="*/ 6802044 w 15732060"/>
              <a:gd name="connsiteY1988" fmla="*/ 1887490 h 8839200"/>
              <a:gd name="connsiteX1989" fmla="*/ 6802044 w 15732060"/>
              <a:gd name="connsiteY1989" fmla="*/ 1661414 h 8839200"/>
              <a:gd name="connsiteX1990" fmla="*/ 6656082 w 15732060"/>
              <a:gd name="connsiteY1990" fmla="*/ 1515452 h 8839200"/>
              <a:gd name="connsiteX1991" fmla="*/ 6654436 w 15732060"/>
              <a:gd name="connsiteY1991" fmla="*/ 1490760 h 8839200"/>
              <a:gd name="connsiteX1992" fmla="*/ 6641266 w 15732060"/>
              <a:gd name="connsiteY1992" fmla="*/ 1485410 h 8839200"/>
              <a:gd name="connsiteX1993" fmla="*/ 33472 w 15732060"/>
              <a:gd name="connsiteY1993" fmla="*/ 1395830 h 8839200"/>
              <a:gd name="connsiteX1994" fmla="*/ 14814 w 15732060"/>
              <a:gd name="connsiteY1994" fmla="*/ 1414487 h 8839200"/>
              <a:gd name="connsiteX1995" fmla="*/ 33472 w 15732060"/>
              <a:gd name="connsiteY1995" fmla="*/ 1433143 h 8839200"/>
              <a:gd name="connsiteX1996" fmla="*/ 52128 w 15732060"/>
              <a:gd name="connsiteY1996" fmla="*/ 1416681 h 8839200"/>
              <a:gd name="connsiteX1997" fmla="*/ 219492 w 15732060"/>
              <a:gd name="connsiteY1997" fmla="*/ 1416681 h 8839200"/>
              <a:gd name="connsiteX1998" fmla="*/ 796206 w 15732060"/>
              <a:gd name="connsiteY1998" fmla="*/ 1993396 h 8839200"/>
              <a:gd name="connsiteX1999" fmla="*/ 1512845 w 15732060"/>
              <a:gd name="connsiteY1999" fmla="*/ 1993396 h 8839200"/>
              <a:gd name="connsiteX2000" fmla="*/ 1769651 w 15732060"/>
              <a:gd name="connsiteY2000" fmla="*/ 2250201 h 8839200"/>
              <a:gd name="connsiteX2001" fmla="*/ 2471474 w 15732060"/>
              <a:gd name="connsiteY2001" fmla="*/ 2250201 h 8839200"/>
              <a:gd name="connsiteX2002" fmla="*/ 3019655 w 15732060"/>
              <a:gd name="connsiteY2002" fmla="*/ 2798381 h 8839200"/>
              <a:gd name="connsiteX2003" fmla="*/ 3422422 w 15732060"/>
              <a:gd name="connsiteY2003" fmla="*/ 2798381 h 8839200"/>
              <a:gd name="connsiteX2004" fmla="*/ 3441079 w 15732060"/>
              <a:gd name="connsiteY2004" fmla="*/ 2814843 h 8839200"/>
              <a:gd name="connsiteX2005" fmla="*/ 3459736 w 15732060"/>
              <a:gd name="connsiteY2005" fmla="*/ 2796186 h 8839200"/>
              <a:gd name="connsiteX2006" fmla="*/ 3454317 w 15732060"/>
              <a:gd name="connsiteY2006" fmla="*/ 2782948 h 8839200"/>
              <a:gd name="connsiteX2007" fmla="*/ 3441344 w 15732060"/>
              <a:gd name="connsiteY2007" fmla="*/ 2777637 h 8839200"/>
              <a:gd name="connsiteX2008" fmla="*/ 3429212 w 15732060"/>
              <a:gd name="connsiteY2008" fmla="*/ 2782262 h 8839200"/>
              <a:gd name="connsiteX2009" fmla="*/ 3422971 w 15732060"/>
              <a:gd name="connsiteY2009" fmla="*/ 2793991 h 8839200"/>
              <a:gd name="connsiteX2010" fmla="*/ 3021849 w 15732060"/>
              <a:gd name="connsiteY2010" fmla="*/ 2793991 h 8839200"/>
              <a:gd name="connsiteX2011" fmla="*/ 2473670 w 15732060"/>
              <a:gd name="connsiteY2011" fmla="*/ 2245811 h 8839200"/>
              <a:gd name="connsiteX2012" fmla="*/ 1771845 w 15732060"/>
              <a:gd name="connsiteY2012" fmla="*/ 2245811 h 8839200"/>
              <a:gd name="connsiteX2013" fmla="*/ 1515040 w 15732060"/>
              <a:gd name="connsiteY2013" fmla="*/ 1989005 h 8839200"/>
              <a:gd name="connsiteX2014" fmla="*/ 798400 w 15732060"/>
              <a:gd name="connsiteY2014" fmla="*/ 1989005 h 8839200"/>
              <a:gd name="connsiteX2015" fmla="*/ 221686 w 15732060"/>
              <a:gd name="connsiteY2015" fmla="*/ 1412291 h 8839200"/>
              <a:gd name="connsiteX2016" fmla="*/ 52128 w 15732060"/>
              <a:gd name="connsiteY2016" fmla="*/ 1412291 h 8839200"/>
              <a:gd name="connsiteX2017" fmla="*/ 33472 w 15732060"/>
              <a:gd name="connsiteY2017" fmla="*/ 1395830 h 8839200"/>
              <a:gd name="connsiteX2018" fmla="*/ 9174747 w 15732060"/>
              <a:gd name="connsiteY2018" fmla="*/ 1151234 h 8839200"/>
              <a:gd name="connsiteX2019" fmla="*/ 9161578 w 15732060"/>
              <a:gd name="connsiteY2019" fmla="*/ 1156584 h 8839200"/>
              <a:gd name="connsiteX2020" fmla="*/ 9159932 w 15732060"/>
              <a:gd name="connsiteY2020" fmla="*/ 1181277 h 8839200"/>
              <a:gd name="connsiteX2021" fmla="*/ 8988180 w 15732060"/>
              <a:gd name="connsiteY2021" fmla="*/ 1353028 h 8839200"/>
              <a:gd name="connsiteX2022" fmla="*/ 8987631 w 15732060"/>
              <a:gd name="connsiteY2022" fmla="*/ 1353028 h 8839200"/>
              <a:gd name="connsiteX2023" fmla="*/ 8987631 w 15732060"/>
              <a:gd name="connsiteY2023" fmla="*/ 1353577 h 8839200"/>
              <a:gd name="connsiteX2024" fmla="*/ 8987631 w 15732060"/>
              <a:gd name="connsiteY2024" fmla="*/ 2131126 h 8839200"/>
              <a:gd name="connsiteX2025" fmla="*/ 8971169 w 15732060"/>
              <a:gd name="connsiteY2025" fmla="*/ 2149783 h 8839200"/>
              <a:gd name="connsiteX2026" fmla="*/ 8989826 w 15732060"/>
              <a:gd name="connsiteY2026" fmla="*/ 2168440 h 8839200"/>
              <a:gd name="connsiteX2027" fmla="*/ 9008483 w 15732060"/>
              <a:gd name="connsiteY2027" fmla="*/ 2149783 h 8839200"/>
              <a:gd name="connsiteX2028" fmla="*/ 8992021 w 15732060"/>
              <a:gd name="connsiteY2028" fmla="*/ 2131126 h 8839200"/>
              <a:gd name="connsiteX2029" fmla="*/ 8992021 w 15732060"/>
              <a:gd name="connsiteY2029" fmla="*/ 1355772 h 8839200"/>
              <a:gd name="connsiteX2030" fmla="*/ 9163224 w 15732060"/>
              <a:gd name="connsiteY2030" fmla="*/ 1184568 h 8839200"/>
              <a:gd name="connsiteX2031" fmla="*/ 9187917 w 15732060"/>
              <a:gd name="connsiteY2031" fmla="*/ 1182923 h 8839200"/>
              <a:gd name="connsiteX2032" fmla="*/ 9187917 w 15732060"/>
              <a:gd name="connsiteY2032" fmla="*/ 1156584 h 8839200"/>
              <a:gd name="connsiteX2033" fmla="*/ 9174747 w 15732060"/>
              <a:gd name="connsiteY2033" fmla="*/ 1151234 h 8839200"/>
              <a:gd name="connsiteX2034" fmla="*/ 15646457 w 15732060"/>
              <a:gd name="connsiteY2034" fmla="*/ 1093480 h 8839200"/>
              <a:gd name="connsiteX2035" fmla="*/ 15627801 w 15732060"/>
              <a:gd name="connsiteY2035" fmla="*/ 1109942 h 8839200"/>
              <a:gd name="connsiteX2036" fmla="*/ 15261799 w 15732060"/>
              <a:gd name="connsiteY2036" fmla="*/ 1109942 h 8839200"/>
              <a:gd name="connsiteX2037" fmla="*/ 14370115 w 15732060"/>
              <a:gd name="connsiteY2037" fmla="*/ 2001627 h 8839200"/>
              <a:gd name="connsiteX2038" fmla="*/ 12913787 w 15732060"/>
              <a:gd name="connsiteY2038" fmla="*/ 2001627 h 8839200"/>
              <a:gd name="connsiteX2039" fmla="*/ 12637776 w 15732060"/>
              <a:gd name="connsiteY2039" fmla="*/ 2277637 h 8839200"/>
              <a:gd name="connsiteX2040" fmla="*/ 12613083 w 15732060"/>
              <a:gd name="connsiteY2040" fmla="*/ 2279283 h 8839200"/>
              <a:gd name="connsiteX2041" fmla="*/ 12613083 w 15732060"/>
              <a:gd name="connsiteY2041" fmla="*/ 2305623 h 8839200"/>
              <a:gd name="connsiteX2042" fmla="*/ 12639422 w 15732060"/>
              <a:gd name="connsiteY2042" fmla="*/ 2305623 h 8839200"/>
              <a:gd name="connsiteX2043" fmla="*/ 12641069 w 15732060"/>
              <a:gd name="connsiteY2043" fmla="*/ 2280929 h 8839200"/>
              <a:gd name="connsiteX2044" fmla="*/ 12915982 w 15732060"/>
              <a:gd name="connsiteY2044" fmla="*/ 2006016 h 8839200"/>
              <a:gd name="connsiteX2045" fmla="*/ 14372309 w 15732060"/>
              <a:gd name="connsiteY2045" fmla="*/ 2006016 h 8839200"/>
              <a:gd name="connsiteX2046" fmla="*/ 15263994 w 15732060"/>
              <a:gd name="connsiteY2046" fmla="*/ 1114332 h 8839200"/>
              <a:gd name="connsiteX2047" fmla="*/ 15627801 w 15732060"/>
              <a:gd name="connsiteY2047" fmla="*/ 1114332 h 8839200"/>
              <a:gd name="connsiteX2048" fmla="*/ 15646457 w 15732060"/>
              <a:gd name="connsiteY2048" fmla="*/ 1130793 h 8839200"/>
              <a:gd name="connsiteX2049" fmla="*/ 15665115 w 15732060"/>
              <a:gd name="connsiteY2049" fmla="*/ 1112137 h 8839200"/>
              <a:gd name="connsiteX2050" fmla="*/ 15646457 w 15732060"/>
              <a:gd name="connsiteY2050" fmla="*/ 1093480 h 8839200"/>
              <a:gd name="connsiteX2051" fmla="*/ 10528462 w 15732060"/>
              <a:gd name="connsiteY2051" fmla="*/ 910342 h 8839200"/>
              <a:gd name="connsiteX2052" fmla="*/ 10515293 w 15732060"/>
              <a:gd name="connsiteY2052" fmla="*/ 915692 h 8839200"/>
              <a:gd name="connsiteX2053" fmla="*/ 10513647 w 15732060"/>
              <a:gd name="connsiteY2053" fmla="*/ 940385 h 8839200"/>
              <a:gd name="connsiteX2054" fmla="*/ 10258488 w 15732060"/>
              <a:gd name="connsiteY2054" fmla="*/ 1195543 h 8839200"/>
              <a:gd name="connsiteX2055" fmla="*/ 10258488 w 15732060"/>
              <a:gd name="connsiteY2055" fmla="*/ 1450154 h 8839200"/>
              <a:gd name="connsiteX2056" fmla="*/ 9748718 w 15732060"/>
              <a:gd name="connsiteY2056" fmla="*/ 1959923 h 8839200"/>
              <a:gd name="connsiteX2057" fmla="*/ 9724026 w 15732060"/>
              <a:gd name="connsiteY2057" fmla="*/ 1961569 h 8839200"/>
              <a:gd name="connsiteX2058" fmla="*/ 9724026 w 15732060"/>
              <a:gd name="connsiteY2058" fmla="*/ 1987908 h 8839200"/>
              <a:gd name="connsiteX2059" fmla="*/ 9750364 w 15732060"/>
              <a:gd name="connsiteY2059" fmla="*/ 1987908 h 8839200"/>
              <a:gd name="connsiteX2060" fmla="*/ 9752011 w 15732060"/>
              <a:gd name="connsiteY2060" fmla="*/ 1963215 h 8839200"/>
              <a:gd name="connsiteX2061" fmla="*/ 10262329 w 15732060"/>
              <a:gd name="connsiteY2061" fmla="*/ 1452897 h 8839200"/>
              <a:gd name="connsiteX2062" fmla="*/ 10262878 w 15732060"/>
              <a:gd name="connsiteY2062" fmla="*/ 1452897 h 8839200"/>
              <a:gd name="connsiteX2063" fmla="*/ 10262878 w 15732060"/>
              <a:gd name="connsiteY2063" fmla="*/ 1197738 h 8839200"/>
              <a:gd name="connsiteX2064" fmla="*/ 10516939 w 15732060"/>
              <a:gd name="connsiteY2064" fmla="*/ 943676 h 8839200"/>
              <a:gd name="connsiteX2065" fmla="*/ 10541632 w 15732060"/>
              <a:gd name="connsiteY2065" fmla="*/ 942031 h 8839200"/>
              <a:gd name="connsiteX2066" fmla="*/ 10541632 w 15732060"/>
              <a:gd name="connsiteY2066" fmla="*/ 915692 h 8839200"/>
              <a:gd name="connsiteX2067" fmla="*/ 10528462 w 15732060"/>
              <a:gd name="connsiteY2067" fmla="*/ 910342 h 8839200"/>
              <a:gd name="connsiteX2068" fmla="*/ 11855289 w 15732060"/>
              <a:gd name="connsiteY2068" fmla="*/ 888804 h 8839200"/>
              <a:gd name="connsiteX2069" fmla="*/ 11836631 w 15732060"/>
              <a:gd name="connsiteY2069" fmla="*/ 905266 h 8839200"/>
              <a:gd name="connsiteX2070" fmla="*/ 10989943 w 15732060"/>
              <a:gd name="connsiteY2070" fmla="*/ 905266 h 8839200"/>
              <a:gd name="connsiteX2071" fmla="*/ 10868674 w 15732060"/>
              <a:gd name="connsiteY2071" fmla="*/ 1026535 h 8839200"/>
              <a:gd name="connsiteX2072" fmla="*/ 10843981 w 15732060"/>
              <a:gd name="connsiteY2072" fmla="*/ 1028181 h 8839200"/>
              <a:gd name="connsiteX2073" fmla="*/ 10843981 w 15732060"/>
              <a:gd name="connsiteY2073" fmla="*/ 1054520 h 8839200"/>
              <a:gd name="connsiteX2074" fmla="*/ 10870320 w 15732060"/>
              <a:gd name="connsiteY2074" fmla="*/ 1054520 h 8839200"/>
              <a:gd name="connsiteX2075" fmla="*/ 10871966 w 15732060"/>
              <a:gd name="connsiteY2075" fmla="*/ 1029827 h 8839200"/>
              <a:gd name="connsiteX2076" fmla="*/ 10992139 w 15732060"/>
              <a:gd name="connsiteY2076" fmla="*/ 909655 h 8839200"/>
              <a:gd name="connsiteX2077" fmla="*/ 11836631 w 15732060"/>
              <a:gd name="connsiteY2077" fmla="*/ 909655 h 8839200"/>
              <a:gd name="connsiteX2078" fmla="*/ 11855289 w 15732060"/>
              <a:gd name="connsiteY2078" fmla="*/ 926118 h 8839200"/>
              <a:gd name="connsiteX2079" fmla="*/ 11873946 w 15732060"/>
              <a:gd name="connsiteY2079" fmla="*/ 907461 h 8839200"/>
              <a:gd name="connsiteX2080" fmla="*/ 11855289 w 15732060"/>
              <a:gd name="connsiteY2080" fmla="*/ 888804 h 8839200"/>
              <a:gd name="connsiteX2081" fmla="*/ 2058830 w 15732060"/>
              <a:gd name="connsiteY2081" fmla="*/ 752856 h 8839200"/>
              <a:gd name="connsiteX2082" fmla="*/ 2045661 w 15732060"/>
              <a:gd name="connsiteY2082" fmla="*/ 758206 h 8839200"/>
              <a:gd name="connsiteX2083" fmla="*/ 2045661 w 15732060"/>
              <a:gd name="connsiteY2083" fmla="*/ 784545 h 8839200"/>
              <a:gd name="connsiteX2084" fmla="*/ 2070354 w 15732060"/>
              <a:gd name="connsiteY2084" fmla="*/ 786192 h 8839200"/>
              <a:gd name="connsiteX2085" fmla="*/ 2323318 w 15732060"/>
              <a:gd name="connsiteY2085" fmla="*/ 1039156 h 8839200"/>
              <a:gd name="connsiteX2086" fmla="*/ 3025142 w 15732060"/>
              <a:gd name="connsiteY2086" fmla="*/ 1039156 h 8839200"/>
              <a:gd name="connsiteX2087" fmla="*/ 3043799 w 15732060"/>
              <a:gd name="connsiteY2087" fmla="*/ 1055617 h 8839200"/>
              <a:gd name="connsiteX2088" fmla="*/ 3062456 w 15732060"/>
              <a:gd name="connsiteY2088" fmla="*/ 1036961 h 8839200"/>
              <a:gd name="connsiteX2089" fmla="*/ 3043799 w 15732060"/>
              <a:gd name="connsiteY2089" fmla="*/ 1018304 h 8839200"/>
              <a:gd name="connsiteX2090" fmla="*/ 3025142 w 15732060"/>
              <a:gd name="connsiteY2090" fmla="*/ 1034766 h 8839200"/>
              <a:gd name="connsiteX2091" fmla="*/ 2325512 w 15732060"/>
              <a:gd name="connsiteY2091" fmla="*/ 1034766 h 8839200"/>
              <a:gd name="connsiteX2092" fmla="*/ 2073647 w 15732060"/>
              <a:gd name="connsiteY2092" fmla="*/ 782900 h 8839200"/>
              <a:gd name="connsiteX2093" fmla="*/ 2072000 w 15732060"/>
              <a:gd name="connsiteY2093" fmla="*/ 758206 h 8839200"/>
              <a:gd name="connsiteX2094" fmla="*/ 2058830 w 15732060"/>
              <a:gd name="connsiteY2094" fmla="*/ 752856 h 8839200"/>
              <a:gd name="connsiteX2095" fmla="*/ 9086952 w 15732060"/>
              <a:gd name="connsiteY2095" fmla="*/ 747780 h 8839200"/>
              <a:gd name="connsiteX2096" fmla="*/ 9068294 w 15732060"/>
              <a:gd name="connsiteY2096" fmla="*/ 766437 h 8839200"/>
              <a:gd name="connsiteX2097" fmla="*/ 9084757 w 15732060"/>
              <a:gd name="connsiteY2097" fmla="*/ 785094 h 8839200"/>
              <a:gd name="connsiteX2098" fmla="*/ 9084757 w 15732060"/>
              <a:gd name="connsiteY2098" fmla="*/ 966724 h 8839200"/>
              <a:gd name="connsiteX2099" fmla="*/ 8528345 w 15732060"/>
              <a:gd name="connsiteY2099" fmla="*/ 1523134 h 8839200"/>
              <a:gd name="connsiteX2100" fmla="*/ 8527797 w 15732060"/>
              <a:gd name="connsiteY2100" fmla="*/ 1523134 h 8839200"/>
              <a:gd name="connsiteX2101" fmla="*/ 8527248 w 15732060"/>
              <a:gd name="connsiteY2101" fmla="*/ 1523134 h 8839200"/>
              <a:gd name="connsiteX2102" fmla="*/ 8527248 w 15732060"/>
              <a:gd name="connsiteY2102" fmla="*/ 2683696 h 8839200"/>
              <a:gd name="connsiteX2103" fmla="*/ 8318730 w 15732060"/>
              <a:gd name="connsiteY2103" fmla="*/ 2892213 h 8839200"/>
              <a:gd name="connsiteX2104" fmla="*/ 8318182 w 15732060"/>
              <a:gd name="connsiteY2104" fmla="*/ 2892213 h 8839200"/>
              <a:gd name="connsiteX2105" fmla="*/ 8318182 w 15732060"/>
              <a:gd name="connsiteY2105" fmla="*/ 3225840 h 8839200"/>
              <a:gd name="connsiteX2106" fmla="*/ 8323120 w 15732060"/>
              <a:gd name="connsiteY2106" fmla="*/ 3225840 h 8839200"/>
              <a:gd name="connsiteX2107" fmla="*/ 8323120 w 15732060"/>
              <a:gd name="connsiteY2107" fmla="*/ 2894957 h 8839200"/>
              <a:gd name="connsiteX2108" fmla="*/ 8531638 w 15732060"/>
              <a:gd name="connsiteY2108" fmla="*/ 2686440 h 8839200"/>
              <a:gd name="connsiteX2109" fmla="*/ 8532186 w 15732060"/>
              <a:gd name="connsiteY2109" fmla="*/ 2686440 h 8839200"/>
              <a:gd name="connsiteX2110" fmla="*/ 8532186 w 15732060"/>
              <a:gd name="connsiteY2110" fmla="*/ 1525878 h 8839200"/>
              <a:gd name="connsiteX2111" fmla="*/ 9088598 w 15732060"/>
              <a:gd name="connsiteY2111" fmla="*/ 969467 h 8839200"/>
              <a:gd name="connsiteX2112" fmla="*/ 9089146 w 15732060"/>
              <a:gd name="connsiteY2112" fmla="*/ 969467 h 8839200"/>
              <a:gd name="connsiteX2113" fmla="*/ 9089146 w 15732060"/>
              <a:gd name="connsiteY2113" fmla="*/ 785094 h 8839200"/>
              <a:gd name="connsiteX2114" fmla="*/ 9105608 w 15732060"/>
              <a:gd name="connsiteY2114" fmla="*/ 766437 h 8839200"/>
              <a:gd name="connsiteX2115" fmla="*/ 9086952 w 15732060"/>
              <a:gd name="connsiteY2115" fmla="*/ 747780 h 8839200"/>
              <a:gd name="connsiteX2116" fmla="*/ 9961625 w 15732060"/>
              <a:gd name="connsiteY2116" fmla="*/ 705117 h 8839200"/>
              <a:gd name="connsiteX2117" fmla="*/ 9948456 w 15732060"/>
              <a:gd name="connsiteY2117" fmla="*/ 710467 h 8839200"/>
              <a:gd name="connsiteX2118" fmla="*/ 9946810 w 15732060"/>
              <a:gd name="connsiteY2118" fmla="*/ 735160 h 8839200"/>
              <a:gd name="connsiteX2119" fmla="*/ 9173650 w 15732060"/>
              <a:gd name="connsiteY2119" fmla="*/ 1508318 h 8839200"/>
              <a:gd name="connsiteX2120" fmla="*/ 9173650 w 15732060"/>
              <a:gd name="connsiteY2120" fmla="*/ 1507770 h 8839200"/>
              <a:gd name="connsiteX2121" fmla="*/ 9173102 w 15732060"/>
              <a:gd name="connsiteY2121" fmla="*/ 1507770 h 8839200"/>
              <a:gd name="connsiteX2122" fmla="*/ 9173102 w 15732060"/>
              <a:gd name="connsiteY2122" fmla="*/ 1703666 h 8839200"/>
              <a:gd name="connsiteX2123" fmla="*/ 9293273 w 15732060"/>
              <a:gd name="connsiteY2123" fmla="*/ 1823838 h 8839200"/>
              <a:gd name="connsiteX2124" fmla="*/ 9293273 w 15732060"/>
              <a:gd name="connsiteY2124" fmla="*/ 2141004 h 8839200"/>
              <a:gd name="connsiteX2125" fmla="*/ 8559074 w 15732060"/>
              <a:gd name="connsiteY2125" fmla="*/ 2875203 h 8839200"/>
              <a:gd name="connsiteX2126" fmla="*/ 8558525 w 15732060"/>
              <a:gd name="connsiteY2126" fmla="*/ 2875203 h 8839200"/>
              <a:gd name="connsiteX2127" fmla="*/ 8558525 w 15732060"/>
              <a:gd name="connsiteY2127" fmla="*/ 3232426 h 8839200"/>
              <a:gd name="connsiteX2128" fmla="*/ 8563464 w 15732060"/>
              <a:gd name="connsiteY2128" fmla="*/ 3232426 h 8839200"/>
              <a:gd name="connsiteX2129" fmla="*/ 8563464 w 15732060"/>
              <a:gd name="connsiteY2129" fmla="*/ 2877947 h 8839200"/>
              <a:gd name="connsiteX2130" fmla="*/ 9297663 w 15732060"/>
              <a:gd name="connsiteY2130" fmla="*/ 2143748 h 8839200"/>
              <a:gd name="connsiteX2131" fmla="*/ 9298212 w 15732060"/>
              <a:gd name="connsiteY2131" fmla="*/ 2143748 h 8839200"/>
              <a:gd name="connsiteX2132" fmla="*/ 9298212 w 15732060"/>
              <a:gd name="connsiteY2132" fmla="*/ 1822192 h 8839200"/>
              <a:gd name="connsiteX2133" fmla="*/ 9178041 w 15732060"/>
              <a:gd name="connsiteY2133" fmla="*/ 1702020 h 8839200"/>
              <a:gd name="connsiteX2134" fmla="*/ 9178041 w 15732060"/>
              <a:gd name="connsiteY2134" fmla="*/ 1510514 h 8839200"/>
              <a:gd name="connsiteX2135" fmla="*/ 9950101 w 15732060"/>
              <a:gd name="connsiteY2135" fmla="*/ 738452 h 8839200"/>
              <a:gd name="connsiteX2136" fmla="*/ 9974795 w 15732060"/>
              <a:gd name="connsiteY2136" fmla="*/ 736806 h 8839200"/>
              <a:gd name="connsiteX2137" fmla="*/ 9974795 w 15732060"/>
              <a:gd name="connsiteY2137" fmla="*/ 710467 h 8839200"/>
              <a:gd name="connsiteX2138" fmla="*/ 9961625 w 15732060"/>
              <a:gd name="connsiteY2138" fmla="*/ 705117 h 8839200"/>
              <a:gd name="connsiteX2139" fmla="*/ 6732354 w 15732060"/>
              <a:gd name="connsiteY2139" fmla="*/ 645717 h 8839200"/>
              <a:gd name="connsiteX2140" fmla="*/ 6713699 w 15732060"/>
              <a:gd name="connsiteY2140" fmla="*/ 664374 h 8839200"/>
              <a:gd name="connsiteX2141" fmla="*/ 6718432 w 15732060"/>
              <a:gd name="connsiteY2141" fmla="*/ 677200 h 8839200"/>
              <a:gd name="connsiteX2142" fmla="*/ 6729612 w 15732060"/>
              <a:gd name="connsiteY2142" fmla="*/ 682758 h 8839200"/>
              <a:gd name="connsiteX2143" fmla="*/ 6729612 w 15732060"/>
              <a:gd name="connsiteY2143" fmla="*/ 682482 h 8839200"/>
              <a:gd name="connsiteX2144" fmla="*/ 6730160 w 15732060"/>
              <a:gd name="connsiteY2144" fmla="*/ 683030 h 8839200"/>
              <a:gd name="connsiteX2145" fmla="*/ 6729612 w 15732060"/>
              <a:gd name="connsiteY2145" fmla="*/ 682758 h 8839200"/>
              <a:gd name="connsiteX2146" fmla="*/ 6729612 w 15732060"/>
              <a:gd name="connsiteY2146" fmla="*/ 1223529 h 8839200"/>
              <a:gd name="connsiteX2147" fmla="*/ 7265720 w 15732060"/>
              <a:gd name="connsiteY2147" fmla="*/ 1759636 h 8839200"/>
              <a:gd name="connsiteX2148" fmla="*/ 7267366 w 15732060"/>
              <a:gd name="connsiteY2148" fmla="*/ 1784330 h 8839200"/>
              <a:gd name="connsiteX2149" fmla="*/ 7293705 w 15732060"/>
              <a:gd name="connsiteY2149" fmla="*/ 1784330 h 8839200"/>
              <a:gd name="connsiteX2150" fmla="*/ 7293705 w 15732060"/>
              <a:gd name="connsiteY2150" fmla="*/ 1757991 h 8839200"/>
              <a:gd name="connsiteX2151" fmla="*/ 7269012 w 15732060"/>
              <a:gd name="connsiteY2151" fmla="*/ 1756344 h 8839200"/>
              <a:gd name="connsiteX2152" fmla="*/ 6734550 w 15732060"/>
              <a:gd name="connsiteY2152" fmla="*/ 1221882 h 8839200"/>
              <a:gd name="connsiteX2153" fmla="*/ 6734550 w 15732060"/>
              <a:gd name="connsiteY2153" fmla="*/ 683030 h 8839200"/>
              <a:gd name="connsiteX2154" fmla="*/ 6751012 w 15732060"/>
              <a:gd name="connsiteY2154" fmla="*/ 664374 h 8839200"/>
              <a:gd name="connsiteX2155" fmla="*/ 6732354 w 15732060"/>
              <a:gd name="connsiteY2155" fmla="*/ 645717 h 8839200"/>
              <a:gd name="connsiteX2156" fmla="*/ 10619003 w 15732060"/>
              <a:gd name="connsiteY2156" fmla="*/ 642013 h 8839200"/>
              <a:gd name="connsiteX2157" fmla="*/ 10605833 w 15732060"/>
              <a:gd name="connsiteY2157" fmla="*/ 647363 h 8839200"/>
              <a:gd name="connsiteX2158" fmla="*/ 10604187 w 15732060"/>
              <a:gd name="connsiteY2158" fmla="*/ 672056 h 8839200"/>
              <a:gd name="connsiteX2159" fmla="*/ 9547334 w 15732060"/>
              <a:gd name="connsiteY2159" fmla="*/ 1728908 h 8839200"/>
              <a:gd name="connsiteX2160" fmla="*/ 9546786 w 15732060"/>
              <a:gd name="connsiteY2160" fmla="*/ 1728908 h 8839200"/>
              <a:gd name="connsiteX2161" fmla="*/ 9546237 w 15732060"/>
              <a:gd name="connsiteY2161" fmla="*/ 1728908 h 8839200"/>
              <a:gd name="connsiteX2162" fmla="*/ 9546237 w 15732060"/>
              <a:gd name="connsiteY2162" fmla="*/ 1992846 h 8839200"/>
              <a:gd name="connsiteX2163" fmla="*/ 8674855 w 15732060"/>
              <a:gd name="connsiteY2163" fmla="*/ 2864228 h 8839200"/>
              <a:gd name="connsiteX2164" fmla="*/ 8674306 w 15732060"/>
              <a:gd name="connsiteY2164" fmla="*/ 2864228 h 8839200"/>
              <a:gd name="connsiteX2165" fmla="*/ 8674306 w 15732060"/>
              <a:gd name="connsiteY2165" fmla="*/ 3259313 h 8839200"/>
              <a:gd name="connsiteX2166" fmla="*/ 8679246 w 15732060"/>
              <a:gd name="connsiteY2166" fmla="*/ 3259313 h 8839200"/>
              <a:gd name="connsiteX2167" fmla="*/ 8679246 w 15732060"/>
              <a:gd name="connsiteY2167" fmla="*/ 2866972 h 8839200"/>
              <a:gd name="connsiteX2168" fmla="*/ 9550628 w 15732060"/>
              <a:gd name="connsiteY2168" fmla="*/ 1995590 h 8839200"/>
              <a:gd name="connsiteX2169" fmla="*/ 9551176 w 15732060"/>
              <a:gd name="connsiteY2169" fmla="*/ 1995590 h 8839200"/>
              <a:gd name="connsiteX2170" fmla="*/ 9551176 w 15732060"/>
              <a:gd name="connsiteY2170" fmla="*/ 1731652 h 8839200"/>
              <a:gd name="connsiteX2171" fmla="*/ 10607479 w 15732060"/>
              <a:gd name="connsiteY2171" fmla="*/ 675348 h 8839200"/>
              <a:gd name="connsiteX2172" fmla="*/ 10632172 w 15732060"/>
              <a:gd name="connsiteY2172" fmla="*/ 673703 h 8839200"/>
              <a:gd name="connsiteX2173" fmla="*/ 10632172 w 15732060"/>
              <a:gd name="connsiteY2173" fmla="*/ 647363 h 8839200"/>
              <a:gd name="connsiteX2174" fmla="*/ 10619003 w 15732060"/>
              <a:gd name="connsiteY2174" fmla="*/ 642013 h 8839200"/>
              <a:gd name="connsiteX2175" fmla="*/ 8361532 w 15732060"/>
              <a:gd name="connsiteY2175" fmla="*/ 559155 h 8839200"/>
              <a:gd name="connsiteX2176" fmla="*/ 8348362 w 15732060"/>
              <a:gd name="connsiteY2176" fmla="*/ 564506 h 8839200"/>
              <a:gd name="connsiteX2177" fmla="*/ 8346716 w 15732060"/>
              <a:gd name="connsiteY2177" fmla="*/ 589198 h 8839200"/>
              <a:gd name="connsiteX2178" fmla="*/ 8076192 w 15732060"/>
              <a:gd name="connsiteY2178" fmla="*/ 859721 h 8839200"/>
              <a:gd name="connsiteX2179" fmla="*/ 8075643 w 15732060"/>
              <a:gd name="connsiteY2179" fmla="*/ 859721 h 8839200"/>
              <a:gd name="connsiteX2180" fmla="*/ 8075643 w 15732060"/>
              <a:gd name="connsiteY2180" fmla="*/ 1055617 h 8839200"/>
              <a:gd name="connsiteX2181" fmla="*/ 8195816 w 15732060"/>
              <a:gd name="connsiteY2181" fmla="*/ 1175789 h 8839200"/>
              <a:gd name="connsiteX2182" fmla="*/ 8195816 w 15732060"/>
              <a:gd name="connsiteY2182" fmla="*/ 2295745 h 8839200"/>
              <a:gd name="connsiteX2183" fmla="*/ 8195268 w 15732060"/>
              <a:gd name="connsiteY2183" fmla="*/ 2295745 h 8839200"/>
              <a:gd name="connsiteX2184" fmla="*/ 7973032 w 15732060"/>
              <a:gd name="connsiteY2184" fmla="*/ 2517980 h 8839200"/>
              <a:gd name="connsiteX2185" fmla="*/ 7972482 w 15732060"/>
              <a:gd name="connsiteY2185" fmla="*/ 2517980 h 8839200"/>
              <a:gd name="connsiteX2186" fmla="*/ 7972482 w 15732060"/>
              <a:gd name="connsiteY2186" fmla="*/ 3202245 h 8839200"/>
              <a:gd name="connsiteX2187" fmla="*/ 7977421 w 15732060"/>
              <a:gd name="connsiteY2187" fmla="*/ 3202245 h 8839200"/>
              <a:gd name="connsiteX2188" fmla="*/ 7977421 w 15732060"/>
              <a:gd name="connsiteY2188" fmla="*/ 2520724 h 8839200"/>
              <a:gd name="connsiteX2189" fmla="*/ 8199656 w 15732060"/>
              <a:gd name="connsiteY2189" fmla="*/ 2298489 h 8839200"/>
              <a:gd name="connsiteX2190" fmla="*/ 8200204 w 15732060"/>
              <a:gd name="connsiteY2190" fmla="*/ 2298489 h 8839200"/>
              <a:gd name="connsiteX2191" fmla="*/ 8200204 w 15732060"/>
              <a:gd name="connsiteY2191" fmla="*/ 1174143 h 8839200"/>
              <a:gd name="connsiteX2192" fmla="*/ 8080034 w 15732060"/>
              <a:gd name="connsiteY2192" fmla="*/ 1053972 h 8839200"/>
              <a:gd name="connsiteX2193" fmla="*/ 8080034 w 15732060"/>
              <a:gd name="connsiteY2193" fmla="*/ 862465 h 8839200"/>
              <a:gd name="connsiteX2194" fmla="*/ 8350008 w 15732060"/>
              <a:gd name="connsiteY2194" fmla="*/ 592490 h 8839200"/>
              <a:gd name="connsiteX2195" fmla="*/ 8374701 w 15732060"/>
              <a:gd name="connsiteY2195" fmla="*/ 590844 h 8839200"/>
              <a:gd name="connsiteX2196" fmla="*/ 8374701 w 15732060"/>
              <a:gd name="connsiteY2196" fmla="*/ 564506 h 8839200"/>
              <a:gd name="connsiteX2197" fmla="*/ 8361532 w 15732060"/>
              <a:gd name="connsiteY2197" fmla="*/ 559155 h 8839200"/>
              <a:gd name="connsiteX2198" fmla="*/ 9196696 w 15732060"/>
              <a:gd name="connsiteY2198" fmla="*/ 544202 h 8839200"/>
              <a:gd name="connsiteX2199" fmla="*/ 9196148 w 15732060"/>
              <a:gd name="connsiteY2199" fmla="*/ 544202 h 8839200"/>
              <a:gd name="connsiteX2200" fmla="*/ 9196148 w 15732060"/>
              <a:gd name="connsiteY2200" fmla="*/ 544750 h 8839200"/>
              <a:gd name="connsiteX2201" fmla="*/ 9731159 w 15732060"/>
              <a:gd name="connsiteY2201" fmla="*/ 425265 h 8839200"/>
              <a:gd name="connsiteX2202" fmla="*/ 9717990 w 15732060"/>
              <a:gd name="connsiteY2202" fmla="*/ 430615 h 8839200"/>
              <a:gd name="connsiteX2203" fmla="*/ 9716344 w 15732060"/>
              <a:gd name="connsiteY2203" fmla="*/ 455308 h 8839200"/>
              <a:gd name="connsiteX2204" fmla="*/ 8747837 w 15732060"/>
              <a:gd name="connsiteY2204" fmla="*/ 1423815 h 8839200"/>
              <a:gd name="connsiteX2205" fmla="*/ 8747288 w 15732060"/>
              <a:gd name="connsiteY2205" fmla="*/ 1423815 h 8839200"/>
              <a:gd name="connsiteX2206" fmla="*/ 8747288 w 15732060"/>
              <a:gd name="connsiteY2206" fmla="*/ 1828228 h 8839200"/>
              <a:gd name="connsiteX2207" fmla="*/ 8854291 w 15732060"/>
              <a:gd name="connsiteY2207" fmla="*/ 1935230 h 8839200"/>
              <a:gd name="connsiteX2208" fmla="*/ 8854291 w 15732060"/>
              <a:gd name="connsiteY2208" fmla="*/ 2265017 h 8839200"/>
              <a:gd name="connsiteX2209" fmla="*/ 8684733 w 15732060"/>
              <a:gd name="connsiteY2209" fmla="*/ 2434574 h 8839200"/>
              <a:gd name="connsiteX2210" fmla="*/ 8660040 w 15732060"/>
              <a:gd name="connsiteY2210" fmla="*/ 2436219 h 8839200"/>
              <a:gd name="connsiteX2211" fmla="*/ 8660040 w 15732060"/>
              <a:gd name="connsiteY2211" fmla="*/ 2462558 h 8839200"/>
              <a:gd name="connsiteX2212" fmla="*/ 8686379 w 15732060"/>
              <a:gd name="connsiteY2212" fmla="*/ 2462558 h 8839200"/>
              <a:gd name="connsiteX2213" fmla="*/ 8688025 w 15732060"/>
              <a:gd name="connsiteY2213" fmla="*/ 2437866 h 8839200"/>
              <a:gd name="connsiteX2214" fmla="*/ 8858679 w 15732060"/>
              <a:gd name="connsiteY2214" fmla="*/ 2267211 h 8839200"/>
              <a:gd name="connsiteX2215" fmla="*/ 8859229 w 15732060"/>
              <a:gd name="connsiteY2215" fmla="*/ 2267211 h 8839200"/>
              <a:gd name="connsiteX2216" fmla="*/ 8859229 w 15732060"/>
              <a:gd name="connsiteY2216" fmla="*/ 1932486 h 8839200"/>
              <a:gd name="connsiteX2217" fmla="*/ 8752227 w 15732060"/>
              <a:gd name="connsiteY2217" fmla="*/ 1825485 h 8839200"/>
              <a:gd name="connsiteX2218" fmla="*/ 8752227 w 15732060"/>
              <a:gd name="connsiteY2218" fmla="*/ 1426010 h 8839200"/>
              <a:gd name="connsiteX2219" fmla="*/ 9719635 w 15732060"/>
              <a:gd name="connsiteY2219" fmla="*/ 458600 h 8839200"/>
              <a:gd name="connsiteX2220" fmla="*/ 9744329 w 15732060"/>
              <a:gd name="connsiteY2220" fmla="*/ 456954 h 8839200"/>
              <a:gd name="connsiteX2221" fmla="*/ 9744329 w 15732060"/>
              <a:gd name="connsiteY2221" fmla="*/ 430615 h 8839200"/>
              <a:gd name="connsiteX2222" fmla="*/ 9731159 w 15732060"/>
              <a:gd name="connsiteY2222" fmla="*/ 425265 h 8839200"/>
              <a:gd name="connsiteX2223" fmla="*/ 5143236 w 15732060"/>
              <a:gd name="connsiteY2223" fmla="*/ 372038 h 8839200"/>
              <a:gd name="connsiteX2224" fmla="*/ 5130067 w 15732060"/>
              <a:gd name="connsiteY2224" fmla="*/ 377389 h 8839200"/>
              <a:gd name="connsiteX2225" fmla="*/ 5130067 w 15732060"/>
              <a:gd name="connsiteY2225" fmla="*/ 403728 h 8839200"/>
              <a:gd name="connsiteX2226" fmla="*/ 5154760 w 15732060"/>
              <a:gd name="connsiteY2226" fmla="*/ 405373 h 8839200"/>
              <a:gd name="connsiteX2227" fmla="*/ 5498812 w 15732060"/>
              <a:gd name="connsiteY2227" fmla="*/ 749427 h 8839200"/>
              <a:gd name="connsiteX2228" fmla="*/ 5498812 w 15732060"/>
              <a:gd name="connsiteY2228" fmla="*/ 1292668 h 8839200"/>
              <a:gd name="connsiteX2229" fmla="*/ 6492012 w 15732060"/>
              <a:gd name="connsiteY2229" fmla="*/ 2285868 h 8839200"/>
              <a:gd name="connsiteX2230" fmla="*/ 6493658 w 15732060"/>
              <a:gd name="connsiteY2230" fmla="*/ 2310561 h 8839200"/>
              <a:gd name="connsiteX2231" fmla="*/ 6519997 w 15732060"/>
              <a:gd name="connsiteY2231" fmla="*/ 2310561 h 8839200"/>
              <a:gd name="connsiteX2232" fmla="*/ 6519997 w 15732060"/>
              <a:gd name="connsiteY2232" fmla="*/ 2284222 h 8839200"/>
              <a:gd name="connsiteX2233" fmla="*/ 6495304 w 15732060"/>
              <a:gd name="connsiteY2233" fmla="*/ 2282575 h 8839200"/>
              <a:gd name="connsiteX2234" fmla="*/ 5503751 w 15732060"/>
              <a:gd name="connsiteY2234" fmla="*/ 1291022 h 8839200"/>
              <a:gd name="connsiteX2235" fmla="*/ 5503751 w 15732060"/>
              <a:gd name="connsiteY2235" fmla="*/ 747780 h 8839200"/>
              <a:gd name="connsiteX2236" fmla="*/ 5158052 w 15732060"/>
              <a:gd name="connsiteY2236" fmla="*/ 402081 h 8839200"/>
              <a:gd name="connsiteX2237" fmla="*/ 5156406 w 15732060"/>
              <a:gd name="connsiteY2237" fmla="*/ 377389 h 8839200"/>
              <a:gd name="connsiteX2238" fmla="*/ 5143236 w 15732060"/>
              <a:gd name="connsiteY2238" fmla="*/ 372038 h 8839200"/>
              <a:gd name="connsiteX2239" fmla="*/ 30180 w 15732060"/>
              <a:gd name="connsiteY2239" fmla="*/ 329238 h 8839200"/>
              <a:gd name="connsiteX2240" fmla="*/ 17010 w 15732060"/>
              <a:gd name="connsiteY2240" fmla="*/ 334587 h 8839200"/>
              <a:gd name="connsiteX2241" fmla="*/ 17010 w 15732060"/>
              <a:gd name="connsiteY2241" fmla="*/ 360926 h 8839200"/>
              <a:gd name="connsiteX2242" fmla="*/ 41702 w 15732060"/>
              <a:gd name="connsiteY2242" fmla="*/ 362573 h 8839200"/>
              <a:gd name="connsiteX2243" fmla="*/ 560800 w 15732060"/>
              <a:gd name="connsiteY2243" fmla="*/ 881671 h 8839200"/>
              <a:gd name="connsiteX2244" fmla="*/ 1124344 w 15732060"/>
              <a:gd name="connsiteY2244" fmla="*/ 881671 h 8839200"/>
              <a:gd name="connsiteX2245" fmla="*/ 1953474 w 15732060"/>
              <a:gd name="connsiteY2245" fmla="*/ 1710800 h 8839200"/>
              <a:gd name="connsiteX2246" fmla="*/ 2496168 w 15732060"/>
              <a:gd name="connsiteY2246" fmla="*/ 1710800 h 8839200"/>
              <a:gd name="connsiteX2247" fmla="*/ 3193602 w 15732060"/>
              <a:gd name="connsiteY2247" fmla="*/ 2408235 h 8839200"/>
              <a:gd name="connsiteX2248" fmla="*/ 3588687 w 15732060"/>
              <a:gd name="connsiteY2248" fmla="*/ 2408235 h 8839200"/>
              <a:gd name="connsiteX2249" fmla="*/ 4287219 w 15732060"/>
              <a:gd name="connsiteY2249" fmla="*/ 3106766 h 8839200"/>
              <a:gd name="connsiteX2250" fmla="*/ 5315537 w 15732060"/>
              <a:gd name="connsiteY2250" fmla="*/ 3106766 h 8839200"/>
              <a:gd name="connsiteX2251" fmla="*/ 5924078 w 15732060"/>
              <a:gd name="connsiteY2251" fmla="*/ 3715307 h 8839200"/>
              <a:gd name="connsiteX2252" fmla="*/ 6682420 w 15732060"/>
              <a:gd name="connsiteY2252" fmla="*/ 3715307 h 8839200"/>
              <a:gd name="connsiteX2253" fmla="*/ 6682420 w 15732060"/>
              <a:gd name="connsiteY2253" fmla="*/ 3710368 h 8839200"/>
              <a:gd name="connsiteX2254" fmla="*/ 5926273 w 15732060"/>
              <a:gd name="connsiteY2254" fmla="*/ 3710368 h 8839200"/>
              <a:gd name="connsiteX2255" fmla="*/ 5317732 w 15732060"/>
              <a:gd name="connsiteY2255" fmla="*/ 3101828 h 8839200"/>
              <a:gd name="connsiteX2256" fmla="*/ 4289414 w 15732060"/>
              <a:gd name="connsiteY2256" fmla="*/ 3101828 h 8839200"/>
              <a:gd name="connsiteX2257" fmla="*/ 3590882 w 15732060"/>
              <a:gd name="connsiteY2257" fmla="*/ 2403296 h 8839200"/>
              <a:gd name="connsiteX2258" fmla="*/ 3195797 w 15732060"/>
              <a:gd name="connsiteY2258" fmla="*/ 2403296 h 8839200"/>
              <a:gd name="connsiteX2259" fmla="*/ 2498362 w 15732060"/>
              <a:gd name="connsiteY2259" fmla="*/ 1705861 h 8839200"/>
              <a:gd name="connsiteX2260" fmla="*/ 1955669 w 15732060"/>
              <a:gd name="connsiteY2260" fmla="*/ 1705861 h 8839200"/>
              <a:gd name="connsiteX2261" fmla="*/ 1126540 w 15732060"/>
              <a:gd name="connsiteY2261" fmla="*/ 876732 h 8839200"/>
              <a:gd name="connsiteX2262" fmla="*/ 562996 w 15732060"/>
              <a:gd name="connsiteY2262" fmla="*/ 876732 h 8839200"/>
              <a:gd name="connsiteX2263" fmla="*/ 44994 w 15732060"/>
              <a:gd name="connsiteY2263" fmla="*/ 359280 h 8839200"/>
              <a:gd name="connsiteX2264" fmla="*/ 43348 w 15732060"/>
              <a:gd name="connsiteY2264" fmla="*/ 334587 h 8839200"/>
              <a:gd name="connsiteX2265" fmla="*/ 30180 w 15732060"/>
              <a:gd name="connsiteY2265" fmla="*/ 329238 h 8839200"/>
              <a:gd name="connsiteX2266" fmla="*/ 8003760 w 15732060"/>
              <a:gd name="connsiteY2266" fmla="*/ 292473 h 8839200"/>
              <a:gd name="connsiteX2267" fmla="*/ 7990591 w 15732060"/>
              <a:gd name="connsiteY2267" fmla="*/ 297823 h 8839200"/>
              <a:gd name="connsiteX2268" fmla="*/ 7988944 w 15732060"/>
              <a:gd name="connsiteY2268" fmla="*/ 322515 h 8839200"/>
              <a:gd name="connsiteX2269" fmla="*/ 7868774 w 15732060"/>
              <a:gd name="connsiteY2269" fmla="*/ 442687 h 8839200"/>
              <a:gd name="connsiteX2270" fmla="*/ 7868774 w 15732060"/>
              <a:gd name="connsiteY2270" fmla="*/ 1451251 h 8839200"/>
              <a:gd name="connsiteX2271" fmla="*/ 7746406 w 15732060"/>
              <a:gd name="connsiteY2271" fmla="*/ 1573618 h 8839200"/>
              <a:gd name="connsiteX2272" fmla="*/ 7746406 w 15732060"/>
              <a:gd name="connsiteY2272" fmla="*/ 3202794 h 8839200"/>
              <a:gd name="connsiteX2273" fmla="*/ 7751346 w 15732060"/>
              <a:gd name="connsiteY2273" fmla="*/ 3202794 h 8839200"/>
              <a:gd name="connsiteX2274" fmla="*/ 7751346 w 15732060"/>
              <a:gd name="connsiteY2274" fmla="*/ 1575812 h 8839200"/>
              <a:gd name="connsiteX2275" fmla="*/ 7873712 w 15732060"/>
              <a:gd name="connsiteY2275" fmla="*/ 1453446 h 8839200"/>
              <a:gd name="connsiteX2276" fmla="*/ 7873712 w 15732060"/>
              <a:gd name="connsiteY2276" fmla="*/ 444334 h 8839200"/>
              <a:gd name="connsiteX2277" fmla="*/ 7992238 w 15732060"/>
              <a:gd name="connsiteY2277" fmla="*/ 325808 h 8839200"/>
              <a:gd name="connsiteX2278" fmla="*/ 8016930 w 15732060"/>
              <a:gd name="connsiteY2278" fmla="*/ 324162 h 8839200"/>
              <a:gd name="connsiteX2279" fmla="*/ 8016930 w 15732060"/>
              <a:gd name="connsiteY2279" fmla="*/ 297823 h 8839200"/>
              <a:gd name="connsiteX2280" fmla="*/ 8003760 w 15732060"/>
              <a:gd name="connsiteY2280" fmla="*/ 292473 h 8839200"/>
              <a:gd name="connsiteX2281" fmla="*/ 11430573 w 15732060"/>
              <a:gd name="connsiteY2281" fmla="*/ 181629 h 8839200"/>
              <a:gd name="connsiteX2282" fmla="*/ 11417404 w 15732060"/>
              <a:gd name="connsiteY2282" fmla="*/ 186979 h 8839200"/>
              <a:gd name="connsiteX2283" fmla="*/ 11415757 w 15732060"/>
              <a:gd name="connsiteY2283" fmla="*/ 211673 h 8839200"/>
              <a:gd name="connsiteX2284" fmla="*/ 11160598 w 15732060"/>
              <a:gd name="connsiteY2284" fmla="*/ 466832 h 8839200"/>
              <a:gd name="connsiteX2285" fmla="*/ 11160049 w 15732060"/>
              <a:gd name="connsiteY2285" fmla="*/ 466832 h 8839200"/>
              <a:gd name="connsiteX2286" fmla="*/ 11160049 w 15732060"/>
              <a:gd name="connsiteY2286" fmla="*/ 614439 h 8839200"/>
              <a:gd name="connsiteX2287" fmla="*/ 11143588 w 15732060"/>
              <a:gd name="connsiteY2287" fmla="*/ 633096 h 8839200"/>
              <a:gd name="connsiteX2288" fmla="*/ 11162244 w 15732060"/>
              <a:gd name="connsiteY2288" fmla="*/ 651753 h 8839200"/>
              <a:gd name="connsiteX2289" fmla="*/ 11162793 w 15732060"/>
              <a:gd name="connsiteY2289" fmla="*/ 651205 h 8839200"/>
              <a:gd name="connsiteX2290" fmla="*/ 11181450 w 15732060"/>
              <a:gd name="connsiteY2290" fmla="*/ 632548 h 8839200"/>
              <a:gd name="connsiteX2291" fmla="*/ 11164988 w 15732060"/>
              <a:gd name="connsiteY2291" fmla="*/ 613891 h 8839200"/>
              <a:gd name="connsiteX2292" fmla="*/ 11164988 w 15732060"/>
              <a:gd name="connsiteY2292" fmla="*/ 469026 h 8839200"/>
              <a:gd name="connsiteX2293" fmla="*/ 11419049 w 15732060"/>
              <a:gd name="connsiteY2293" fmla="*/ 214965 h 8839200"/>
              <a:gd name="connsiteX2294" fmla="*/ 11443743 w 15732060"/>
              <a:gd name="connsiteY2294" fmla="*/ 213318 h 8839200"/>
              <a:gd name="connsiteX2295" fmla="*/ 11443743 w 15732060"/>
              <a:gd name="connsiteY2295" fmla="*/ 186979 h 8839200"/>
              <a:gd name="connsiteX2296" fmla="*/ 11430573 w 15732060"/>
              <a:gd name="connsiteY2296" fmla="*/ 181629 h 8839200"/>
              <a:gd name="connsiteX2297" fmla="*/ 9575320 w 15732060"/>
              <a:gd name="connsiteY2297" fmla="*/ 150352 h 8839200"/>
              <a:gd name="connsiteX2298" fmla="*/ 9562151 w 15732060"/>
              <a:gd name="connsiteY2298" fmla="*/ 155702 h 8839200"/>
              <a:gd name="connsiteX2299" fmla="*/ 9560504 w 15732060"/>
              <a:gd name="connsiteY2299" fmla="*/ 180394 h 8839200"/>
              <a:gd name="connsiteX2300" fmla="*/ 9196696 w 15732060"/>
              <a:gd name="connsiteY2300" fmla="*/ 544202 h 8839200"/>
              <a:gd name="connsiteX2301" fmla="*/ 9196698 w 15732060"/>
              <a:gd name="connsiteY2301" fmla="*/ 544202 h 8839200"/>
              <a:gd name="connsiteX2302" fmla="*/ 9196148 w 15732060"/>
              <a:gd name="connsiteY2302" fmla="*/ 544750 h 8839200"/>
              <a:gd name="connsiteX2303" fmla="*/ 9196148 w 15732060"/>
              <a:gd name="connsiteY2303" fmla="*/ 788935 h 8839200"/>
              <a:gd name="connsiteX2304" fmla="*/ 9179687 w 15732060"/>
              <a:gd name="connsiteY2304" fmla="*/ 807592 h 8839200"/>
              <a:gd name="connsiteX2305" fmla="*/ 9198343 w 15732060"/>
              <a:gd name="connsiteY2305" fmla="*/ 826249 h 8839200"/>
              <a:gd name="connsiteX2306" fmla="*/ 9217000 w 15732060"/>
              <a:gd name="connsiteY2306" fmla="*/ 807592 h 8839200"/>
              <a:gd name="connsiteX2307" fmla="*/ 9200538 w 15732060"/>
              <a:gd name="connsiteY2307" fmla="*/ 788935 h 8839200"/>
              <a:gd name="connsiteX2308" fmla="*/ 9200538 w 15732060"/>
              <a:gd name="connsiteY2308" fmla="*/ 546946 h 8839200"/>
              <a:gd name="connsiteX2309" fmla="*/ 9563797 w 15732060"/>
              <a:gd name="connsiteY2309" fmla="*/ 183687 h 8839200"/>
              <a:gd name="connsiteX2310" fmla="*/ 9588489 w 15732060"/>
              <a:gd name="connsiteY2310" fmla="*/ 182041 h 8839200"/>
              <a:gd name="connsiteX2311" fmla="*/ 9588489 w 15732060"/>
              <a:gd name="connsiteY2311" fmla="*/ 155702 h 8839200"/>
              <a:gd name="connsiteX2312" fmla="*/ 9575320 w 15732060"/>
              <a:gd name="connsiteY2312" fmla="*/ 150352 h 8839200"/>
              <a:gd name="connsiteX2313" fmla="*/ 1234090 w 15732060"/>
              <a:gd name="connsiteY2313" fmla="*/ 127716 h 8839200"/>
              <a:gd name="connsiteX2314" fmla="*/ 1215434 w 15732060"/>
              <a:gd name="connsiteY2314" fmla="*/ 146373 h 8839200"/>
              <a:gd name="connsiteX2315" fmla="*/ 1231896 w 15732060"/>
              <a:gd name="connsiteY2315" fmla="*/ 165030 h 8839200"/>
              <a:gd name="connsiteX2316" fmla="*/ 1230798 w 15732060"/>
              <a:gd name="connsiteY2316" fmla="*/ 165030 h 8839200"/>
              <a:gd name="connsiteX2317" fmla="*/ 1230798 w 15732060"/>
              <a:gd name="connsiteY2317" fmla="*/ 477257 h 8839200"/>
              <a:gd name="connsiteX2318" fmla="*/ 1971034 w 15732060"/>
              <a:gd name="connsiteY2318" fmla="*/ 1217492 h 8839200"/>
              <a:gd name="connsiteX2319" fmla="*/ 3161228 w 15732060"/>
              <a:gd name="connsiteY2319" fmla="*/ 1217492 h 8839200"/>
              <a:gd name="connsiteX2320" fmla="*/ 3676483 w 15732060"/>
              <a:gd name="connsiteY2320" fmla="*/ 1732749 h 8839200"/>
              <a:gd name="connsiteX2321" fmla="*/ 3678130 w 15732060"/>
              <a:gd name="connsiteY2321" fmla="*/ 1757442 h 8839200"/>
              <a:gd name="connsiteX2322" fmla="*/ 3704469 w 15732060"/>
              <a:gd name="connsiteY2322" fmla="*/ 1757442 h 8839200"/>
              <a:gd name="connsiteX2323" fmla="*/ 3704469 w 15732060"/>
              <a:gd name="connsiteY2323" fmla="*/ 1731103 h 8839200"/>
              <a:gd name="connsiteX2324" fmla="*/ 3679776 w 15732060"/>
              <a:gd name="connsiteY2324" fmla="*/ 1729456 h 8839200"/>
              <a:gd name="connsiteX2325" fmla="*/ 3163422 w 15732060"/>
              <a:gd name="connsiteY2325" fmla="*/ 1213103 h 8839200"/>
              <a:gd name="connsiteX2326" fmla="*/ 1973229 w 15732060"/>
              <a:gd name="connsiteY2326" fmla="*/ 1213103 h 8839200"/>
              <a:gd name="connsiteX2327" fmla="*/ 1236286 w 15732060"/>
              <a:gd name="connsiteY2327" fmla="*/ 475611 h 8839200"/>
              <a:gd name="connsiteX2328" fmla="*/ 1236286 w 15732060"/>
              <a:gd name="connsiteY2328" fmla="*/ 165030 h 8839200"/>
              <a:gd name="connsiteX2329" fmla="*/ 1252747 w 15732060"/>
              <a:gd name="connsiteY2329" fmla="*/ 146373 h 8839200"/>
              <a:gd name="connsiteX2330" fmla="*/ 1234090 w 15732060"/>
              <a:gd name="connsiteY2330" fmla="*/ 127716 h 8839200"/>
              <a:gd name="connsiteX2331" fmla="*/ 12673444 w 15732060"/>
              <a:gd name="connsiteY2331" fmla="*/ 85053 h 8839200"/>
              <a:gd name="connsiteX2332" fmla="*/ 12660274 w 15732060"/>
              <a:gd name="connsiteY2332" fmla="*/ 90404 h 8839200"/>
              <a:gd name="connsiteX2333" fmla="*/ 12658628 w 15732060"/>
              <a:gd name="connsiteY2333" fmla="*/ 115096 h 8839200"/>
              <a:gd name="connsiteX2334" fmla="*/ 11994118 w 15732060"/>
              <a:gd name="connsiteY2334" fmla="*/ 779607 h 8839200"/>
              <a:gd name="connsiteX2335" fmla="*/ 10936717 w 15732060"/>
              <a:gd name="connsiteY2335" fmla="*/ 779607 h 8839200"/>
              <a:gd name="connsiteX2336" fmla="*/ 10717774 w 15732060"/>
              <a:gd name="connsiteY2336" fmla="*/ 998550 h 8839200"/>
              <a:gd name="connsiteX2337" fmla="*/ 10717226 w 15732060"/>
              <a:gd name="connsiteY2337" fmla="*/ 998550 h 8839200"/>
              <a:gd name="connsiteX2338" fmla="*/ 10717226 w 15732060"/>
              <a:gd name="connsiteY2338" fmla="*/ 1374429 h 8839200"/>
              <a:gd name="connsiteX2339" fmla="*/ 9451307 w 15732060"/>
              <a:gd name="connsiteY2339" fmla="*/ 2640347 h 8839200"/>
              <a:gd name="connsiteX2340" fmla="*/ 9450759 w 15732060"/>
              <a:gd name="connsiteY2340" fmla="*/ 2640347 h 8839200"/>
              <a:gd name="connsiteX2341" fmla="*/ 9450759 w 15732060"/>
              <a:gd name="connsiteY2341" fmla="*/ 2640896 h 8839200"/>
              <a:gd name="connsiteX2342" fmla="*/ 9450759 w 15732060"/>
              <a:gd name="connsiteY2342" fmla="*/ 2952025 h 8839200"/>
              <a:gd name="connsiteX2343" fmla="*/ 9278458 w 15732060"/>
              <a:gd name="connsiteY2343" fmla="*/ 3124325 h 8839200"/>
              <a:gd name="connsiteX2344" fmla="*/ 9253764 w 15732060"/>
              <a:gd name="connsiteY2344" fmla="*/ 3125971 h 8839200"/>
              <a:gd name="connsiteX2345" fmla="*/ 9253764 w 15732060"/>
              <a:gd name="connsiteY2345" fmla="*/ 3152311 h 8839200"/>
              <a:gd name="connsiteX2346" fmla="*/ 9280104 w 15732060"/>
              <a:gd name="connsiteY2346" fmla="*/ 3152311 h 8839200"/>
              <a:gd name="connsiteX2347" fmla="*/ 9281750 w 15732060"/>
              <a:gd name="connsiteY2347" fmla="*/ 3127618 h 8839200"/>
              <a:gd name="connsiteX2348" fmla="*/ 9455148 w 15732060"/>
              <a:gd name="connsiteY2348" fmla="*/ 2954220 h 8839200"/>
              <a:gd name="connsiteX2349" fmla="*/ 9455697 w 15732060"/>
              <a:gd name="connsiteY2349" fmla="*/ 2954220 h 8839200"/>
              <a:gd name="connsiteX2350" fmla="*/ 9455697 w 15732060"/>
              <a:gd name="connsiteY2350" fmla="*/ 2642542 h 8839200"/>
              <a:gd name="connsiteX2351" fmla="*/ 10721614 w 15732060"/>
              <a:gd name="connsiteY2351" fmla="*/ 1376624 h 8839200"/>
              <a:gd name="connsiteX2352" fmla="*/ 10722164 w 15732060"/>
              <a:gd name="connsiteY2352" fmla="*/ 1376624 h 8839200"/>
              <a:gd name="connsiteX2353" fmla="*/ 10722164 w 15732060"/>
              <a:gd name="connsiteY2353" fmla="*/ 1000745 h 8839200"/>
              <a:gd name="connsiteX2354" fmla="*/ 10938912 w 15732060"/>
              <a:gd name="connsiteY2354" fmla="*/ 783997 h 8839200"/>
              <a:gd name="connsiteX2355" fmla="*/ 11996312 w 15732060"/>
              <a:gd name="connsiteY2355" fmla="*/ 783997 h 8839200"/>
              <a:gd name="connsiteX2356" fmla="*/ 12661921 w 15732060"/>
              <a:gd name="connsiteY2356" fmla="*/ 118388 h 8839200"/>
              <a:gd name="connsiteX2357" fmla="*/ 12686613 w 15732060"/>
              <a:gd name="connsiteY2357" fmla="*/ 116743 h 8839200"/>
              <a:gd name="connsiteX2358" fmla="*/ 12686613 w 15732060"/>
              <a:gd name="connsiteY2358" fmla="*/ 90404 h 8839200"/>
              <a:gd name="connsiteX2359" fmla="*/ 12673444 w 15732060"/>
              <a:gd name="connsiteY2359" fmla="*/ 85053 h 8839200"/>
              <a:gd name="connsiteX2360" fmla="*/ 5508690 w 15732060"/>
              <a:gd name="connsiteY2360" fmla="*/ 82858 h 8839200"/>
              <a:gd name="connsiteX2361" fmla="*/ 5495520 w 15732060"/>
              <a:gd name="connsiteY2361" fmla="*/ 88208 h 8839200"/>
              <a:gd name="connsiteX2362" fmla="*/ 5495520 w 15732060"/>
              <a:gd name="connsiteY2362" fmla="*/ 114547 h 8839200"/>
              <a:gd name="connsiteX2363" fmla="*/ 5520212 w 15732060"/>
              <a:gd name="connsiteY2363" fmla="*/ 116193 h 8839200"/>
              <a:gd name="connsiteX2364" fmla="*/ 6066748 w 15732060"/>
              <a:gd name="connsiteY2364" fmla="*/ 662728 h 8839200"/>
              <a:gd name="connsiteX2365" fmla="*/ 6066748 w 15732060"/>
              <a:gd name="connsiteY2365" fmla="*/ 1160425 h 8839200"/>
              <a:gd name="connsiteX2366" fmla="*/ 6354830 w 15732060"/>
              <a:gd name="connsiteY2366" fmla="*/ 1448508 h 8839200"/>
              <a:gd name="connsiteX2367" fmla="*/ 6356476 w 15732060"/>
              <a:gd name="connsiteY2367" fmla="*/ 1473200 h 8839200"/>
              <a:gd name="connsiteX2368" fmla="*/ 6382815 w 15732060"/>
              <a:gd name="connsiteY2368" fmla="*/ 1473200 h 8839200"/>
              <a:gd name="connsiteX2369" fmla="*/ 6382815 w 15732060"/>
              <a:gd name="connsiteY2369" fmla="*/ 1446861 h 8839200"/>
              <a:gd name="connsiteX2370" fmla="*/ 6358122 w 15732060"/>
              <a:gd name="connsiteY2370" fmla="*/ 1445215 h 8839200"/>
              <a:gd name="connsiteX2371" fmla="*/ 6071686 w 15732060"/>
              <a:gd name="connsiteY2371" fmla="*/ 1158779 h 8839200"/>
              <a:gd name="connsiteX2372" fmla="*/ 6071686 w 15732060"/>
              <a:gd name="connsiteY2372" fmla="*/ 661081 h 8839200"/>
              <a:gd name="connsiteX2373" fmla="*/ 5523506 w 15732060"/>
              <a:gd name="connsiteY2373" fmla="*/ 112902 h 8839200"/>
              <a:gd name="connsiteX2374" fmla="*/ 5521859 w 15732060"/>
              <a:gd name="connsiteY2374" fmla="*/ 88208 h 8839200"/>
              <a:gd name="connsiteX2375" fmla="*/ 5508690 w 15732060"/>
              <a:gd name="connsiteY2375" fmla="*/ 82858 h 8839200"/>
              <a:gd name="connsiteX2376" fmla="*/ 13440567 w 15732060"/>
              <a:gd name="connsiteY2376" fmla="*/ 68454 h 8839200"/>
              <a:gd name="connsiteX2377" fmla="*/ 13421911 w 15732060"/>
              <a:gd name="connsiteY2377" fmla="*/ 87111 h 8839200"/>
              <a:gd name="connsiteX2378" fmla="*/ 13438372 w 15732060"/>
              <a:gd name="connsiteY2378" fmla="*/ 105768 h 8839200"/>
              <a:gd name="connsiteX2379" fmla="*/ 13438372 w 15732060"/>
              <a:gd name="connsiteY2379" fmla="*/ 253924 h 8839200"/>
              <a:gd name="connsiteX2380" fmla="*/ 13058652 w 15732060"/>
              <a:gd name="connsiteY2380" fmla="*/ 633645 h 8839200"/>
              <a:gd name="connsiteX2381" fmla="*/ 13058103 w 15732060"/>
              <a:gd name="connsiteY2381" fmla="*/ 634194 h 8839200"/>
              <a:gd name="connsiteX2382" fmla="*/ 12642716 w 15732060"/>
              <a:gd name="connsiteY2382" fmla="*/ 634194 h 8839200"/>
              <a:gd name="connsiteX2383" fmla="*/ 11792185 w 15732060"/>
              <a:gd name="connsiteY2383" fmla="*/ 1484723 h 8839200"/>
              <a:gd name="connsiteX2384" fmla="*/ 10808863 w 15732060"/>
              <a:gd name="connsiteY2384" fmla="*/ 1484723 h 8839200"/>
              <a:gd name="connsiteX2385" fmla="*/ 9714149 w 15732060"/>
              <a:gd name="connsiteY2385" fmla="*/ 2579438 h 8839200"/>
              <a:gd name="connsiteX2386" fmla="*/ 9713600 w 15732060"/>
              <a:gd name="connsiteY2386" fmla="*/ 2579438 h 8839200"/>
              <a:gd name="connsiteX2387" fmla="*/ 9713600 w 15732060"/>
              <a:gd name="connsiteY2387" fmla="*/ 3027200 h 8839200"/>
              <a:gd name="connsiteX2388" fmla="*/ 9267483 w 15732060"/>
              <a:gd name="connsiteY2388" fmla="*/ 3473318 h 8839200"/>
              <a:gd name="connsiteX2389" fmla="*/ 9040309 w 15732060"/>
              <a:gd name="connsiteY2389" fmla="*/ 3473318 h 8839200"/>
              <a:gd name="connsiteX2390" fmla="*/ 9040309 w 15732060"/>
              <a:gd name="connsiteY2390" fmla="*/ 3478256 h 8839200"/>
              <a:gd name="connsiteX2391" fmla="*/ 9269678 w 15732060"/>
              <a:gd name="connsiteY2391" fmla="*/ 3478256 h 8839200"/>
              <a:gd name="connsiteX2392" fmla="*/ 9717990 w 15732060"/>
              <a:gd name="connsiteY2392" fmla="*/ 3029944 h 8839200"/>
              <a:gd name="connsiteX2393" fmla="*/ 9718538 w 15732060"/>
              <a:gd name="connsiteY2393" fmla="*/ 3029944 h 8839200"/>
              <a:gd name="connsiteX2394" fmla="*/ 9718538 w 15732060"/>
              <a:gd name="connsiteY2394" fmla="*/ 2582182 h 8839200"/>
              <a:gd name="connsiteX2395" fmla="*/ 10811057 w 15732060"/>
              <a:gd name="connsiteY2395" fmla="*/ 1489663 h 8839200"/>
              <a:gd name="connsiteX2396" fmla="*/ 11794379 w 15732060"/>
              <a:gd name="connsiteY2396" fmla="*/ 1489663 h 8839200"/>
              <a:gd name="connsiteX2397" fmla="*/ 12644910 w 15732060"/>
              <a:gd name="connsiteY2397" fmla="*/ 639132 h 8839200"/>
              <a:gd name="connsiteX2398" fmla="*/ 13060298 w 15732060"/>
              <a:gd name="connsiteY2398" fmla="*/ 639132 h 8839200"/>
              <a:gd name="connsiteX2399" fmla="*/ 13442213 w 15732060"/>
              <a:gd name="connsiteY2399" fmla="*/ 257217 h 8839200"/>
              <a:gd name="connsiteX2400" fmla="*/ 13442762 w 15732060"/>
              <a:gd name="connsiteY2400" fmla="*/ 257217 h 8839200"/>
              <a:gd name="connsiteX2401" fmla="*/ 13442762 w 15732060"/>
              <a:gd name="connsiteY2401" fmla="*/ 105768 h 8839200"/>
              <a:gd name="connsiteX2402" fmla="*/ 13459225 w 15732060"/>
              <a:gd name="connsiteY2402" fmla="*/ 87111 h 8839200"/>
              <a:gd name="connsiteX2403" fmla="*/ 13440567 w 15732060"/>
              <a:gd name="connsiteY2403" fmla="*/ 68454 h 8839200"/>
              <a:gd name="connsiteX2404" fmla="*/ 3523593 w 15732060"/>
              <a:gd name="connsiteY2404" fmla="*/ 66054 h 8839200"/>
              <a:gd name="connsiteX2405" fmla="*/ 3510218 w 15732060"/>
              <a:gd name="connsiteY2405" fmla="*/ 71197 h 8839200"/>
              <a:gd name="connsiteX2406" fmla="*/ 3510218 w 15732060"/>
              <a:gd name="connsiteY2406" fmla="*/ 97536 h 8839200"/>
              <a:gd name="connsiteX2407" fmla="*/ 3534912 w 15732060"/>
              <a:gd name="connsiteY2407" fmla="*/ 99183 h 8839200"/>
              <a:gd name="connsiteX2408" fmla="*/ 3534363 w 15732060"/>
              <a:gd name="connsiteY2408" fmla="*/ 99732 h 8839200"/>
              <a:gd name="connsiteX2409" fmla="*/ 4713032 w 15732060"/>
              <a:gd name="connsiteY2409" fmla="*/ 1278401 h 8839200"/>
              <a:gd name="connsiteX2410" fmla="*/ 5114702 w 15732060"/>
              <a:gd name="connsiteY2410" fmla="*/ 1278401 h 8839200"/>
              <a:gd name="connsiteX2411" fmla="*/ 6142472 w 15732060"/>
              <a:gd name="connsiteY2411" fmla="*/ 2306171 h 8839200"/>
              <a:gd name="connsiteX2412" fmla="*/ 6142472 w 15732060"/>
              <a:gd name="connsiteY2412" fmla="*/ 2360495 h 8839200"/>
              <a:gd name="connsiteX2413" fmla="*/ 6719186 w 15732060"/>
              <a:gd name="connsiteY2413" fmla="*/ 2937209 h 8839200"/>
              <a:gd name="connsiteX2414" fmla="*/ 6719186 w 15732060"/>
              <a:gd name="connsiteY2414" fmla="*/ 3015129 h 8839200"/>
              <a:gd name="connsiteX2415" fmla="*/ 6702724 w 15732060"/>
              <a:gd name="connsiteY2415" fmla="*/ 3033785 h 8839200"/>
              <a:gd name="connsiteX2416" fmla="*/ 6721381 w 15732060"/>
              <a:gd name="connsiteY2416" fmla="*/ 3052442 h 8839200"/>
              <a:gd name="connsiteX2417" fmla="*/ 6740038 w 15732060"/>
              <a:gd name="connsiteY2417" fmla="*/ 3033785 h 8839200"/>
              <a:gd name="connsiteX2418" fmla="*/ 6723576 w 15732060"/>
              <a:gd name="connsiteY2418" fmla="*/ 3015129 h 8839200"/>
              <a:gd name="connsiteX2419" fmla="*/ 6723576 w 15732060"/>
              <a:gd name="connsiteY2419" fmla="*/ 2935563 h 8839200"/>
              <a:gd name="connsiteX2420" fmla="*/ 6146862 w 15732060"/>
              <a:gd name="connsiteY2420" fmla="*/ 2358849 h 8839200"/>
              <a:gd name="connsiteX2421" fmla="*/ 6146862 w 15732060"/>
              <a:gd name="connsiteY2421" fmla="*/ 2304525 h 8839200"/>
              <a:gd name="connsiteX2422" fmla="*/ 5116348 w 15732060"/>
              <a:gd name="connsiteY2422" fmla="*/ 1274011 h 8839200"/>
              <a:gd name="connsiteX2423" fmla="*/ 4714678 w 15732060"/>
              <a:gd name="connsiteY2423" fmla="*/ 1274011 h 8839200"/>
              <a:gd name="connsiteX2424" fmla="*/ 3538204 w 15732060"/>
              <a:gd name="connsiteY2424" fmla="*/ 95891 h 8839200"/>
              <a:gd name="connsiteX2425" fmla="*/ 3536557 w 15732060"/>
              <a:gd name="connsiteY2425" fmla="*/ 71197 h 8839200"/>
              <a:gd name="connsiteX2426" fmla="*/ 3523593 w 15732060"/>
              <a:gd name="connsiteY2426" fmla="*/ 66054 h 8839200"/>
              <a:gd name="connsiteX2427" fmla="*/ 12317867 w 15732060"/>
              <a:gd name="connsiteY2427" fmla="*/ 62556 h 8839200"/>
              <a:gd name="connsiteX2428" fmla="*/ 12304698 w 15732060"/>
              <a:gd name="connsiteY2428" fmla="*/ 67906 h 8839200"/>
              <a:gd name="connsiteX2429" fmla="*/ 12303051 w 15732060"/>
              <a:gd name="connsiteY2429" fmla="*/ 92598 h 8839200"/>
              <a:gd name="connsiteX2430" fmla="*/ 12047893 w 15732060"/>
              <a:gd name="connsiteY2430" fmla="*/ 347757 h 8839200"/>
              <a:gd name="connsiteX2431" fmla="*/ 12047344 w 15732060"/>
              <a:gd name="connsiteY2431" fmla="*/ 347757 h 8839200"/>
              <a:gd name="connsiteX2432" fmla="*/ 12047344 w 15732060"/>
              <a:gd name="connsiteY2432" fmla="*/ 464636 h 8839200"/>
              <a:gd name="connsiteX2433" fmla="*/ 11840474 w 15732060"/>
              <a:gd name="connsiteY2433" fmla="*/ 671507 h 8839200"/>
              <a:gd name="connsiteX2434" fmla="*/ 11451424 w 15732060"/>
              <a:gd name="connsiteY2434" fmla="*/ 671507 h 8839200"/>
              <a:gd name="connsiteX2435" fmla="*/ 11432768 w 15732060"/>
              <a:gd name="connsiteY2435" fmla="*/ 655046 h 8839200"/>
              <a:gd name="connsiteX2436" fmla="*/ 11414110 w 15732060"/>
              <a:gd name="connsiteY2436" fmla="*/ 673703 h 8839200"/>
              <a:gd name="connsiteX2437" fmla="*/ 11432768 w 15732060"/>
              <a:gd name="connsiteY2437" fmla="*/ 692359 h 8839200"/>
              <a:gd name="connsiteX2438" fmla="*/ 11451424 w 15732060"/>
              <a:gd name="connsiteY2438" fmla="*/ 675897 h 8839200"/>
              <a:gd name="connsiteX2439" fmla="*/ 11843217 w 15732060"/>
              <a:gd name="connsiteY2439" fmla="*/ 675897 h 8839200"/>
              <a:gd name="connsiteX2440" fmla="*/ 12051735 w 15732060"/>
              <a:gd name="connsiteY2440" fmla="*/ 466832 h 8839200"/>
              <a:gd name="connsiteX2441" fmla="*/ 12052282 w 15732060"/>
              <a:gd name="connsiteY2441" fmla="*/ 466832 h 8839200"/>
              <a:gd name="connsiteX2442" fmla="*/ 12052282 w 15732060"/>
              <a:gd name="connsiteY2442" fmla="*/ 349952 h 8839200"/>
              <a:gd name="connsiteX2443" fmla="*/ 12306344 w 15732060"/>
              <a:gd name="connsiteY2443" fmla="*/ 95891 h 8839200"/>
              <a:gd name="connsiteX2444" fmla="*/ 12331037 w 15732060"/>
              <a:gd name="connsiteY2444" fmla="*/ 94245 h 8839200"/>
              <a:gd name="connsiteX2445" fmla="*/ 12331037 w 15732060"/>
              <a:gd name="connsiteY2445" fmla="*/ 67906 h 8839200"/>
              <a:gd name="connsiteX2446" fmla="*/ 12317867 w 15732060"/>
              <a:gd name="connsiteY2446" fmla="*/ 62556 h 8839200"/>
              <a:gd name="connsiteX2447" fmla="*/ 2080437 w 15732060"/>
              <a:gd name="connsiteY2447" fmla="*/ 62212 h 8839200"/>
              <a:gd name="connsiteX2448" fmla="*/ 2067062 w 15732060"/>
              <a:gd name="connsiteY2448" fmla="*/ 67356 h 8839200"/>
              <a:gd name="connsiteX2449" fmla="*/ 2067062 w 15732060"/>
              <a:gd name="connsiteY2449" fmla="*/ 93695 h 8839200"/>
              <a:gd name="connsiteX2450" fmla="*/ 2078997 w 15732060"/>
              <a:gd name="connsiteY2450" fmla="*/ 99045 h 8839200"/>
              <a:gd name="connsiteX2451" fmla="*/ 2091754 w 15732060"/>
              <a:gd name="connsiteY2451" fmla="*/ 95342 h 8839200"/>
              <a:gd name="connsiteX2452" fmla="*/ 2091205 w 15732060"/>
              <a:gd name="connsiteY2452" fmla="*/ 94793 h 8839200"/>
              <a:gd name="connsiteX2453" fmla="*/ 2091754 w 15732060"/>
              <a:gd name="connsiteY2453" fmla="*/ 95342 h 8839200"/>
              <a:gd name="connsiteX2454" fmla="*/ 2091754 w 15732060"/>
              <a:gd name="connsiteY2454" fmla="*/ 95342 h 8839200"/>
              <a:gd name="connsiteX2455" fmla="*/ 2475316 w 15732060"/>
              <a:gd name="connsiteY2455" fmla="*/ 478903 h 8839200"/>
              <a:gd name="connsiteX2456" fmla="*/ 2979049 w 15732060"/>
              <a:gd name="connsiteY2456" fmla="*/ 478903 h 8839200"/>
              <a:gd name="connsiteX2457" fmla="*/ 3953592 w 15732060"/>
              <a:gd name="connsiteY2457" fmla="*/ 1453446 h 8839200"/>
              <a:gd name="connsiteX2458" fmla="*/ 4179668 w 15732060"/>
              <a:gd name="connsiteY2458" fmla="*/ 1453446 h 8839200"/>
              <a:gd name="connsiteX2459" fmla="*/ 4465556 w 15732060"/>
              <a:gd name="connsiteY2459" fmla="*/ 1739334 h 8839200"/>
              <a:gd name="connsiteX2460" fmla="*/ 4727848 w 15732060"/>
              <a:gd name="connsiteY2460" fmla="*/ 1739334 h 8839200"/>
              <a:gd name="connsiteX2461" fmla="*/ 4746505 w 15732060"/>
              <a:gd name="connsiteY2461" fmla="*/ 1755795 h 8839200"/>
              <a:gd name="connsiteX2462" fmla="*/ 4765162 w 15732060"/>
              <a:gd name="connsiteY2462" fmla="*/ 1737139 h 8839200"/>
              <a:gd name="connsiteX2463" fmla="*/ 4746505 w 15732060"/>
              <a:gd name="connsiteY2463" fmla="*/ 1718482 h 8839200"/>
              <a:gd name="connsiteX2464" fmla="*/ 4727848 w 15732060"/>
              <a:gd name="connsiteY2464" fmla="*/ 1734944 h 8839200"/>
              <a:gd name="connsiteX2465" fmla="*/ 4467751 w 15732060"/>
              <a:gd name="connsiteY2465" fmla="*/ 1734944 h 8839200"/>
              <a:gd name="connsiteX2466" fmla="*/ 4181863 w 15732060"/>
              <a:gd name="connsiteY2466" fmla="*/ 1449057 h 8839200"/>
              <a:gd name="connsiteX2467" fmla="*/ 3955787 w 15732060"/>
              <a:gd name="connsiteY2467" fmla="*/ 1449057 h 8839200"/>
              <a:gd name="connsiteX2468" fmla="*/ 2981244 w 15732060"/>
              <a:gd name="connsiteY2468" fmla="*/ 474514 h 8839200"/>
              <a:gd name="connsiteX2469" fmla="*/ 2477511 w 15732060"/>
              <a:gd name="connsiteY2469" fmla="*/ 474514 h 8839200"/>
              <a:gd name="connsiteX2470" fmla="*/ 2095046 w 15732060"/>
              <a:gd name="connsiteY2470" fmla="*/ 92049 h 8839200"/>
              <a:gd name="connsiteX2471" fmla="*/ 2093401 w 15732060"/>
              <a:gd name="connsiteY2471" fmla="*/ 67356 h 8839200"/>
              <a:gd name="connsiteX2472" fmla="*/ 2080437 w 15732060"/>
              <a:gd name="connsiteY2472" fmla="*/ 62212 h 8839200"/>
              <a:gd name="connsiteX2473" fmla="*/ 3829579 w 15732060"/>
              <a:gd name="connsiteY2473" fmla="*/ 60360 h 8839200"/>
              <a:gd name="connsiteX2474" fmla="*/ 3816410 w 15732060"/>
              <a:gd name="connsiteY2474" fmla="*/ 65710 h 8839200"/>
              <a:gd name="connsiteX2475" fmla="*/ 3816410 w 15732060"/>
              <a:gd name="connsiteY2475" fmla="*/ 92049 h 8839200"/>
              <a:gd name="connsiteX2476" fmla="*/ 3841102 w 15732060"/>
              <a:gd name="connsiteY2476" fmla="*/ 93695 h 8839200"/>
              <a:gd name="connsiteX2477" fmla="*/ 4375564 w 15732060"/>
              <a:gd name="connsiteY2477" fmla="*/ 628158 h 8839200"/>
              <a:gd name="connsiteX2478" fmla="*/ 4377210 w 15732060"/>
              <a:gd name="connsiteY2478" fmla="*/ 652850 h 8839200"/>
              <a:gd name="connsiteX2479" fmla="*/ 4403550 w 15732060"/>
              <a:gd name="connsiteY2479" fmla="*/ 652850 h 8839200"/>
              <a:gd name="connsiteX2480" fmla="*/ 4403550 w 15732060"/>
              <a:gd name="connsiteY2480" fmla="*/ 626511 h 8839200"/>
              <a:gd name="connsiteX2481" fmla="*/ 4378856 w 15732060"/>
              <a:gd name="connsiteY2481" fmla="*/ 624866 h 8839200"/>
              <a:gd name="connsiteX2482" fmla="*/ 3844394 w 15732060"/>
              <a:gd name="connsiteY2482" fmla="*/ 90404 h 8839200"/>
              <a:gd name="connsiteX2483" fmla="*/ 3842748 w 15732060"/>
              <a:gd name="connsiteY2483" fmla="*/ 65710 h 8839200"/>
              <a:gd name="connsiteX2484" fmla="*/ 3829579 w 15732060"/>
              <a:gd name="connsiteY2484" fmla="*/ 60360 h 8839200"/>
              <a:gd name="connsiteX2485" fmla="*/ 6405312 w 15732060"/>
              <a:gd name="connsiteY2485" fmla="*/ 58715 h 8839200"/>
              <a:gd name="connsiteX2486" fmla="*/ 6392143 w 15732060"/>
              <a:gd name="connsiteY2486" fmla="*/ 64065 h 8839200"/>
              <a:gd name="connsiteX2487" fmla="*/ 6392143 w 15732060"/>
              <a:gd name="connsiteY2487" fmla="*/ 90404 h 8839200"/>
              <a:gd name="connsiteX2488" fmla="*/ 6416836 w 15732060"/>
              <a:gd name="connsiteY2488" fmla="*/ 92049 h 8839200"/>
              <a:gd name="connsiteX2489" fmla="*/ 6647852 w 15732060"/>
              <a:gd name="connsiteY2489" fmla="*/ 323064 h 8839200"/>
              <a:gd name="connsiteX2490" fmla="*/ 6647852 w 15732060"/>
              <a:gd name="connsiteY2490" fmla="*/ 1283889 h 8839200"/>
              <a:gd name="connsiteX2491" fmla="*/ 7273951 w 15732060"/>
              <a:gd name="connsiteY2491" fmla="*/ 1909988 h 8839200"/>
              <a:gd name="connsiteX2492" fmla="*/ 7273951 w 15732060"/>
              <a:gd name="connsiteY2492" fmla="*/ 3239559 h 8839200"/>
              <a:gd name="connsiteX2493" fmla="*/ 7278890 w 15732060"/>
              <a:gd name="connsiteY2493" fmla="*/ 3239559 h 8839200"/>
              <a:gd name="connsiteX2494" fmla="*/ 7278890 w 15732060"/>
              <a:gd name="connsiteY2494" fmla="*/ 1907794 h 8839200"/>
              <a:gd name="connsiteX2495" fmla="*/ 6652789 w 15732060"/>
              <a:gd name="connsiteY2495" fmla="*/ 1281694 h 8839200"/>
              <a:gd name="connsiteX2496" fmla="*/ 6652789 w 15732060"/>
              <a:gd name="connsiteY2496" fmla="*/ 321418 h 8839200"/>
              <a:gd name="connsiteX2497" fmla="*/ 6420129 w 15732060"/>
              <a:gd name="connsiteY2497" fmla="*/ 88757 h 8839200"/>
              <a:gd name="connsiteX2498" fmla="*/ 6418482 w 15732060"/>
              <a:gd name="connsiteY2498" fmla="*/ 64065 h 8839200"/>
              <a:gd name="connsiteX2499" fmla="*/ 6405312 w 15732060"/>
              <a:gd name="connsiteY2499" fmla="*/ 58715 h 8839200"/>
              <a:gd name="connsiteX2500" fmla="*/ 9445271 w 15732060"/>
              <a:gd name="connsiteY2500" fmla="*/ 55422 h 8839200"/>
              <a:gd name="connsiteX2501" fmla="*/ 9432102 w 15732060"/>
              <a:gd name="connsiteY2501" fmla="*/ 60772 h 8839200"/>
              <a:gd name="connsiteX2502" fmla="*/ 9430456 w 15732060"/>
              <a:gd name="connsiteY2502" fmla="*/ 85464 h 8839200"/>
              <a:gd name="connsiteX2503" fmla="*/ 8428477 w 15732060"/>
              <a:gd name="connsiteY2503" fmla="*/ 1087444 h 8839200"/>
              <a:gd name="connsiteX2504" fmla="*/ 8427928 w 15732060"/>
              <a:gd name="connsiteY2504" fmla="*/ 1087444 h 8839200"/>
              <a:gd name="connsiteX2505" fmla="*/ 8427928 w 15732060"/>
              <a:gd name="connsiteY2505" fmla="*/ 2614007 h 8839200"/>
              <a:gd name="connsiteX2506" fmla="*/ 8206241 w 15732060"/>
              <a:gd name="connsiteY2506" fmla="*/ 2835694 h 8839200"/>
              <a:gd name="connsiteX2507" fmla="*/ 8205692 w 15732060"/>
              <a:gd name="connsiteY2507" fmla="*/ 2835694 h 8839200"/>
              <a:gd name="connsiteX2508" fmla="*/ 8205144 w 15732060"/>
              <a:gd name="connsiteY2508" fmla="*/ 2836243 h 8839200"/>
              <a:gd name="connsiteX2509" fmla="*/ 8205144 w 15732060"/>
              <a:gd name="connsiteY2509" fmla="*/ 3230230 h 8839200"/>
              <a:gd name="connsiteX2510" fmla="*/ 8210082 w 15732060"/>
              <a:gd name="connsiteY2510" fmla="*/ 3230230 h 8839200"/>
              <a:gd name="connsiteX2511" fmla="*/ 8210082 w 15732060"/>
              <a:gd name="connsiteY2511" fmla="*/ 2837889 h 8839200"/>
              <a:gd name="connsiteX2512" fmla="*/ 8431769 w 15732060"/>
              <a:gd name="connsiteY2512" fmla="*/ 2616203 h 8839200"/>
              <a:gd name="connsiteX2513" fmla="*/ 8432317 w 15732060"/>
              <a:gd name="connsiteY2513" fmla="*/ 2616203 h 8839200"/>
              <a:gd name="connsiteX2514" fmla="*/ 8432317 w 15732060"/>
              <a:gd name="connsiteY2514" fmla="*/ 1090187 h 8839200"/>
              <a:gd name="connsiteX2515" fmla="*/ 9433748 w 15732060"/>
              <a:gd name="connsiteY2515" fmla="*/ 88757 h 8839200"/>
              <a:gd name="connsiteX2516" fmla="*/ 9458441 w 15732060"/>
              <a:gd name="connsiteY2516" fmla="*/ 87111 h 8839200"/>
              <a:gd name="connsiteX2517" fmla="*/ 9458441 w 15732060"/>
              <a:gd name="connsiteY2517" fmla="*/ 60772 h 8839200"/>
              <a:gd name="connsiteX2518" fmla="*/ 9445271 w 15732060"/>
              <a:gd name="connsiteY2518" fmla="*/ 55422 h 8839200"/>
              <a:gd name="connsiteX2519" fmla="*/ 7811705 w 15732060"/>
              <a:gd name="connsiteY2519" fmla="*/ 51581 h 8839200"/>
              <a:gd name="connsiteX2520" fmla="*/ 7798536 w 15732060"/>
              <a:gd name="connsiteY2520" fmla="*/ 56931 h 8839200"/>
              <a:gd name="connsiteX2521" fmla="*/ 7796889 w 15732060"/>
              <a:gd name="connsiteY2521" fmla="*/ 81623 h 8839200"/>
              <a:gd name="connsiteX2522" fmla="*/ 7438570 w 15732060"/>
              <a:gd name="connsiteY2522" fmla="*/ 439943 h 8839200"/>
              <a:gd name="connsiteX2523" fmla="*/ 7438570 w 15732060"/>
              <a:gd name="connsiteY2523" fmla="*/ 843260 h 8839200"/>
              <a:gd name="connsiteX2524" fmla="*/ 7533499 w 15732060"/>
              <a:gd name="connsiteY2524" fmla="*/ 938190 h 8839200"/>
              <a:gd name="connsiteX2525" fmla="*/ 7535146 w 15732060"/>
              <a:gd name="connsiteY2525" fmla="*/ 962882 h 8839200"/>
              <a:gd name="connsiteX2526" fmla="*/ 7534597 w 15732060"/>
              <a:gd name="connsiteY2526" fmla="*/ 962882 h 8839200"/>
              <a:gd name="connsiteX2527" fmla="*/ 7560936 w 15732060"/>
              <a:gd name="connsiteY2527" fmla="*/ 962882 h 8839200"/>
              <a:gd name="connsiteX2528" fmla="*/ 7560936 w 15732060"/>
              <a:gd name="connsiteY2528" fmla="*/ 936544 h 8839200"/>
              <a:gd name="connsiteX2529" fmla="*/ 7536243 w 15732060"/>
              <a:gd name="connsiteY2529" fmla="*/ 934897 h 8839200"/>
              <a:gd name="connsiteX2530" fmla="*/ 7442959 w 15732060"/>
              <a:gd name="connsiteY2530" fmla="*/ 841613 h 8839200"/>
              <a:gd name="connsiteX2531" fmla="*/ 7442959 w 15732060"/>
              <a:gd name="connsiteY2531" fmla="*/ 442138 h 8839200"/>
              <a:gd name="connsiteX2532" fmla="*/ 7800182 w 15732060"/>
              <a:gd name="connsiteY2532" fmla="*/ 84916 h 8839200"/>
              <a:gd name="connsiteX2533" fmla="*/ 7824874 w 15732060"/>
              <a:gd name="connsiteY2533" fmla="*/ 83270 h 8839200"/>
              <a:gd name="connsiteX2534" fmla="*/ 7824874 w 15732060"/>
              <a:gd name="connsiteY2534" fmla="*/ 56931 h 8839200"/>
              <a:gd name="connsiteX2535" fmla="*/ 7811705 w 15732060"/>
              <a:gd name="connsiteY2535" fmla="*/ 51581 h 8839200"/>
              <a:gd name="connsiteX2536" fmla="*/ 10497734 w 15732060"/>
              <a:gd name="connsiteY2536" fmla="*/ 48837 h 8839200"/>
              <a:gd name="connsiteX2537" fmla="*/ 10484564 w 15732060"/>
              <a:gd name="connsiteY2537" fmla="*/ 54187 h 8839200"/>
              <a:gd name="connsiteX2538" fmla="*/ 10482918 w 15732060"/>
              <a:gd name="connsiteY2538" fmla="*/ 78879 h 8839200"/>
              <a:gd name="connsiteX2539" fmla="*/ 10090028 w 15732060"/>
              <a:gd name="connsiteY2539" fmla="*/ 471770 h 8839200"/>
              <a:gd name="connsiteX2540" fmla="*/ 10089479 w 15732060"/>
              <a:gd name="connsiteY2540" fmla="*/ 471770 h 8839200"/>
              <a:gd name="connsiteX2541" fmla="*/ 10089479 w 15732060"/>
              <a:gd name="connsiteY2541" fmla="*/ 839419 h 8839200"/>
              <a:gd name="connsiteX2542" fmla="*/ 9924312 w 15732060"/>
              <a:gd name="connsiteY2542" fmla="*/ 1004586 h 8839200"/>
              <a:gd name="connsiteX2543" fmla="*/ 9899619 w 15732060"/>
              <a:gd name="connsiteY2543" fmla="*/ 1006232 h 8839200"/>
              <a:gd name="connsiteX2544" fmla="*/ 9899619 w 15732060"/>
              <a:gd name="connsiteY2544" fmla="*/ 1032571 h 8839200"/>
              <a:gd name="connsiteX2545" fmla="*/ 9925958 w 15732060"/>
              <a:gd name="connsiteY2545" fmla="*/ 1032571 h 8839200"/>
              <a:gd name="connsiteX2546" fmla="*/ 9927604 w 15732060"/>
              <a:gd name="connsiteY2546" fmla="*/ 1007879 h 8839200"/>
              <a:gd name="connsiteX2547" fmla="*/ 10093869 w 15732060"/>
              <a:gd name="connsiteY2547" fmla="*/ 841613 h 8839200"/>
              <a:gd name="connsiteX2548" fmla="*/ 10094418 w 15732060"/>
              <a:gd name="connsiteY2548" fmla="*/ 841613 h 8839200"/>
              <a:gd name="connsiteX2549" fmla="*/ 10094418 w 15732060"/>
              <a:gd name="connsiteY2549" fmla="*/ 473965 h 8839200"/>
              <a:gd name="connsiteX2550" fmla="*/ 10486210 w 15732060"/>
              <a:gd name="connsiteY2550" fmla="*/ 82172 h 8839200"/>
              <a:gd name="connsiteX2551" fmla="*/ 10510903 w 15732060"/>
              <a:gd name="connsiteY2551" fmla="*/ 80526 h 8839200"/>
              <a:gd name="connsiteX2552" fmla="*/ 10510903 w 15732060"/>
              <a:gd name="connsiteY2552" fmla="*/ 54187 h 8839200"/>
              <a:gd name="connsiteX2553" fmla="*/ 10497734 w 15732060"/>
              <a:gd name="connsiteY2553" fmla="*/ 48837 h 8839200"/>
              <a:gd name="connsiteX2554" fmla="*/ 7029971 w 15732060"/>
              <a:gd name="connsiteY2554" fmla="*/ 45202 h 8839200"/>
              <a:gd name="connsiteX2555" fmla="*/ 7016596 w 15732060"/>
              <a:gd name="connsiteY2555" fmla="*/ 50346 h 8839200"/>
              <a:gd name="connsiteX2556" fmla="*/ 7016596 w 15732060"/>
              <a:gd name="connsiteY2556" fmla="*/ 76685 h 8839200"/>
              <a:gd name="connsiteX2557" fmla="*/ 7028532 w 15732060"/>
              <a:gd name="connsiteY2557" fmla="*/ 82035 h 8839200"/>
              <a:gd name="connsiteX2558" fmla="*/ 7040865 w 15732060"/>
              <a:gd name="connsiteY2558" fmla="*/ 78454 h 8839200"/>
              <a:gd name="connsiteX2559" fmla="*/ 7040742 w 15732060"/>
              <a:gd name="connsiteY2559" fmla="*/ 78331 h 8839200"/>
              <a:gd name="connsiteX2560" fmla="*/ 7041290 w 15732060"/>
              <a:gd name="connsiteY2560" fmla="*/ 78331 h 8839200"/>
              <a:gd name="connsiteX2561" fmla="*/ 7040865 w 15732060"/>
              <a:gd name="connsiteY2561" fmla="*/ 78454 h 8839200"/>
              <a:gd name="connsiteX2562" fmla="*/ 7268464 w 15732060"/>
              <a:gd name="connsiteY2562" fmla="*/ 306054 h 8839200"/>
              <a:gd name="connsiteX2563" fmla="*/ 7268464 w 15732060"/>
              <a:gd name="connsiteY2563" fmla="*/ 1389793 h 8839200"/>
              <a:gd name="connsiteX2564" fmla="*/ 7506612 w 15732060"/>
              <a:gd name="connsiteY2564" fmla="*/ 1627942 h 8839200"/>
              <a:gd name="connsiteX2565" fmla="*/ 7506612 w 15732060"/>
              <a:gd name="connsiteY2565" fmla="*/ 3202245 h 8839200"/>
              <a:gd name="connsiteX2566" fmla="*/ 7511550 w 15732060"/>
              <a:gd name="connsiteY2566" fmla="*/ 3202245 h 8839200"/>
              <a:gd name="connsiteX2567" fmla="*/ 7511550 w 15732060"/>
              <a:gd name="connsiteY2567" fmla="*/ 1625747 h 8839200"/>
              <a:gd name="connsiteX2568" fmla="*/ 7273402 w 15732060"/>
              <a:gd name="connsiteY2568" fmla="*/ 1387598 h 8839200"/>
              <a:gd name="connsiteX2569" fmla="*/ 7273402 w 15732060"/>
              <a:gd name="connsiteY2569" fmla="*/ 303859 h 8839200"/>
              <a:gd name="connsiteX2570" fmla="*/ 7044582 w 15732060"/>
              <a:gd name="connsiteY2570" fmla="*/ 75038 h 8839200"/>
              <a:gd name="connsiteX2571" fmla="*/ 7042936 w 15732060"/>
              <a:gd name="connsiteY2571" fmla="*/ 50346 h 8839200"/>
              <a:gd name="connsiteX2572" fmla="*/ 7029971 w 15732060"/>
              <a:gd name="connsiteY2572" fmla="*/ 45202 h 8839200"/>
              <a:gd name="connsiteX2573" fmla="*/ 4452386 w 15732060"/>
              <a:gd name="connsiteY2573" fmla="*/ 43350 h 8839200"/>
              <a:gd name="connsiteX2574" fmla="*/ 4439216 w 15732060"/>
              <a:gd name="connsiteY2574" fmla="*/ 48699 h 8839200"/>
              <a:gd name="connsiteX2575" fmla="*/ 4439216 w 15732060"/>
              <a:gd name="connsiteY2575" fmla="*/ 75038 h 8839200"/>
              <a:gd name="connsiteX2576" fmla="*/ 4463910 w 15732060"/>
              <a:gd name="connsiteY2576" fmla="*/ 76685 h 8839200"/>
              <a:gd name="connsiteX2577" fmla="*/ 4464458 w 15732060"/>
              <a:gd name="connsiteY2577" fmla="*/ 77234 h 8839200"/>
              <a:gd name="connsiteX2578" fmla="*/ 4608774 w 15732060"/>
              <a:gd name="connsiteY2578" fmla="*/ 221549 h 8839200"/>
              <a:gd name="connsiteX2579" fmla="*/ 4608774 w 15732060"/>
              <a:gd name="connsiteY2579" fmla="*/ 447626 h 8839200"/>
              <a:gd name="connsiteX2580" fmla="*/ 5077938 w 15732060"/>
              <a:gd name="connsiteY2580" fmla="*/ 916789 h 8839200"/>
              <a:gd name="connsiteX2581" fmla="*/ 5077938 w 15732060"/>
              <a:gd name="connsiteY2581" fmla="*/ 1060007 h 8839200"/>
              <a:gd name="connsiteX2582" fmla="*/ 5061476 w 15732060"/>
              <a:gd name="connsiteY2582" fmla="*/ 1078664 h 8839200"/>
              <a:gd name="connsiteX2583" fmla="*/ 5080132 w 15732060"/>
              <a:gd name="connsiteY2583" fmla="*/ 1097321 h 8839200"/>
              <a:gd name="connsiteX2584" fmla="*/ 5098790 w 15732060"/>
              <a:gd name="connsiteY2584" fmla="*/ 1078664 h 8839200"/>
              <a:gd name="connsiteX2585" fmla="*/ 5082327 w 15732060"/>
              <a:gd name="connsiteY2585" fmla="*/ 1060007 h 8839200"/>
              <a:gd name="connsiteX2586" fmla="*/ 5082327 w 15732060"/>
              <a:gd name="connsiteY2586" fmla="*/ 914594 h 8839200"/>
              <a:gd name="connsiteX2587" fmla="*/ 4613164 w 15732060"/>
              <a:gd name="connsiteY2587" fmla="*/ 445431 h 8839200"/>
              <a:gd name="connsiteX2588" fmla="*/ 4613164 w 15732060"/>
              <a:gd name="connsiteY2588" fmla="*/ 219355 h 8839200"/>
              <a:gd name="connsiteX2589" fmla="*/ 4467202 w 15732060"/>
              <a:gd name="connsiteY2589" fmla="*/ 73393 h 8839200"/>
              <a:gd name="connsiteX2590" fmla="*/ 4465556 w 15732060"/>
              <a:gd name="connsiteY2590" fmla="*/ 48699 h 8839200"/>
              <a:gd name="connsiteX2591" fmla="*/ 4452386 w 15732060"/>
              <a:gd name="connsiteY2591" fmla="*/ 43350 h 8839200"/>
              <a:gd name="connsiteX2592" fmla="*/ 11888213 w 15732060"/>
              <a:gd name="connsiteY2592" fmla="*/ 29083 h 8839200"/>
              <a:gd name="connsiteX2593" fmla="*/ 11875043 w 15732060"/>
              <a:gd name="connsiteY2593" fmla="*/ 34433 h 8839200"/>
              <a:gd name="connsiteX2594" fmla="*/ 11873397 w 15732060"/>
              <a:gd name="connsiteY2594" fmla="*/ 59125 h 8839200"/>
              <a:gd name="connsiteX2595" fmla="*/ 11618239 w 15732060"/>
              <a:gd name="connsiteY2595" fmla="*/ 314285 h 8839200"/>
              <a:gd name="connsiteX2596" fmla="*/ 11617689 w 15732060"/>
              <a:gd name="connsiteY2596" fmla="*/ 314285 h 8839200"/>
              <a:gd name="connsiteX2597" fmla="*/ 11617689 w 15732060"/>
              <a:gd name="connsiteY2597" fmla="*/ 416897 h 8839200"/>
              <a:gd name="connsiteX2598" fmla="*/ 11462948 w 15732060"/>
              <a:gd name="connsiteY2598" fmla="*/ 571638 h 8839200"/>
              <a:gd name="connsiteX2599" fmla="*/ 11376249 w 15732060"/>
              <a:gd name="connsiteY2599" fmla="*/ 571638 h 8839200"/>
              <a:gd name="connsiteX2600" fmla="*/ 11279124 w 15732060"/>
              <a:gd name="connsiteY2600" fmla="*/ 668763 h 8839200"/>
              <a:gd name="connsiteX2601" fmla="*/ 11279671 w 15732060"/>
              <a:gd name="connsiteY2601" fmla="*/ 668215 h 8839200"/>
              <a:gd name="connsiteX2602" fmla="*/ 11254979 w 15732060"/>
              <a:gd name="connsiteY2602" fmla="*/ 669861 h 8839200"/>
              <a:gd name="connsiteX2603" fmla="*/ 11254979 w 15732060"/>
              <a:gd name="connsiteY2603" fmla="*/ 696200 h 8839200"/>
              <a:gd name="connsiteX2604" fmla="*/ 11281318 w 15732060"/>
              <a:gd name="connsiteY2604" fmla="*/ 696200 h 8839200"/>
              <a:gd name="connsiteX2605" fmla="*/ 11282965 w 15732060"/>
              <a:gd name="connsiteY2605" fmla="*/ 671507 h 8839200"/>
              <a:gd name="connsiteX2606" fmla="*/ 11378443 w 15732060"/>
              <a:gd name="connsiteY2606" fmla="*/ 576029 h 8839200"/>
              <a:gd name="connsiteX2607" fmla="*/ 11465142 w 15732060"/>
              <a:gd name="connsiteY2607" fmla="*/ 576029 h 8839200"/>
              <a:gd name="connsiteX2608" fmla="*/ 11622079 w 15732060"/>
              <a:gd name="connsiteY2608" fmla="*/ 419092 h 8839200"/>
              <a:gd name="connsiteX2609" fmla="*/ 11622628 w 15732060"/>
              <a:gd name="connsiteY2609" fmla="*/ 419092 h 8839200"/>
              <a:gd name="connsiteX2610" fmla="*/ 11622628 w 15732060"/>
              <a:gd name="connsiteY2610" fmla="*/ 316480 h 8839200"/>
              <a:gd name="connsiteX2611" fmla="*/ 11876689 w 15732060"/>
              <a:gd name="connsiteY2611" fmla="*/ 62418 h 8839200"/>
              <a:gd name="connsiteX2612" fmla="*/ 11901382 w 15732060"/>
              <a:gd name="connsiteY2612" fmla="*/ 60772 h 8839200"/>
              <a:gd name="connsiteX2613" fmla="*/ 11901382 w 15732060"/>
              <a:gd name="connsiteY2613" fmla="*/ 34433 h 8839200"/>
              <a:gd name="connsiteX2614" fmla="*/ 11888213 w 15732060"/>
              <a:gd name="connsiteY2614" fmla="*/ 29083 h 8839200"/>
              <a:gd name="connsiteX2615" fmla="*/ 14013990 w 15732060"/>
              <a:gd name="connsiteY2615" fmla="*/ 19754 h 8839200"/>
              <a:gd name="connsiteX2616" fmla="*/ 14000819 w 15732060"/>
              <a:gd name="connsiteY2616" fmla="*/ 25104 h 8839200"/>
              <a:gd name="connsiteX2617" fmla="*/ 13999173 w 15732060"/>
              <a:gd name="connsiteY2617" fmla="*/ 49797 h 8839200"/>
              <a:gd name="connsiteX2618" fmla="*/ 13179921 w 15732060"/>
              <a:gd name="connsiteY2618" fmla="*/ 869050 h 8839200"/>
              <a:gd name="connsiteX2619" fmla="*/ 12643813 w 15732060"/>
              <a:gd name="connsiteY2619" fmla="*/ 869050 h 8839200"/>
              <a:gd name="connsiteX2620" fmla="*/ 12374935 w 15732060"/>
              <a:gd name="connsiteY2620" fmla="*/ 1137927 h 8839200"/>
              <a:gd name="connsiteX2621" fmla="*/ 12374386 w 15732060"/>
              <a:gd name="connsiteY2621" fmla="*/ 1137927 h 8839200"/>
              <a:gd name="connsiteX2622" fmla="*/ 12374386 w 15732060"/>
              <a:gd name="connsiteY2622" fmla="*/ 1230662 h 8839200"/>
              <a:gd name="connsiteX2623" fmla="*/ 11985338 w 15732060"/>
              <a:gd name="connsiteY2623" fmla="*/ 1619711 h 8839200"/>
              <a:gd name="connsiteX2624" fmla="*/ 10850018 w 15732060"/>
              <a:gd name="connsiteY2624" fmla="*/ 1619711 h 8839200"/>
              <a:gd name="connsiteX2625" fmla="*/ 10752892 w 15732060"/>
              <a:gd name="connsiteY2625" fmla="*/ 1716836 h 8839200"/>
              <a:gd name="connsiteX2626" fmla="*/ 10728200 w 15732060"/>
              <a:gd name="connsiteY2626" fmla="*/ 1718482 h 8839200"/>
              <a:gd name="connsiteX2627" fmla="*/ 10728200 w 15732060"/>
              <a:gd name="connsiteY2627" fmla="*/ 1744821 h 8839200"/>
              <a:gd name="connsiteX2628" fmla="*/ 10754538 w 15732060"/>
              <a:gd name="connsiteY2628" fmla="*/ 1744821 h 8839200"/>
              <a:gd name="connsiteX2629" fmla="*/ 10756185 w 15732060"/>
              <a:gd name="connsiteY2629" fmla="*/ 1720128 h 8839200"/>
              <a:gd name="connsiteX2630" fmla="*/ 10851663 w 15732060"/>
              <a:gd name="connsiteY2630" fmla="*/ 1624649 h 8839200"/>
              <a:gd name="connsiteX2631" fmla="*/ 11986984 w 15732060"/>
              <a:gd name="connsiteY2631" fmla="*/ 1624649 h 8839200"/>
              <a:gd name="connsiteX2632" fmla="*/ 12378228 w 15732060"/>
              <a:gd name="connsiteY2632" fmla="*/ 1233405 h 8839200"/>
              <a:gd name="connsiteX2633" fmla="*/ 12378776 w 15732060"/>
              <a:gd name="connsiteY2633" fmla="*/ 1233405 h 8839200"/>
              <a:gd name="connsiteX2634" fmla="*/ 12378776 w 15732060"/>
              <a:gd name="connsiteY2634" fmla="*/ 1140671 h 8839200"/>
              <a:gd name="connsiteX2635" fmla="*/ 12645459 w 15732060"/>
              <a:gd name="connsiteY2635" fmla="*/ 873988 h 8839200"/>
              <a:gd name="connsiteX2636" fmla="*/ 13181567 w 15732060"/>
              <a:gd name="connsiteY2636" fmla="*/ 873988 h 8839200"/>
              <a:gd name="connsiteX2637" fmla="*/ 14002466 w 15732060"/>
              <a:gd name="connsiteY2637" fmla="*/ 53090 h 8839200"/>
              <a:gd name="connsiteX2638" fmla="*/ 14027159 w 15732060"/>
              <a:gd name="connsiteY2638" fmla="*/ 51443 h 8839200"/>
              <a:gd name="connsiteX2639" fmla="*/ 14027159 w 15732060"/>
              <a:gd name="connsiteY2639" fmla="*/ 25104 h 8839200"/>
              <a:gd name="connsiteX2640" fmla="*/ 14013990 w 15732060"/>
              <a:gd name="connsiteY2640" fmla="*/ 19754 h 8839200"/>
              <a:gd name="connsiteX2641" fmla="*/ 15502142 w 15732060"/>
              <a:gd name="connsiteY2641" fmla="*/ 0 h 8839200"/>
              <a:gd name="connsiteX2642" fmla="*/ 15488973 w 15732060"/>
              <a:gd name="connsiteY2642" fmla="*/ 5350 h 8839200"/>
              <a:gd name="connsiteX2643" fmla="*/ 15487326 w 15732060"/>
              <a:gd name="connsiteY2643" fmla="*/ 30043 h 8839200"/>
              <a:gd name="connsiteX2644" fmla="*/ 15189365 w 15732060"/>
              <a:gd name="connsiteY2644" fmla="*/ 328003 h 8839200"/>
              <a:gd name="connsiteX2645" fmla="*/ 14634602 w 15732060"/>
              <a:gd name="connsiteY2645" fmla="*/ 328003 h 8839200"/>
              <a:gd name="connsiteX2646" fmla="*/ 13882293 w 15732060"/>
              <a:gd name="connsiteY2646" fmla="*/ 1080311 h 8839200"/>
              <a:gd name="connsiteX2647" fmla="*/ 12793067 w 15732060"/>
              <a:gd name="connsiteY2647" fmla="*/ 1080311 h 8839200"/>
              <a:gd name="connsiteX2648" fmla="*/ 12792519 w 15732060"/>
              <a:gd name="connsiteY2648" fmla="*/ 1080859 h 8839200"/>
              <a:gd name="connsiteX2649" fmla="*/ 12773861 w 15732060"/>
              <a:gd name="connsiteY2649" fmla="*/ 1064397 h 8839200"/>
              <a:gd name="connsiteX2650" fmla="*/ 12755204 w 15732060"/>
              <a:gd name="connsiteY2650" fmla="*/ 1083053 h 8839200"/>
              <a:gd name="connsiteX2651" fmla="*/ 12773861 w 15732060"/>
              <a:gd name="connsiteY2651" fmla="*/ 1101710 h 8839200"/>
              <a:gd name="connsiteX2652" fmla="*/ 12792519 w 15732060"/>
              <a:gd name="connsiteY2652" fmla="*/ 1085249 h 8839200"/>
              <a:gd name="connsiteX2653" fmla="*/ 13883940 w 15732060"/>
              <a:gd name="connsiteY2653" fmla="*/ 1085249 h 8839200"/>
              <a:gd name="connsiteX2654" fmla="*/ 14636248 w 15732060"/>
              <a:gd name="connsiteY2654" fmla="*/ 332941 h 8839200"/>
              <a:gd name="connsiteX2655" fmla="*/ 15191012 w 15732060"/>
              <a:gd name="connsiteY2655" fmla="*/ 332941 h 8839200"/>
              <a:gd name="connsiteX2656" fmla="*/ 15490618 w 15732060"/>
              <a:gd name="connsiteY2656" fmla="*/ 33335 h 8839200"/>
              <a:gd name="connsiteX2657" fmla="*/ 15515312 w 15732060"/>
              <a:gd name="connsiteY2657" fmla="*/ 31689 h 8839200"/>
              <a:gd name="connsiteX2658" fmla="*/ 15515312 w 15732060"/>
              <a:gd name="connsiteY2658" fmla="*/ 5350 h 8839200"/>
              <a:gd name="connsiteX2659" fmla="*/ 15502142 w 15732060"/>
              <a:gd name="connsiteY2659" fmla="*/ 0 h 883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</a:cxnLst>
            <a:rect l="l" t="t" r="r" b="b"/>
            <a:pathLst>
              <a:path w="15732060" h="8839200">
                <a:moveTo>
                  <a:pt x="10986103" y="8468534"/>
                </a:moveTo>
                <a:cubicBezTo>
                  <a:pt x="10981301" y="8468534"/>
                  <a:pt x="10976500" y="8470318"/>
                  <a:pt x="10972932" y="8473884"/>
                </a:cubicBezTo>
                <a:cubicBezTo>
                  <a:pt x="10965799" y="8481018"/>
                  <a:pt x="10965799" y="8493090"/>
                  <a:pt x="10972932" y="8500223"/>
                </a:cubicBezTo>
                <a:cubicBezTo>
                  <a:pt x="10979517" y="8506808"/>
                  <a:pt x="10989943" y="8507357"/>
                  <a:pt x="10997626" y="8501870"/>
                </a:cubicBezTo>
                <a:lnTo>
                  <a:pt x="11103530" y="8607774"/>
                </a:lnTo>
                <a:lnTo>
                  <a:pt x="11103530" y="8765808"/>
                </a:lnTo>
                <a:cubicBezTo>
                  <a:pt x="11094202" y="8766906"/>
                  <a:pt x="11087069" y="8774588"/>
                  <a:pt x="11087069" y="8784465"/>
                </a:cubicBezTo>
                <a:cubicBezTo>
                  <a:pt x="11087069" y="8794342"/>
                  <a:pt x="11095299" y="8803121"/>
                  <a:pt x="11105724" y="8803121"/>
                </a:cubicBezTo>
                <a:cubicBezTo>
                  <a:pt x="11116151" y="8803121"/>
                  <a:pt x="11124382" y="8794890"/>
                  <a:pt x="11124382" y="8784465"/>
                </a:cubicBezTo>
                <a:cubicBezTo>
                  <a:pt x="11124382" y="8779252"/>
                  <a:pt x="11122599" y="8774863"/>
                  <a:pt x="11119649" y="8771639"/>
                </a:cubicBezTo>
                <a:lnTo>
                  <a:pt x="11108468" y="8766081"/>
                </a:lnTo>
                <a:lnTo>
                  <a:pt x="11108468" y="8766357"/>
                </a:lnTo>
                <a:lnTo>
                  <a:pt x="11107920" y="8765808"/>
                </a:lnTo>
                <a:lnTo>
                  <a:pt x="11108468" y="8766081"/>
                </a:lnTo>
                <a:lnTo>
                  <a:pt x="11108468" y="8606128"/>
                </a:lnTo>
                <a:lnTo>
                  <a:pt x="11000918" y="8498577"/>
                </a:lnTo>
                <a:cubicBezTo>
                  <a:pt x="11006405" y="8491444"/>
                  <a:pt x="11005856" y="8480469"/>
                  <a:pt x="10999272" y="8473884"/>
                </a:cubicBezTo>
                <a:cubicBezTo>
                  <a:pt x="10995706" y="8470318"/>
                  <a:pt x="10990904" y="8468534"/>
                  <a:pt x="10986103" y="8468534"/>
                </a:cubicBezTo>
                <a:close/>
                <a:moveTo>
                  <a:pt x="8224898" y="8413113"/>
                </a:moveTo>
                <a:cubicBezTo>
                  <a:pt x="8220097" y="8413113"/>
                  <a:pt x="8215295" y="8414896"/>
                  <a:pt x="8211729" y="8418462"/>
                </a:cubicBezTo>
                <a:cubicBezTo>
                  <a:pt x="8204595" y="8425596"/>
                  <a:pt x="8204595" y="8437668"/>
                  <a:pt x="8211729" y="8444801"/>
                </a:cubicBezTo>
                <a:cubicBezTo>
                  <a:pt x="8218313" y="8451386"/>
                  <a:pt x="8228739" y="8451935"/>
                  <a:pt x="8236421" y="8446447"/>
                </a:cubicBezTo>
                <a:lnTo>
                  <a:pt x="8332998" y="8543025"/>
                </a:lnTo>
                <a:lnTo>
                  <a:pt x="8332998" y="8766906"/>
                </a:lnTo>
                <a:cubicBezTo>
                  <a:pt x="8323669" y="8768004"/>
                  <a:pt x="8316536" y="8775685"/>
                  <a:pt x="8316536" y="8785562"/>
                </a:cubicBezTo>
                <a:cubicBezTo>
                  <a:pt x="8316536" y="8795440"/>
                  <a:pt x="8324767" y="8804219"/>
                  <a:pt x="8335193" y="8804219"/>
                </a:cubicBezTo>
                <a:cubicBezTo>
                  <a:pt x="8345618" y="8804219"/>
                  <a:pt x="8353849" y="8795989"/>
                  <a:pt x="8353849" y="8785562"/>
                </a:cubicBezTo>
                <a:cubicBezTo>
                  <a:pt x="8353849" y="8775136"/>
                  <a:pt x="8346716" y="8768004"/>
                  <a:pt x="8337388" y="8766906"/>
                </a:cubicBezTo>
                <a:lnTo>
                  <a:pt x="8337388" y="8766357"/>
                </a:lnTo>
                <a:lnTo>
                  <a:pt x="8337388" y="8540829"/>
                </a:lnTo>
                <a:lnTo>
                  <a:pt x="8239714" y="8443156"/>
                </a:lnTo>
                <a:cubicBezTo>
                  <a:pt x="8245202" y="8436022"/>
                  <a:pt x="8244653" y="8425047"/>
                  <a:pt x="8238067" y="8418462"/>
                </a:cubicBezTo>
                <a:cubicBezTo>
                  <a:pt x="8234500" y="8414896"/>
                  <a:pt x="8229699" y="8413113"/>
                  <a:pt x="8224898" y="8413113"/>
                </a:cubicBezTo>
                <a:close/>
                <a:moveTo>
                  <a:pt x="3962920" y="8307757"/>
                </a:moveTo>
                <a:cubicBezTo>
                  <a:pt x="3958119" y="8307757"/>
                  <a:pt x="3953317" y="8309540"/>
                  <a:pt x="3949750" y="8313107"/>
                </a:cubicBezTo>
                <a:cubicBezTo>
                  <a:pt x="3943166" y="8319692"/>
                  <a:pt x="3942617" y="8330118"/>
                  <a:pt x="3948105" y="8337800"/>
                </a:cubicBezTo>
                <a:lnTo>
                  <a:pt x="3837261" y="8448642"/>
                </a:lnTo>
                <a:lnTo>
                  <a:pt x="3672642" y="8448642"/>
                </a:lnTo>
                <a:lnTo>
                  <a:pt x="3363708" y="8757578"/>
                </a:lnTo>
                <a:cubicBezTo>
                  <a:pt x="3356574" y="8752090"/>
                  <a:pt x="3345600" y="8752638"/>
                  <a:pt x="3339016" y="8759223"/>
                </a:cubicBezTo>
                <a:cubicBezTo>
                  <a:pt x="3331882" y="8766357"/>
                  <a:pt x="3331882" y="8778429"/>
                  <a:pt x="3339016" y="8785562"/>
                </a:cubicBezTo>
                <a:cubicBezTo>
                  <a:pt x="3346149" y="8792696"/>
                  <a:pt x="3358221" y="8792696"/>
                  <a:pt x="3365354" y="8785562"/>
                </a:cubicBezTo>
                <a:cubicBezTo>
                  <a:pt x="3371938" y="8778977"/>
                  <a:pt x="3372488" y="8768552"/>
                  <a:pt x="3367000" y="8760869"/>
                </a:cubicBezTo>
                <a:lnTo>
                  <a:pt x="3674289" y="8453582"/>
                </a:lnTo>
                <a:lnTo>
                  <a:pt x="3838908" y="8453582"/>
                </a:lnTo>
                <a:lnTo>
                  <a:pt x="3951397" y="8341092"/>
                </a:lnTo>
                <a:cubicBezTo>
                  <a:pt x="3958530" y="8346579"/>
                  <a:pt x="3969504" y="8346031"/>
                  <a:pt x="3976090" y="8339446"/>
                </a:cubicBezTo>
                <a:cubicBezTo>
                  <a:pt x="3983223" y="8332313"/>
                  <a:pt x="3983223" y="8320240"/>
                  <a:pt x="3976090" y="8313107"/>
                </a:cubicBezTo>
                <a:cubicBezTo>
                  <a:pt x="3972523" y="8309540"/>
                  <a:pt x="3967722" y="8307757"/>
                  <a:pt x="3962920" y="8307757"/>
                </a:cubicBezTo>
                <a:close/>
                <a:moveTo>
                  <a:pt x="9268031" y="8282516"/>
                </a:moveTo>
                <a:cubicBezTo>
                  <a:pt x="9263230" y="8282516"/>
                  <a:pt x="9258428" y="8284299"/>
                  <a:pt x="9254862" y="8287866"/>
                </a:cubicBezTo>
                <a:cubicBezTo>
                  <a:pt x="9247729" y="8294998"/>
                  <a:pt x="9247729" y="8307071"/>
                  <a:pt x="9254862" y="8314204"/>
                </a:cubicBezTo>
                <a:cubicBezTo>
                  <a:pt x="9261446" y="8320790"/>
                  <a:pt x="9271873" y="8321338"/>
                  <a:pt x="9279556" y="8315851"/>
                </a:cubicBezTo>
                <a:lnTo>
                  <a:pt x="9328941" y="8365236"/>
                </a:lnTo>
                <a:lnTo>
                  <a:pt x="9328941" y="8753736"/>
                </a:lnTo>
                <a:cubicBezTo>
                  <a:pt x="9319612" y="8754834"/>
                  <a:pt x="9312479" y="8762516"/>
                  <a:pt x="9312479" y="8772392"/>
                </a:cubicBezTo>
                <a:cubicBezTo>
                  <a:pt x="9312479" y="8782270"/>
                  <a:pt x="9320709" y="8791049"/>
                  <a:pt x="9331135" y="8791049"/>
                </a:cubicBezTo>
                <a:cubicBezTo>
                  <a:pt x="9341562" y="8791049"/>
                  <a:pt x="9349792" y="8782819"/>
                  <a:pt x="9349792" y="8772392"/>
                </a:cubicBezTo>
                <a:cubicBezTo>
                  <a:pt x="9349792" y="8761966"/>
                  <a:pt x="9342659" y="8754834"/>
                  <a:pt x="9333330" y="8753736"/>
                </a:cubicBezTo>
                <a:lnTo>
                  <a:pt x="9333330" y="8363042"/>
                </a:lnTo>
                <a:lnTo>
                  <a:pt x="9282847" y="8312558"/>
                </a:lnTo>
                <a:cubicBezTo>
                  <a:pt x="9288335" y="8305425"/>
                  <a:pt x="9287786" y="8294450"/>
                  <a:pt x="9281201" y="8287866"/>
                </a:cubicBezTo>
                <a:cubicBezTo>
                  <a:pt x="9277634" y="8284299"/>
                  <a:pt x="9272833" y="8282516"/>
                  <a:pt x="9268031" y="8282516"/>
                </a:cubicBezTo>
                <a:close/>
                <a:moveTo>
                  <a:pt x="13399413" y="8163990"/>
                </a:moveTo>
                <a:cubicBezTo>
                  <a:pt x="13394611" y="8163990"/>
                  <a:pt x="13389810" y="8165773"/>
                  <a:pt x="13386243" y="8169340"/>
                </a:cubicBezTo>
                <a:cubicBezTo>
                  <a:pt x="13379109" y="8176473"/>
                  <a:pt x="13379109" y="8188545"/>
                  <a:pt x="13386243" y="8195679"/>
                </a:cubicBezTo>
                <a:cubicBezTo>
                  <a:pt x="13392828" y="8202264"/>
                  <a:pt x="13403253" y="8202812"/>
                  <a:pt x="13410936" y="8197326"/>
                </a:cubicBezTo>
                <a:lnTo>
                  <a:pt x="13824129" y="8610517"/>
                </a:lnTo>
                <a:lnTo>
                  <a:pt x="13824677" y="8610517"/>
                </a:lnTo>
                <a:cubicBezTo>
                  <a:pt x="13824677" y="8611066"/>
                  <a:pt x="14476568" y="8611066"/>
                  <a:pt x="14476568" y="8611066"/>
                </a:cubicBezTo>
                <a:lnTo>
                  <a:pt x="14643380" y="8777880"/>
                </a:lnTo>
                <a:cubicBezTo>
                  <a:pt x="14637893" y="8785014"/>
                  <a:pt x="14638443" y="8795989"/>
                  <a:pt x="14645027" y="8802573"/>
                </a:cubicBezTo>
                <a:cubicBezTo>
                  <a:pt x="14652160" y="8809706"/>
                  <a:pt x="14664232" y="8809706"/>
                  <a:pt x="14671366" y="8802573"/>
                </a:cubicBezTo>
                <a:cubicBezTo>
                  <a:pt x="14678500" y="8795440"/>
                  <a:pt x="14678500" y="8783367"/>
                  <a:pt x="14671366" y="8776235"/>
                </a:cubicBezTo>
                <a:cubicBezTo>
                  <a:pt x="14664782" y="8769650"/>
                  <a:pt x="14654355" y="8769101"/>
                  <a:pt x="14646673" y="8774588"/>
                </a:cubicBezTo>
                <a:lnTo>
                  <a:pt x="14479311" y="8607225"/>
                </a:lnTo>
                <a:lnTo>
                  <a:pt x="14478762" y="8607225"/>
                </a:lnTo>
                <a:cubicBezTo>
                  <a:pt x="14478762" y="8606676"/>
                  <a:pt x="13826872" y="8606676"/>
                  <a:pt x="13826872" y="8606676"/>
                </a:cubicBezTo>
                <a:lnTo>
                  <a:pt x="13414228" y="8194032"/>
                </a:lnTo>
                <a:cubicBezTo>
                  <a:pt x="13419715" y="8186900"/>
                  <a:pt x="13419167" y="8175925"/>
                  <a:pt x="13412582" y="8169340"/>
                </a:cubicBezTo>
                <a:cubicBezTo>
                  <a:pt x="13409015" y="8165773"/>
                  <a:pt x="13404214" y="8163990"/>
                  <a:pt x="13399413" y="8163990"/>
                </a:cubicBezTo>
                <a:close/>
                <a:moveTo>
                  <a:pt x="8317084" y="8068511"/>
                </a:moveTo>
                <a:cubicBezTo>
                  <a:pt x="8312282" y="8068511"/>
                  <a:pt x="8307481" y="8070295"/>
                  <a:pt x="8303915" y="8073861"/>
                </a:cubicBezTo>
                <a:cubicBezTo>
                  <a:pt x="8296782" y="8080994"/>
                  <a:pt x="8296782" y="8093067"/>
                  <a:pt x="8303915" y="8100200"/>
                </a:cubicBezTo>
                <a:cubicBezTo>
                  <a:pt x="8310500" y="8106785"/>
                  <a:pt x="8320925" y="8107334"/>
                  <a:pt x="8328608" y="8101846"/>
                </a:cubicBezTo>
                <a:lnTo>
                  <a:pt x="8425733" y="8198971"/>
                </a:lnTo>
                <a:lnTo>
                  <a:pt x="8426282" y="8198971"/>
                </a:lnTo>
                <a:cubicBezTo>
                  <a:pt x="8426282" y="8199520"/>
                  <a:pt x="8649614" y="8199520"/>
                  <a:pt x="8649614" y="8199520"/>
                </a:cubicBezTo>
                <a:lnTo>
                  <a:pt x="8891603" y="8441510"/>
                </a:lnTo>
                <a:lnTo>
                  <a:pt x="8891603" y="8753187"/>
                </a:lnTo>
                <a:cubicBezTo>
                  <a:pt x="8882275" y="8754285"/>
                  <a:pt x="8875142" y="8761966"/>
                  <a:pt x="8875142" y="8771844"/>
                </a:cubicBezTo>
                <a:cubicBezTo>
                  <a:pt x="8875142" y="8781721"/>
                  <a:pt x="8883373" y="8790501"/>
                  <a:pt x="8893799" y="8790501"/>
                </a:cubicBezTo>
                <a:cubicBezTo>
                  <a:pt x="8904225" y="8790501"/>
                  <a:pt x="8912456" y="8782270"/>
                  <a:pt x="8912456" y="8771844"/>
                </a:cubicBezTo>
                <a:cubicBezTo>
                  <a:pt x="8912456" y="8766631"/>
                  <a:pt x="8910672" y="8762242"/>
                  <a:pt x="8907723" y="8759018"/>
                </a:cubicBezTo>
                <a:lnTo>
                  <a:pt x="8896542" y="8753460"/>
                </a:lnTo>
                <a:lnTo>
                  <a:pt x="8896542" y="8753736"/>
                </a:lnTo>
                <a:lnTo>
                  <a:pt x="8895993" y="8753187"/>
                </a:lnTo>
                <a:lnTo>
                  <a:pt x="8896542" y="8753460"/>
                </a:lnTo>
                <a:lnTo>
                  <a:pt x="8896542" y="8439863"/>
                </a:lnTo>
                <a:lnTo>
                  <a:pt x="8652358" y="8195679"/>
                </a:lnTo>
                <a:lnTo>
                  <a:pt x="8651810" y="8195679"/>
                </a:lnTo>
                <a:cubicBezTo>
                  <a:pt x="8651810" y="8195130"/>
                  <a:pt x="8428477" y="8195130"/>
                  <a:pt x="8428477" y="8195130"/>
                </a:cubicBezTo>
                <a:lnTo>
                  <a:pt x="8331900" y="8098555"/>
                </a:lnTo>
                <a:cubicBezTo>
                  <a:pt x="8337388" y="8091420"/>
                  <a:pt x="8336839" y="8080445"/>
                  <a:pt x="8330254" y="8073861"/>
                </a:cubicBezTo>
                <a:cubicBezTo>
                  <a:pt x="8326687" y="8070295"/>
                  <a:pt x="8321885" y="8068511"/>
                  <a:pt x="8317084" y="8068511"/>
                </a:cubicBezTo>
                <a:close/>
                <a:moveTo>
                  <a:pt x="903206" y="7993746"/>
                </a:moveTo>
                <a:cubicBezTo>
                  <a:pt x="892782" y="7993746"/>
                  <a:pt x="885648" y="8000881"/>
                  <a:pt x="884550" y="8010209"/>
                </a:cubicBezTo>
                <a:lnTo>
                  <a:pt x="260646" y="8010209"/>
                </a:lnTo>
                <a:lnTo>
                  <a:pt x="133340" y="8137514"/>
                </a:lnTo>
                <a:cubicBezTo>
                  <a:pt x="126208" y="8132026"/>
                  <a:pt x="115232" y="8132575"/>
                  <a:pt x="108648" y="8139160"/>
                </a:cubicBezTo>
                <a:cubicBezTo>
                  <a:pt x="102062" y="8145745"/>
                  <a:pt x="101514" y="8158365"/>
                  <a:pt x="108648" y="8165499"/>
                </a:cubicBezTo>
                <a:cubicBezTo>
                  <a:pt x="115780" y="8172632"/>
                  <a:pt x="127852" y="8172632"/>
                  <a:pt x="134986" y="8165499"/>
                </a:cubicBezTo>
                <a:cubicBezTo>
                  <a:pt x="141572" y="8158915"/>
                  <a:pt x="142120" y="8148489"/>
                  <a:pt x="136634" y="8140807"/>
                </a:cubicBezTo>
                <a:lnTo>
                  <a:pt x="262840" y="8014598"/>
                </a:lnTo>
                <a:lnTo>
                  <a:pt x="884550" y="8014598"/>
                </a:lnTo>
                <a:cubicBezTo>
                  <a:pt x="885648" y="8023926"/>
                  <a:pt x="893330" y="8031060"/>
                  <a:pt x="903206" y="8031060"/>
                </a:cubicBezTo>
                <a:cubicBezTo>
                  <a:pt x="913084" y="8031060"/>
                  <a:pt x="921864" y="8022829"/>
                  <a:pt x="921864" y="8012403"/>
                </a:cubicBezTo>
                <a:cubicBezTo>
                  <a:pt x="921864" y="8001978"/>
                  <a:pt x="913632" y="7993746"/>
                  <a:pt x="903206" y="7993746"/>
                </a:cubicBezTo>
                <a:close/>
                <a:moveTo>
                  <a:pt x="4129185" y="7974541"/>
                </a:moveTo>
                <a:cubicBezTo>
                  <a:pt x="4118759" y="7974541"/>
                  <a:pt x="4110528" y="7982772"/>
                  <a:pt x="4110528" y="7993198"/>
                </a:cubicBezTo>
                <a:cubicBezTo>
                  <a:pt x="4110528" y="8003624"/>
                  <a:pt x="4117662" y="8010757"/>
                  <a:pt x="4126990" y="8011855"/>
                </a:cubicBezTo>
                <a:lnTo>
                  <a:pt x="4126990" y="8401452"/>
                </a:lnTo>
                <a:lnTo>
                  <a:pt x="3920119" y="8608323"/>
                </a:lnTo>
                <a:lnTo>
                  <a:pt x="3804337" y="8608323"/>
                </a:lnTo>
                <a:lnTo>
                  <a:pt x="3646852" y="8765808"/>
                </a:lnTo>
                <a:cubicBezTo>
                  <a:pt x="3639719" y="8760321"/>
                  <a:pt x="3628744" y="8760869"/>
                  <a:pt x="3622159" y="8767454"/>
                </a:cubicBezTo>
                <a:cubicBezTo>
                  <a:pt x="3615026" y="8774588"/>
                  <a:pt x="3615026" y="8786660"/>
                  <a:pt x="3622159" y="8793793"/>
                </a:cubicBezTo>
                <a:cubicBezTo>
                  <a:pt x="3629293" y="8800927"/>
                  <a:pt x="3641365" y="8800927"/>
                  <a:pt x="3648498" y="8793793"/>
                </a:cubicBezTo>
                <a:cubicBezTo>
                  <a:pt x="3655083" y="8787209"/>
                  <a:pt x="3655632" y="8776783"/>
                  <a:pt x="3650144" y="8769101"/>
                </a:cubicBezTo>
                <a:lnTo>
                  <a:pt x="3805984" y="8613261"/>
                </a:lnTo>
                <a:lnTo>
                  <a:pt x="3921766" y="8613261"/>
                </a:lnTo>
                <a:lnTo>
                  <a:pt x="4131380" y="8403648"/>
                </a:lnTo>
                <a:lnTo>
                  <a:pt x="4131380" y="8011855"/>
                </a:lnTo>
                <a:cubicBezTo>
                  <a:pt x="4140708" y="8010757"/>
                  <a:pt x="4147842" y="8003075"/>
                  <a:pt x="4147842" y="7993198"/>
                </a:cubicBezTo>
                <a:cubicBezTo>
                  <a:pt x="4147842" y="7983321"/>
                  <a:pt x="4139611" y="7974541"/>
                  <a:pt x="4129185" y="7974541"/>
                </a:cubicBezTo>
                <a:close/>
                <a:moveTo>
                  <a:pt x="9336828" y="7947997"/>
                </a:moveTo>
                <a:cubicBezTo>
                  <a:pt x="9331958" y="7947928"/>
                  <a:pt x="9327020" y="7949574"/>
                  <a:pt x="9323453" y="7953141"/>
                </a:cubicBezTo>
                <a:cubicBezTo>
                  <a:pt x="9316320" y="7960275"/>
                  <a:pt x="9316320" y="7972347"/>
                  <a:pt x="9323453" y="7979480"/>
                </a:cubicBezTo>
                <a:cubicBezTo>
                  <a:pt x="9330038" y="7986065"/>
                  <a:pt x="9340464" y="7986614"/>
                  <a:pt x="9348147" y="7981126"/>
                </a:cubicBezTo>
                <a:lnTo>
                  <a:pt x="9667506" y="8300486"/>
                </a:lnTo>
                <a:lnTo>
                  <a:pt x="9667506" y="8759772"/>
                </a:lnTo>
                <a:cubicBezTo>
                  <a:pt x="9658178" y="8760869"/>
                  <a:pt x="9651044" y="8768552"/>
                  <a:pt x="9651044" y="8778429"/>
                </a:cubicBezTo>
                <a:cubicBezTo>
                  <a:pt x="9651044" y="8788306"/>
                  <a:pt x="9659275" y="8797086"/>
                  <a:pt x="9669701" y="8797086"/>
                </a:cubicBezTo>
                <a:cubicBezTo>
                  <a:pt x="9680127" y="8797086"/>
                  <a:pt x="9688358" y="8788855"/>
                  <a:pt x="9688358" y="8778429"/>
                </a:cubicBezTo>
                <a:cubicBezTo>
                  <a:pt x="9688358" y="8773217"/>
                  <a:pt x="9686575" y="8768827"/>
                  <a:pt x="9683626" y="8765603"/>
                </a:cubicBezTo>
                <a:lnTo>
                  <a:pt x="9672445" y="8760045"/>
                </a:lnTo>
                <a:lnTo>
                  <a:pt x="9672445" y="8760321"/>
                </a:lnTo>
                <a:lnTo>
                  <a:pt x="9671897" y="8759772"/>
                </a:lnTo>
                <a:lnTo>
                  <a:pt x="9672445" y="8760045"/>
                </a:lnTo>
                <a:lnTo>
                  <a:pt x="9672445" y="8298840"/>
                </a:lnTo>
                <a:lnTo>
                  <a:pt x="9351439" y="7977834"/>
                </a:lnTo>
                <a:cubicBezTo>
                  <a:pt x="9356926" y="7970701"/>
                  <a:pt x="9356377" y="7959726"/>
                  <a:pt x="9349792" y="7953141"/>
                </a:cubicBezTo>
                <a:cubicBezTo>
                  <a:pt x="9346499" y="7949849"/>
                  <a:pt x="9341698" y="7948065"/>
                  <a:pt x="9336828" y="7947997"/>
                </a:cubicBezTo>
                <a:close/>
                <a:moveTo>
                  <a:pt x="7968642" y="7870832"/>
                </a:moveTo>
                <a:cubicBezTo>
                  <a:pt x="7958216" y="7870832"/>
                  <a:pt x="7949984" y="7879062"/>
                  <a:pt x="7949984" y="7889488"/>
                </a:cubicBezTo>
                <a:cubicBezTo>
                  <a:pt x="7949984" y="7899915"/>
                  <a:pt x="7957118" y="7907048"/>
                  <a:pt x="7966447" y="7908145"/>
                </a:cubicBezTo>
                <a:lnTo>
                  <a:pt x="7966447" y="8525465"/>
                </a:lnTo>
                <a:cubicBezTo>
                  <a:pt x="7957118" y="8526562"/>
                  <a:pt x="7949984" y="8534244"/>
                  <a:pt x="7949984" y="8544122"/>
                </a:cubicBezTo>
                <a:cubicBezTo>
                  <a:pt x="7949984" y="8553999"/>
                  <a:pt x="7958216" y="8562779"/>
                  <a:pt x="7968642" y="8562779"/>
                </a:cubicBezTo>
                <a:cubicBezTo>
                  <a:pt x="7979068" y="8562779"/>
                  <a:pt x="7987298" y="8554548"/>
                  <a:pt x="7987298" y="8544122"/>
                </a:cubicBezTo>
                <a:cubicBezTo>
                  <a:pt x="7987298" y="8533696"/>
                  <a:pt x="7980165" y="8526562"/>
                  <a:pt x="7970837" y="8525465"/>
                </a:cubicBezTo>
                <a:lnTo>
                  <a:pt x="7970837" y="7908145"/>
                </a:lnTo>
                <a:cubicBezTo>
                  <a:pt x="7980165" y="7907048"/>
                  <a:pt x="7987298" y="7899366"/>
                  <a:pt x="7987298" y="7889488"/>
                </a:cubicBezTo>
                <a:cubicBezTo>
                  <a:pt x="7987298" y="7879062"/>
                  <a:pt x="7979068" y="7870832"/>
                  <a:pt x="7968642" y="7870832"/>
                </a:cubicBezTo>
                <a:close/>
                <a:moveTo>
                  <a:pt x="4137965" y="7810060"/>
                </a:moveTo>
                <a:cubicBezTo>
                  <a:pt x="4133164" y="7810060"/>
                  <a:pt x="4128362" y="7811843"/>
                  <a:pt x="4124796" y="7815410"/>
                </a:cubicBezTo>
                <a:cubicBezTo>
                  <a:pt x="4118210" y="7821995"/>
                  <a:pt x="4117662" y="7832421"/>
                  <a:pt x="4123149" y="7840103"/>
                </a:cubicBezTo>
                <a:lnTo>
                  <a:pt x="4026024" y="7937228"/>
                </a:lnTo>
                <a:lnTo>
                  <a:pt x="4026024" y="8023926"/>
                </a:lnTo>
                <a:lnTo>
                  <a:pt x="3871282" y="8178669"/>
                </a:lnTo>
                <a:lnTo>
                  <a:pt x="3769218" y="8178669"/>
                </a:lnTo>
                <a:lnTo>
                  <a:pt x="3176592" y="8771295"/>
                </a:lnTo>
                <a:cubicBezTo>
                  <a:pt x="3169458" y="8765808"/>
                  <a:pt x="3158484" y="8766357"/>
                  <a:pt x="3151898" y="8772941"/>
                </a:cubicBezTo>
                <a:cubicBezTo>
                  <a:pt x="3144765" y="8780075"/>
                  <a:pt x="3144765" y="8792146"/>
                  <a:pt x="3151898" y="8799281"/>
                </a:cubicBezTo>
                <a:cubicBezTo>
                  <a:pt x="3159032" y="8806415"/>
                  <a:pt x="3171104" y="8806415"/>
                  <a:pt x="3178238" y="8799281"/>
                </a:cubicBezTo>
                <a:cubicBezTo>
                  <a:pt x="3185371" y="8792146"/>
                  <a:pt x="3185371" y="8782270"/>
                  <a:pt x="3179883" y="8774588"/>
                </a:cubicBezTo>
                <a:lnTo>
                  <a:pt x="3770865" y="8183607"/>
                </a:lnTo>
                <a:lnTo>
                  <a:pt x="3771414" y="8183058"/>
                </a:lnTo>
                <a:lnTo>
                  <a:pt x="3873478" y="8183058"/>
                </a:lnTo>
                <a:lnTo>
                  <a:pt x="4030963" y="8025573"/>
                </a:lnTo>
                <a:lnTo>
                  <a:pt x="4030963" y="7938874"/>
                </a:lnTo>
                <a:lnTo>
                  <a:pt x="4126441" y="7843396"/>
                </a:lnTo>
                <a:cubicBezTo>
                  <a:pt x="4133575" y="7848882"/>
                  <a:pt x="4144550" y="7848334"/>
                  <a:pt x="4151134" y="7841749"/>
                </a:cubicBezTo>
                <a:cubicBezTo>
                  <a:pt x="4158267" y="7834615"/>
                  <a:pt x="4158267" y="7822543"/>
                  <a:pt x="4151134" y="7815410"/>
                </a:cubicBezTo>
                <a:cubicBezTo>
                  <a:pt x="4147567" y="7811843"/>
                  <a:pt x="4142766" y="7810060"/>
                  <a:pt x="4137965" y="7810060"/>
                </a:cubicBezTo>
                <a:close/>
                <a:moveTo>
                  <a:pt x="6214904" y="7796754"/>
                </a:moveTo>
                <a:cubicBezTo>
                  <a:pt x="6204478" y="7796754"/>
                  <a:pt x="6196247" y="7804985"/>
                  <a:pt x="6196247" y="7815410"/>
                </a:cubicBezTo>
                <a:cubicBezTo>
                  <a:pt x="6196247" y="7825836"/>
                  <a:pt x="6203380" y="7832969"/>
                  <a:pt x="6212710" y="7834067"/>
                </a:cubicBezTo>
                <a:lnTo>
                  <a:pt x="6212710" y="8451386"/>
                </a:lnTo>
                <a:cubicBezTo>
                  <a:pt x="6203380" y="8452484"/>
                  <a:pt x="6196247" y="8460166"/>
                  <a:pt x="6196247" y="8470043"/>
                </a:cubicBezTo>
                <a:cubicBezTo>
                  <a:pt x="6196247" y="8479921"/>
                  <a:pt x="6204478" y="8488700"/>
                  <a:pt x="6214904" y="8488700"/>
                </a:cubicBezTo>
                <a:cubicBezTo>
                  <a:pt x="6225330" y="8488700"/>
                  <a:pt x="6233560" y="8480469"/>
                  <a:pt x="6233560" y="8470043"/>
                </a:cubicBezTo>
                <a:cubicBezTo>
                  <a:pt x="6233560" y="8459617"/>
                  <a:pt x="6226427" y="8452484"/>
                  <a:pt x="6217099" y="8451386"/>
                </a:cubicBezTo>
                <a:lnTo>
                  <a:pt x="6217099" y="7834067"/>
                </a:lnTo>
                <a:cubicBezTo>
                  <a:pt x="6226427" y="7832969"/>
                  <a:pt x="6233560" y="7825287"/>
                  <a:pt x="6233560" y="7815410"/>
                </a:cubicBezTo>
                <a:cubicBezTo>
                  <a:pt x="6233560" y="7804985"/>
                  <a:pt x="6225330" y="7796754"/>
                  <a:pt x="6214904" y="7796754"/>
                </a:cubicBezTo>
                <a:close/>
                <a:moveTo>
                  <a:pt x="2332097" y="7787974"/>
                </a:moveTo>
                <a:cubicBezTo>
                  <a:pt x="2321671" y="7787974"/>
                  <a:pt x="2314539" y="7795107"/>
                  <a:pt x="2313440" y="7804435"/>
                </a:cubicBezTo>
                <a:lnTo>
                  <a:pt x="1924392" y="7804435"/>
                </a:lnTo>
                <a:lnTo>
                  <a:pt x="1688987" y="8039840"/>
                </a:lnTo>
                <a:lnTo>
                  <a:pt x="1327375" y="8039840"/>
                </a:lnTo>
                <a:lnTo>
                  <a:pt x="596468" y="8770747"/>
                </a:lnTo>
                <a:cubicBezTo>
                  <a:pt x="589334" y="8765260"/>
                  <a:pt x="578360" y="8765808"/>
                  <a:pt x="571774" y="8772392"/>
                </a:cubicBezTo>
                <a:cubicBezTo>
                  <a:pt x="565190" y="8778977"/>
                  <a:pt x="564640" y="8791598"/>
                  <a:pt x="571774" y="8798732"/>
                </a:cubicBezTo>
                <a:cubicBezTo>
                  <a:pt x="578908" y="8805865"/>
                  <a:pt x="590980" y="8805865"/>
                  <a:pt x="598114" y="8798732"/>
                </a:cubicBezTo>
                <a:cubicBezTo>
                  <a:pt x="604698" y="8792146"/>
                  <a:pt x="605248" y="8781721"/>
                  <a:pt x="599760" y="8774039"/>
                </a:cubicBezTo>
                <a:lnTo>
                  <a:pt x="1329570" y="8044230"/>
                </a:lnTo>
                <a:lnTo>
                  <a:pt x="1691182" y="8044230"/>
                </a:lnTo>
                <a:lnTo>
                  <a:pt x="1926586" y="7808826"/>
                </a:lnTo>
                <a:lnTo>
                  <a:pt x="2313440" y="7808826"/>
                </a:lnTo>
                <a:cubicBezTo>
                  <a:pt x="2314539" y="7818154"/>
                  <a:pt x="2322221" y="7825287"/>
                  <a:pt x="2332097" y="7825287"/>
                </a:cubicBezTo>
                <a:cubicBezTo>
                  <a:pt x="2341975" y="7825287"/>
                  <a:pt x="2350754" y="7817057"/>
                  <a:pt x="2350754" y="7806630"/>
                </a:cubicBezTo>
                <a:cubicBezTo>
                  <a:pt x="2350754" y="7796204"/>
                  <a:pt x="2342524" y="7787974"/>
                  <a:pt x="2332097" y="7787974"/>
                </a:cubicBezTo>
                <a:close/>
                <a:moveTo>
                  <a:pt x="5800614" y="7665744"/>
                </a:moveTo>
                <a:cubicBezTo>
                  <a:pt x="5795813" y="7665744"/>
                  <a:pt x="5791011" y="7667527"/>
                  <a:pt x="5787444" y="7671094"/>
                </a:cubicBezTo>
                <a:cubicBezTo>
                  <a:pt x="5780860" y="7677679"/>
                  <a:pt x="5780310" y="7688105"/>
                  <a:pt x="5785798" y="7695788"/>
                </a:cubicBezTo>
                <a:lnTo>
                  <a:pt x="5719401" y="7762183"/>
                </a:lnTo>
                <a:lnTo>
                  <a:pt x="5719401" y="8747700"/>
                </a:lnTo>
                <a:cubicBezTo>
                  <a:pt x="5710073" y="8748797"/>
                  <a:pt x="5702940" y="8756480"/>
                  <a:pt x="5702940" y="8766357"/>
                </a:cubicBezTo>
                <a:cubicBezTo>
                  <a:pt x="5702940" y="8776235"/>
                  <a:pt x="5711170" y="8785014"/>
                  <a:pt x="5721596" y="8785014"/>
                </a:cubicBezTo>
                <a:cubicBezTo>
                  <a:pt x="5732022" y="8785014"/>
                  <a:pt x="5740254" y="8776783"/>
                  <a:pt x="5740254" y="8766357"/>
                </a:cubicBezTo>
                <a:cubicBezTo>
                  <a:pt x="5740254" y="8755931"/>
                  <a:pt x="5733120" y="8748797"/>
                  <a:pt x="5723792" y="8747700"/>
                </a:cubicBezTo>
                <a:lnTo>
                  <a:pt x="5723792" y="7764379"/>
                </a:lnTo>
                <a:lnTo>
                  <a:pt x="5789090" y="7699079"/>
                </a:lnTo>
                <a:cubicBezTo>
                  <a:pt x="5796224" y="7704567"/>
                  <a:pt x="5807198" y="7704018"/>
                  <a:pt x="5813784" y="7697433"/>
                </a:cubicBezTo>
                <a:cubicBezTo>
                  <a:pt x="5820916" y="7690300"/>
                  <a:pt x="5820916" y="7678228"/>
                  <a:pt x="5813784" y="7671094"/>
                </a:cubicBezTo>
                <a:cubicBezTo>
                  <a:pt x="5810217" y="7667527"/>
                  <a:pt x="5805416" y="7665744"/>
                  <a:pt x="5800614" y="7665744"/>
                </a:cubicBezTo>
                <a:close/>
                <a:moveTo>
                  <a:pt x="14789891" y="7554901"/>
                </a:moveTo>
                <a:cubicBezTo>
                  <a:pt x="14785090" y="7554901"/>
                  <a:pt x="14780288" y="7556684"/>
                  <a:pt x="14776722" y="7560251"/>
                </a:cubicBezTo>
                <a:cubicBezTo>
                  <a:pt x="14769588" y="7567384"/>
                  <a:pt x="14769588" y="7579456"/>
                  <a:pt x="14776722" y="7586590"/>
                </a:cubicBezTo>
                <a:cubicBezTo>
                  <a:pt x="14783307" y="7593175"/>
                  <a:pt x="14793733" y="7593724"/>
                  <a:pt x="14801415" y="7588236"/>
                </a:cubicBezTo>
                <a:lnTo>
                  <a:pt x="14851349" y="7638170"/>
                </a:lnTo>
                <a:lnTo>
                  <a:pt x="14851898" y="7638170"/>
                </a:lnTo>
                <a:cubicBezTo>
                  <a:pt x="14851898" y="7638719"/>
                  <a:pt x="15503787" y="7638719"/>
                  <a:pt x="15503787" y="7638719"/>
                </a:cubicBezTo>
                <a:lnTo>
                  <a:pt x="15670602" y="7805533"/>
                </a:lnTo>
                <a:cubicBezTo>
                  <a:pt x="15665115" y="7812666"/>
                  <a:pt x="15665662" y="7823641"/>
                  <a:pt x="15672247" y="7830226"/>
                </a:cubicBezTo>
                <a:cubicBezTo>
                  <a:pt x="15679381" y="7837359"/>
                  <a:pt x="15691453" y="7837359"/>
                  <a:pt x="15698586" y="7830226"/>
                </a:cubicBezTo>
                <a:cubicBezTo>
                  <a:pt x="15705720" y="7823092"/>
                  <a:pt x="15705720" y="7811020"/>
                  <a:pt x="15698586" y="7803887"/>
                </a:cubicBezTo>
                <a:cubicBezTo>
                  <a:pt x="15692002" y="7797303"/>
                  <a:pt x="15681576" y="7796754"/>
                  <a:pt x="15673894" y="7802241"/>
                </a:cubicBezTo>
                <a:lnTo>
                  <a:pt x="15506531" y="7634879"/>
                </a:lnTo>
                <a:lnTo>
                  <a:pt x="15505984" y="7634879"/>
                </a:lnTo>
                <a:cubicBezTo>
                  <a:pt x="15505984" y="7634329"/>
                  <a:pt x="14854093" y="7634329"/>
                  <a:pt x="14854093" y="7634329"/>
                </a:cubicBezTo>
                <a:lnTo>
                  <a:pt x="14804707" y="7584944"/>
                </a:lnTo>
                <a:cubicBezTo>
                  <a:pt x="14810195" y="7577810"/>
                  <a:pt x="14809646" y="7566836"/>
                  <a:pt x="14803061" y="7560251"/>
                </a:cubicBezTo>
                <a:cubicBezTo>
                  <a:pt x="14799494" y="7556684"/>
                  <a:pt x="14794692" y="7554901"/>
                  <a:pt x="14789891" y="7554901"/>
                </a:cubicBezTo>
                <a:close/>
                <a:moveTo>
                  <a:pt x="9237851" y="7538988"/>
                </a:moveTo>
                <a:cubicBezTo>
                  <a:pt x="9233050" y="7538988"/>
                  <a:pt x="9228248" y="7540771"/>
                  <a:pt x="9224682" y="7544338"/>
                </a:cubicBezTo>
                <a:cubicBezTo>
                  <a:pt x="9217549" y="7551471"/>
                  <a:pt x="9217549" y="7563544"/>
                  <a:pt x="9224682" y="7570677"/>
                </a:cubicBezTo>
                <a:cubicBezTo>
                  <a:pt x="9231266" y="7577262"/>
                  <a:pt x="9241692" y="7577810"/>
                  <a:pt x="9249376" y="7572323"/>
                </a:cubicBezTo>
                <a:lnTo>
                  <a:pt x="9346500" y="7669448"/>
                </a:lnTo>
                <a:lnTo>
                  <a:pt x="9347048" y="7669448"/>
                </a:lnTo>
                <a:cubicBezTo>
                  <a:pt x="9347048" y="7669996"/>
                  <a:pt x="9570382" y="7669996"/>
                  <a:pt x="9570382" y="7669996"/>
                </a:cubicBezTo>
                <a:lnTo>
                  <a:pt x="9755303" y="7854919"/>
                </a:lnTo>
                <a:cubicBezTo>
                  <a:pt x="9749815" y="7862051"/>
                  <a:pt x="9750364" y="7873026"/>
                  <a:pt x="9756949" y="7879611"/>
                </a:cubicBezTo>
                <a:cubicBezTo>
                  <a:pt x="9764083" y="7886745"/>
                  <a:pt x="9776155" y="7886745"/>
                  <a:pt x="9783288" y="7879611"/>
                </a:cubicBezTo>
                <a:cubicBezTo>
                  <a:pt x="9790422" y="7872477"/>
                  <a:pt x="9790422" y="7860406"/>
                  <a:pt x="9783288" y="7853272"/>
                </a:cubicBezTo>
                <a:cubicBezTo>
                  <a:pt x="9776704" y="7846688"/>
                  <a:pt x="9766278" y="7846139"/>
                  <a:pt x="9758595" y="7851626"/>
                </a:cubicBezTo>
                <a:lnTo>
                  <a:pt x="9573126" y="7666156"/>
                </a:lnTo>
                <a:lnTo>
                  <a:pt x="9572577" y="7666156"/>
                </a:lnTo>
                <a:cubicBezTo>
                  <a:pt x="9572577" y="7665608"/>
                  <a:pt x="9349244" y="7665608"/>
                  <a:pt x="9349244" y="7665608"/>
                </a:cubicBezTo>
                <a:lnTo>
                  <a:pt x="9252667" y="7569031"/>
                </a:lnTo>
                <a:cubicBezTo>
                  <a:pt x="9258155" y="7561897"/>
                  <a:pt x="9257606" y="7550923"/>
                  <a:pt x="9251021" y="7544338"/>
                </a:cubicBezTo>
                <a:cubicBezTo>
                  <a:pt x="9247454" y="7540771"/>
                  <a:pt x="9242653" y="7538988"/>
                  <a:pt x="9237851" y="7538988"/>
                </a:cubicBezTo>
                <a:close/>
                <a:moveTo>
                  <a:pt x="4765711" y="7500028"/>
                </a:moveTo>
                <a:cubicBezTo>
                  <a:pt x="4760910" y="7500028"/>
                  <a:pt x="4756109" y="7501811"/>
                  <a:pt x="4752542" y="7505378"/>
                </a:cubicBezTo>
                <a:cubicBezTo>
                  <a:pt x="4745956" y="7511963"/>
                  <a:pt x="4745408" y="7522389"/>
                  <a:pt x="4750895" y="7530071"/>
                </a:cubicBezTo>
                <a:lnTo>
                  <a:pt x="4653770" y="7627196"/>
                </a:lnTo>
                <a:lnTo>
                  <a:pt x="4653770" y="8470043"/>
                </a:lnTo>
                <a:lnTo>
                  <a:pt x="4499028" y="8624785"/>
                </a:lnTo>
                <a:lnTo>
                  <a:pt x="4302584" y="8624785"/>
                </a:lnTo>
                <a:lnTo>
                  <a:pt x="4153878" y="8773491"/>
                </a:lnTo>
                <a:cubicBezTo>
                  <a:pt x="4146745" y="8768004"/>
                  <a:pt x="4135770" y="8768552"/>
                  <a:pt x="4129185" y="8775136"/>
                </a:cubicBezTo>
                <a:cubicBezTo>
                  <a:pt x="4122052" y="8782270"/>
                  <a:pt x="4122052" y="8794342"/>
                  <a:pt x="4129185" y="8801475"/>
                </a:cubicBezTo>
                <a:cubicBezTo>
                  <a:pt x="4136319" y="8808609"/>
                  <a:pt x="4148390" y="8808609"/>
                  <a:pt x="4155524" y="8801475"/>
                </a:cubicBezTo>
                <a:cubicBezTo>
                  <a:pt x="4162109" y="8794890"/>
                  <a:pt x="4162658" y="8784465"/>
                  <a:pt x="4157170" y="8776783"/>
                </a:cubicBezTo>
                <a:lnTo>
                  <a:pt x="4304778" y="8629174"/>
                </a:lnTo>
                <a:lnTo>
                  <a:pt x="4501224" y="8629174"/>
                </a:lnTo>
                <a:lnTo>
                  <a:pt x="4658709" y="8471690"/>
                </a:lnTo>
                <a:lnTo>
                  <a:pt x="4658709" y="7628842"/>
                </a:lnTo>
                <a:lnTo>
                  <a:pt x="4754188" y="7533364"/>
                </a:lnTo>
                <a:cubicBezTo>
                  <a:pt x="4761321" y="7538851"/>
                  <a:pt x="4772296" y="7538301"/>
                  <a:pt x="4778880" y="7531717"/>
                </a:cubicBezTo>
                <a:cubicBezTo>
                  <a:pt x="4786013" y="7524584"/>
                  <a:pt x="4786013" y="7512512"/>
                  <a:pt x="4778880" y="7505378"/>
                </a:cubicBezTo>
                <a:cubicBezTo>
                  <a:pt x="4775314" y="7501811"/>
                  <a:pt x="4770512" y="7500028"/>
                  <a:pt x="4765711" y="7500028"/>
                </a:cubicBezTo>
                <a:close/>
                <a:moveTo>
                  <a:pt x="7883040" y="7437473"/>
                </a:moveTo>
                <a:cubicBezTo>
                  <a:pt x="7878238" y="7437473"/>
                  <a:pt x="7873437" y="7439256"/>
                  <a:pt x="7869870" y="7442823"/>
                </a:cubicBezTo>
                <a:lnTo>
                  <a:pt x="7869870" y="7443372"/>
                </a:lnTo>
                <a:cubicBezTo>
                  <a:pt x="7863286" y="7449956"/>
                  <a:pt x="7862737" y="7460383"/>
                  <a:pt x="7868224" y="7468065"/>
                </a:cubicBezTo>
                <a:lnTo>
                  <a:pt x="7801828" y="7534461"/>
                </a:lnTo>
                <a:lnTo>
                  <a:pt x="7801828" y="8728495"/>
                </a:lnTo>
                <a:cubicBezTo>
                  <a:pt x="7792500" y="8729592"/>
                  <a:pt x="7785366" y="8737274"/>
                  <a:pt x="7785366" y="8747152"/>
                </a:cubicBezTo>
                <a:cubicBezTo>
                  <a:pt x="7785366" y="8757029"/>
                  <a:pt x="7793598" y="8765808"/>
                  <a:pt x="7804024" y="8765808"/>
                </a:cubicBezTo>
                <a:cubicBezTo>
                  <a:pt x="7814448" y="8765808"/>
                  <a:pt x="7822680" y="8757578"/>
                  <a:pt x="7822680" y="8747152"/>
                </a:cubicBezTo>
                <a:cubicBezTo>
                  <a:pt x="7822680" y="8736726"/>
                  <a:pt x="7815546" y="8729592"/>
                  <a:pt x="7806218" y="8728495"/>
                </a:cubicBezTo>
                <a:lnTo>
                  <a:pt x="7806218" y="7536107"/>
                </a:lnTo>
                <a:lnTo>
                  <a:pt x="7871518" y="7470809"/>
                </a:lnTo>
                <a:cubicBezTo>
                  <a:pt x="7878650" y="7476295"/>
                  <a:pt x="7889624" y="7475747"/>
                  <a:pt x="7896210" y="7469162"/>
                </a:cubicBezTo>
                <a:cubicBezTo>
                  <a:pt x="7903343" y="7462029"/>
                  <a:pt x="7903343" y="7449956"/>
                  <a:pt x="7896210" y="7442823"/>
                </a:cubicBezTo>
                <a:cubicBezTo>
                  <a:pt x="7892643" y="7439256"/>
                  <a:pt x="7887841" y="7437473"/>
                  <a:pt x="7883040" y="7437473"/>
                </a:cubicBezTo>
                <a:close/>
                <a:moveTo>
                  <a:pt x="4495736" y="7399062"/>
                </a:moveTo>
                <a:cubicBezTo>
                  <a:pt x="4490935" y="7399062"/>
                  <a:pt x="4486133" y="7400845"/>
                  <a:pt x="4482566" y="7404412"/>
                </a:cubicBezTo>
                <a:cubicBezTo>
                  <a:pt x="4475433" y="7411546"/>
                  <a:pt x="4475433" y="7421423"/>
                  <a:pt x="4480920" y="7429105"/>
                </a:cubicBezTo>
                <a:lnTo>
                  <a:pt x="4359651" y="7550374"/>
                </a:lnTo>
                <a:lnTo>
                  <a:pt x="4359651" y="8397062"/>
                </a:lnTo>
                <a:cubicBezTo>
                  <a:pt x="4350323" y="8398160"/>
                  <a:pt x="4343190" y="8405842"/>
                  <a:pt x="4343190" y="8415718"/>
                </a:cubicBezTo>
                <a:cubicBezTo>
                  <a:pt x="4343190" y="8425596"/>
                  <a:pt x="4351420" y="8434376"/>
                  <a:pt x="4361846" y="8434376"/>
                </a:cubicBezTo>
                <a:cubicBezTo>
                  <a:pt x="4372272" y="8434376"/>
                  <a:pt x="4380503" y="8426145"/>
                  <a:pt x="4380503" y="8415718"/>
                </a:cubicBezTo>
                <a:cubicBezTo>
                  <a:pt x="4380503" y="8405293"/>
                  <a:pt x="4373370" y="8398160"/>
                  <a:pt x="4364041" y="8397062"/>
                </a:cubicBezTo>
                <a:lnTo>
                  <a:pt x="4364041" y="7552569"/>
                </a:lnTo>
                <a:lnTo>
                  <a:pt x="4484212" y="7432398"/>
                </a:lnTo>
                <a:cubicBezTo>
                  <a:pt x="4491346" y="7437885"/>
                  <a:pt x="4502320" y="7437336"/>
                  <a:pt x="4508906" y="7430751"/>
                </a:cubicBezTo>
                <a:cubicBezTo>
                  <a:pt x="4515490" y="7424166"/>
                  <a:pt x="4516040" y="7411546"/>
                  <a:pt x="4508906" y="7404412"/>
                </a:cubicBezTo>
                <a:cubicBezTo>
                  <a:pt x="4505339" y="7400845"/>
                  <a:pt x="4500538" y="7399062"/>
                  <a:pt x="4495736" y="7399062"/>
                </a:cubicBezTo>
                <a:close/>
                <a:moveTo>
                  <a:pt x="13091026" y="7353928"/>
                </a:moveTo>
                <a:cubicBezTo>
                  <a:pt x="13081149" y="7353928"/>
                  <a:pt x="13072370" y="7362160"/>
                  <a:pt x="13072370" y="7372586"/>
                </a:cubicBezTo>
                <a:cubicBezTo>
                  <a:pt x="13072370" y="7383011"/>
                  <a:pt x="13080601" y="7391243"/>
                  <a:pt x="13091026" y="7391243"/>
                </a:cubicBezTo>
                <a:cubicBezTo>
                  <a:pt x="13101452" y="7391243"/>
                  <a:pt x="13108586" y="7384108"/>
                  <a:pt x="13109683" y="7374781"/>
                </a:cubicBezTo>
                <a:lnTo>
                  <a:pt x="13554153" y="7374781"/>
                </a:lnTo>
                <a:lnTo>
                  <a:pt x="13897658" y="7718285"/>
                </a:lnTo>
                <a:lnTo>
                  <a:pt x="13898207" y="7718285"/>
                </a:lnTo>
                <a:cubicBezTo>
                  <a:pt x="13898207" y="7718833"/>
                  <a:pt x="14586862" y="7718833"/>
                  <a:pt x="14586862" y="7718833"/>
                </a:cubicBezTo>
                <a:lnTo>
                  <a:pt x="15130652" y="8262624"/>
                </a:lnTo>
                <a:lnTo>
                  <a:pt x="15131201" y="8262624"/>
                </a:lnTo>
                <a:cubicBezTo>
                  <a:pt x="15131201" y="8263173"/>
                  <a:pt x="15676637" y="8263173"/>
                  <a:pt x="15676637" y="8263173"/>
                </a:cubicBezTo>
                <a:cubicBezTo>
                  <a:pt x="15677734" y="8272501"/>
                  <a:pt x="15685417" y="8279635"/>
                  <a:pt x="15695295" y="8279635"/>
                </a:cubicBezTo>
                <a:cubicBezTo>
                  <a:pt x="15705171" y="8279635"/>
                  <a:pt x="15713951" y="8271404"/>
                  <a:pt x="15713951" y="8260978"/>
                </a:cubicBezTo>
                <a:cubicBezTo>
                  <a:pt x="15713951" y="8250552"/>
                  <a:pt x="15705720" y="8242320"/>
                  <a:pt x="15695295" y="8242320"/>
                </a:cubicBezTo>
                <a:cubicBezTo>
                  <a:pt x="15685965" y="8242320"/>
                  <a:pt x="15677734" y="8249455"/>
                  <a:pt x="15676637" y="8258783"/>
                </a:cubicBezTo>
                <a:lnTo>
                  <a:pt x="15133396" y="8258783"/>
                </a:lnTo>
                <a:lnTo>
                  <a:pt x="14589606" y="7714993"/>
                </a:lnTo>
                <a:lnTo>
                  <a:pt x="14589057" y="7714993"/>
                </a:lnTo>
                <a:cubicBezTo>
                  <a:pt x="14589057" y="7714444"/>
                  <a:pt x="13900401" y="7714444"/>
                  <a:pt x="13900401" y="7714444"/>
                </a:cubicBezTo>
                <a:lnTo>
                  <a:pt x="13556897" y="7370939"/>
                </a:lnTo>
                <a:lnTo>
                  <a:pt x="13556349" y="7370939"/>
                </a:lnTo>
                <a:cubicBezTo>
                  <a:pt x="13556349" y="7370391"/>
                  <a:pt x="13109683" y="7370391"/>
                  <a:pt x="13109683" y="7370391"/>
                </a:cubicBezTo>
                <a:cubicBezTo>
                  <a:pt x="13108586" y="7361063"/>
                  <a:pt x="13100904" y="7353928"/>
                  <a:pt x="13091026" y="7353928"/>
                </a:cubicBezTo>
                <a:close/>
                <a:moveTo>
                  <a:pt x="5186037" y="7283829"/>
                </a:moveTo>
                <a:cubicBezTo>
                  <a:pt x="5181236" y="7283829"/>
                  <a:pt x="5176435" y="7285612"/>
                  <a:pt x="5172868" y="7289180"/>
                </a:cubicBezTo>
                <a:cubicBezTo>
                  <a:pt x="5166282" y="7295764"/>
                  <a:pt x="5165734" y="7306190"/>
                  <a:pt x="5171222" y="7313872"/>
                </a:cubicBezTo>
                <a:lnTo>
                  <a:pt x="5074096" y="7410997"/>
                </a:lnTo>
                <a:lnTo>
                  <a:pt x="5074096" y="8546316"/>
                </a:lnTo>
                <a:lnTo>
                  <a:pt x="4859544" y="8760869"/>
                </a:lnTo>
                <a:cubicBezTo>
                  <a:pt x="4852410" y="8755382"/>
                  <a:pt x="4841435" y="8755931"/>
                  <a:pt x="4834851" y="8762516"/>
                </a:cubicBezTo>
                <a:cubicBezTo>
                  <a:pt x="4827716" y="8769650"/>
                  <a:pt x="4827716" y="8781721"/>
                  <a:pt x="4834851" y="8788855"/>
                </a:cubicBezTo>
                <a:cubicBezTo>
                  <a:pt x="4841984" y="8795989"/>
                  <a:pt x="4854056" y="8795989"/>
                  <a:pt x="4861189" y="8788855"/>
                </a:cubicBezTo>
                <a:cubicBezTo>
                  <a:pt x="4867774" y="8782270"/>
                  <a:pt x="4868322" y="8771844"/>
                  <a:pt x="4862836" y="8764162"/>
                </a:cubicBezTo>
                <a:lnTo>
                  <a:pt x="5079034" y="8547962"/>
                </a:lnTo>
                <a:lnTo>
                  <a:pt x="5079034" y="7412643"/>
                </a:lnTo>
                <a:lnTo>
                  <a:pt x="5174514" y="7317164"/>
                </a:lnTo>
                <a:cubicBezTo>
                  <a:pt x="5181646" y="7322651"/>
                  <a:pt x="5192622" y="7322103"/>
                  <a:pt x="5199206" y="7315518"/>
                </a:cubicBezTo>
                <a:cubicBezTo>
                  <a:pt x="5206340" y="7308385"/>
                  <a:pt x="5206340" y="7296312"/>
                  <a:pt x="5199206" y="7289180"/>
                </a:cubicBezTo>
                <a:cubicBezTo>
                  <a:pt x="5195639" y="7285612"/>
                  <a:pt x="5190838" y="7283829"/>
                  <a:pt x="5186037" y="7283829"/>
                </a:cubicBezTo>
                <a:close/>
                <a:moveTo>
                  <a:pt x="11921685" y="7261331"/>
                </a:moveTo>
                <a:cubicBezTo>
                  <a:pt x="11916884" y="7261331"/>
                  <a:pt x="11912082" y="7263114"/>
                  <a:pt x="11908516" y="7266681"/>
                </a:cubicBezTo>
                <a:cubicBezTo>
                  <a:pt x="11901382" y="7273814"/>
                  <a:pt x="11901382" y="7285886"/>
                  <a:pt x="11908516" y="7293020"/>
                </a:cubicBezTo>
                <a:cubicBezTo>
                  <a:pt x="11915101" y="7299605"/>
                  <a:pt x="11925527" y="7300154"/>
                  <a:pt x="11933209" y="7294666"/>
                </a:cubicBezTo>
                <a:lnTo>
                  <a:pt x="12029785" y="7391243"/>
                </a:lnTo>
                <a:lnTo>
                  <a:pt x="12029785" y="7614575"/>
                </a:lnTo>
                <a:lnTo>
                  <a:pt x="12427614" y="8012403"/>
                </a:lnTo>
                <a:lnTo>
                  <a:pt x="12428162" y="8012403"/>
                </a:lnTo>
                <a:cubicBezTo>
                  <a:pt x="12428162" y="8012952"/>
                  <a:pt x="12693747" y="8012952"/>
                  <a:pt x="12693747" y="8012952"/>
                </a:cubicBezTo>
                <a:lnTo>
                  <a:pt x="13437823" y="8757029"/>
                </a:lnTo>
                <a:cubicBezTo>
                  <a:pt x="13432336" y="8764162"/>
                  <a:pt x="13432886" y="8775136"/>
                  <a:pt x="13439470" y="8781721"/>
                </a:cubicBezTo>
                <a:cubicBezTo>
                  <a:pt x="13446603" y="8788855"/>
                  <a:pt x="13458675" y="8788855"/>
                  <a:pt x="13465809" y="8781721"/>
                </a:cubicBezTo>
                <a:cubicBezTo>
                  <a:pt x="13472942" y="8774588"/>
                  <a:pt x="13472942" y="8762516"/>
                  <a:pt x="13465809" y="8755382"/>
                </a:cubicBezTo>
                <a:cubicBezTo>
                  <a:pt x="13459225" y="8748797"/>
                  <a:pt x="13448797" y="8748249"/>
                  <a:pt x="13441116" y="8753736"/>
                </a:cubicBezTo>
                <a:lnTo>
                  <a:pt x="13440567" y="8753187"/>
                </a:lnTo>
                <a:lnTo>
                  <a:pt x="12695941" y="8008563"/>
                </a:lnTo>
                <a:lnTo>
                  <a:pt x="12695393" y="8008563"/>
                </a:lnTo>
                <a:cubicBezTo>
                  <a:pt x="12695393" y="8008014"/>
                  <a:pt x="12429809" y="8008014"/>
                  <a:pt x="12429809" y="8008014"/>
                </a:cubicBezTo>
                <a:lnTo>
                  <a:pt x="12034174" y="7612380"/>
                </a:lnTo>
                <a:lnTo>
                  <a:pt x="12034174" y="7389048"/>
                </a:lnTo>
                <a:lnTo>
                  <a:pt x="11936501" y="7291374"/>
                </a:lnTo>
                <a:cubicBezTo>
                  <a:pt x="11941989" y="7284240"/>
                  <a:pt x="11941440" y="7273266"/>
                  <a:pt x="11934855" y="7266681"/>
                </a:cubicBezTo>
                <a:cubicBezTo>
                  <a:pt x="11931288" y="7263114"/>
                  <a:pt x="11926487" y="7261331"/>
                  <a:pt x="11921685" y="7261331"/>
                </a:cubicBezTo>
                <a:close/>
                <a:moveTo>
                  <a:pt x="10926291" y="7069825"/>
                </a:moveTo>
                <a:cubicBezTo>
                  <a:pt x="10921490" y="7069825"/>
                  <a:pt x="10916688" y="7071609"/>
                  <a:pt x="10913121" y="7075175"/>
                </a:cubicBezTo>
                <a:cubicBezTo>
                  <a:pt x="10905988" y="7082308"/>
                  <a:pt x="10905988" y="7094381"/>
                  <a:pt x="10913121" y="7101513"/>
                </a:cubicBezTo>
                <a:cubicBezTo>
                  <a:pt x="10919707" y="7108099"/>
                  <a:pt x="10930132" y="7108648"/>
                  <a:pt x="10937814" y="7103160"/>
                </a:cubicBezTo>
                <a:lnTo>
                  <a:pt x="11034391" y="7199737"/>
                </a:lnTo>
                <a:lnTo>
                  <a:pt x="11034391" y="7423069"/>
                </a:lnTo>
                <a:lnTo>
                  <a:pt x="11431671" y="7820348"/>
                </a:lnTo>
                <a:lnTo>
                  <a:pt x="11431671" y="7986614"/>
                </a:lnTo>
                <a:lnTo>
                  <a:pt x="12207024" y="8761966"/>
                </a:lnTo>
                <a:cubicBezTo>
                  <a:pt x="12201536" y="8769101"/>
                  <a:pt x="12202086" y="8780075"/>
                  <a:pt x="12208671" y="8786660"/>
                </a:cubicBezTo>
                <a:cubicBezTo>
                  <a:pt x="12215804" y="8793793"/>
                  <a:pt x="12227876" y="8793793"/>
                  <a:pt x="12235010" y="8786660"/>
                </a:cubicBezTo>
                <a:cubicBezTo>
                  <a:pt x="12242143" y="8779526"/>
                  <a:pt x="12242143" y="8767454"/>
                  <a:pt x="12235010" y="8760321"/>
                </a:cubicBezTo>
                <a:cubicBezTo>
                  <a:pt x="12228425" y="8753736"/>
                  <a:pt x="12217998" y="8753187"/>
                  <a:pt x="12210316" y="8758675"/>
                </a:cubicBezTo>
                <a:lnTo>
                  <a:pt x="12209768" y="8758126"/>
                </a:lnTo>
                <a:lnTo>
                  <a:pt x="11436059" y="7984418"/>
                </a:lnTo>
                <a:lnTo>
                  <a:pt x="11436059" y="7818154"/>
                </a:lnTo>
                <a:lnTo>
                  <a:pt x="11038780" y="7420874"/>
                </a:lnTo>
                <a:lnTo>
                  <a:pt x="11038780" y="7197541"/>
                </a:lnTo>
                <a:lnTo>
                  <a:pt x="10941106" y="7099867"/>
                </a:lnTo>
                <a:cubicBezTo>
                  <a:pt x="10946593" y="7092734"/>
                  <a:pt x="10946045" y="7081759"/>
                  <a:pt x="10939461" y="7075175"/>
                </a:cubicBezTo>
                <a:cubicBezTo>
                  <a:pt x="10935894" y="7071609"/>
                  <a:pt x="10931093" y="7069825"/>
                  <a:pt x="10926291" y="7069825"/>
                </a:cubicBezTo>
                <a:close/>
                <a:moveTo>
                  <a:pt x="1211592" y="7065298"/>
                </a:moveTo>
                <a:cubicBezTo>
                  <a:pt x="1201168" y="7065298"/>
                  <a:pt x="1194034" y="7072431"/>
                  <a:pt x="1192936" y="7081759"/>
                </a:cubicBezTo>
                <a:lnTo>
                  <a:pt x="568482" y="7081759"/>
                </a:lnTo>
                <a:lnTo>
                  <a:pt x="427460" y="7222782"/>
                </a:lnTo>
                <a:lnTo>
                  <a:pt x="427460" y="7362709"/>
                </a:lnTo>
                <a:lnTo>
                  <a:pt x="317164" y="7473004"/>
                </a:lnTo>
                <a:cubicBezTo>
                  <a:pt x="310032" y="7467516"/>
                  <a:pt x="299056" y="7468065"/>
                  <a:pt x="292472" y="7474650"/>
                </a:cubicBezTo>
                <a:cubicBezTo>
                  <a:pt x="285338" y="7481783"/>
                  <a:pt x="285338" y="7493855"/>
                  <a:pt x="292472" y="7500989"/>
                </a:cubicBezTo>
                <a:cubicBezTo>
                  <a:pt x="299606" y="7508121"/>
                  <a:pt x="311678" y="7508121"/>
                  <a:pt x="318810" y="7500989"/>
                </a:cubicBezTo>
                <a:cubicBezTo>
                  <a:pt x="325396" y="7494404"/>
                  <a:pt x="325944" y="7483978"/>
                  <a:pt x="320456" y="7476295"/>
                </a:cubicBezTo>
                <a:lnTo>
                  <a:pt x="431848" y="7364903"/>
                </a:lnTo>
                <a:lnTo>
                  <a:pt x="431848" y="7224977"/>
                </a:lnTo>
                <a:lnTo>
                  <a:pt x="432398" y="7224429"/>
                </a:lnTo>
                <a:lnTo>
                  <a:pt x="570678" y="7086150"/>
                </a:lnTo>
                <a:lnTo>
                  <a:pt x="1192936" y="7086150"/>
                </a:lnTo>
                <a:cubicBezTo>
                  <a:pt x="1194034" y="7095478"/>
                  <a:pt x="1201716" y="7102611"/>
                  <a:pt x="1211592" y="7102611"/>
                </a:cubicBezTo>
                <a:cubicBezTo>
                  <a:pt x="1221470" y="7102611"/>
                  <a:pt x="1230249" y="7094381"/>
                  <a:pt x="1230249" y="7083954"/>
                </a:cubicBezTo>
                <a:cubicBezTo>
                  <a:pt x="1230249" y="7073528"/>
                  <a:pt x="1222019" y="7065298"/>
                  <a:pt x="1211592" y="7065298"/>
                </a:cubicBezTo>
                <a:close/>
                <a:moveTo>
                  <a:pt x="10149290" y="7048973"/>
                </a:moveTo>
                <a:cubicBezTo>
                  <a:pt x="10144489" y="7048973"/>
                  <a:pt x="10139688" y="7050756"/>
                  <a:pt x="10136121" y="7054323"/>
                </a:cubicBezTo>
                <a:cubicBezTo>
                  <a:pt x="10128987" y="7061457"/>
                  <a:pt x="10128987" y="7073528"/>
                  <a:pt x="10136121" y="7080662"/>
                </a:cubicBezTo>
                <a:cubicBezTo>
                  <a:pt x="10142706" y="7087247"/>
                  <a:pt x="10153131" y="7087796"/>
                  <a:pt x="10160814" y="7082308"/>
                </a:cubicBezTo>
                <a:lnTo>
                  <a:pt x="10562483" y="7483978"/>
                </a:lnTo>
                <a:lnTo>
                  <a:pt x="10562483" y="7778645"/>
                </a:lnTo>
                <a:lnTo>
                  <a:pt x="10879101" y="8095261"/>
                </a:lnTo>
                <a:cubicBezTo>
                  <a:pt x="10873613" y="8102395"/>
                  <a:pt x="10874161" y="8113369"/>
                  <a:pt x="10880746" y="8119954"/>
                </a:cubicBezTo>
                <a:cubicBezTo>
                  <a:pt x="10887880" y="8127088"/>
                  <a:pt x="10899952" y="8127088"/>
                  <a:pt x="10907085" y="8119954"/>
                </a:cubicBezTo>
                <a:cubicBezTo>
                  <a:pt x="10914219" y="8112821"/>
                  <a:pt x="10914219" y="8100749"/>
                  <a:pt x="10907085" y="8093615"/>
                </a:cubicBezTo>
                <a:cubicBezTo>
                  <a:pt x="10900500" y="8087030"/>
                  <a:pt x="10890075" y="8086482"/>
                  <a:pt x="10882392" y="8091969"/>
                </a:cubicBezTo>
                <a:lnTo>
                  <a:pt x="10566874" y="7776999"/>
                </a:lnTo>
                <a:lnTo>
                  <a:pt x="10566874" y="7482332"/>
                </a:lnTo>
                <a:lnTo>
                  <a:pt x="10164106" y="7079565"/>
                </a:lnTo>
                <a:cubicBezTo>
                  <a:pt x="10169594" y="7072431"/>
                  <a:pt x="10169045" y="7061457"/>
                  <a:pt x="10162460" y="7054872"/>
                </a:cubicBezTo>
                <a:lnTo>
                  <a:pt x="10162460" y="7054323"/>
                </a:lnTo>
                <a:cubicBezTo>
                  <a:pt x="10158893" y="7050756"/>
                  <a:pt x="10154092" y="7048973"/>
                  <a:pt x="10149290" y="7048973"/>
                </a:cubicBezTo>
                <a:close/>
                <a:moveTo>
                  <a:pt x="3696238" y="6827149"/>
                </a:moveTo>
                <a:cubicBezTo>
                  <a:pt x="3685812" y="6827149"/>
                  <a:pt x="3678678" y="6834283"/>
                  <a:pt x="3677581" y="6843611"/>
                </a:cubicBezTo>
                <a:lnTo>
                  <a:pt x="3053128" y="6843611"/>
                </a:lnTo>
                <a:lnTo>
                  <a:pt x="2962587" y="6934151"/>
                </a:lnTo>
                <a:cubicBezTo>
                  <a:pt x="2955454" y="6928664"/>
                  <a:pt x="2944479" y="6929212"/>
                  <a:pt x="2937894" y="6935798"/>
                </a:cubicBezTo>
                <a:cubicBezTo>
                  <a:pt x="2930760" y="6942931"/>
                  <a:pt x="2930760" y="6955003"/>
                  <a:pt x="2937894" y="6962136"/>
                </a:cubicBezTo>
                <a:cubicBezTo>
                  <a:pt x="2945028" y="6969270"/>
                  <a:pt x="2957100" y="6969270"/>
                  <a:pt x="2964233" y="6962136"/>
                </a:cubicBezTo>
                <a:cubicBezTo>
                  <a:pt x="2970818" y="6955552"/>
                  <a:pt x="2971367" y="6945126"/>
                  <a:pt x="2965880" y="6937444"/>
                </a:cubicBezTo>
                <a:lnTo>
                  <a:pt x="3054773" y="6848549"/>
                </a:lnTo>
                <a:lnTo>
                  <a:pt x="3677032" y="6848549"/>
                </a:lnTo>
                <a:lnTo>
                  <a:pt x="3677581" y="6848001"/>
                </a:lnTo>
                <a:cubicBezTo>
                  <a:pt x="3678678" y="6857329"/>
                  <a:pt x="3686360" y="6864463"/>
                  <a:pt x="3696238" y="6864463"/>
                </a:cubicBezTo>
                <a:cubicBezTo>
                  <a:pt x="3706114" y="6864463"/>
                  <a:pt x="3714895" y="6856232"/>
                  <a:pt x="3714895" y="6845806"/>
                </a:cubicBezTo>
                <a:cubicBezTo>
                  <a:pt x="3714895" y="6835380"/>
                  <a:pt x="3706663" y="6827149"/>
                  <a:pt x="3696238" y="6827149"/>
                </a:cubicBezTo>
                <a:close/>
                <a:moveTo>
                  <a:pt x="9514411" y="6708760"/>
                </a:moveTo>
                <a:cubicBezTo>
                  <a:pt x="9509610" y="6708760"/>
                  <a:pt x="9504808" y="6710544"/>
                  <a:pt x="9501242" y="6714111"/>
                </a:cubicBezTo>
                <a:cubicBezTo>
                  <a:pt x="9494108" y="6721245"/>
                  <a:pt x="9494108" y="6733317"/>
                  <a:pt x="9501242" y="6740450"/>
                </a:cubicBezTo>
                <a:cubicBezTo>
                  <a:pt x="9507826" y="6747034"/>
                  <a:pt x="9518252" y="6747583"/>
                  <a:pt x="9525934" y="6742096"/>
                </a:cubicBezTo>
                <a:lnTo>
                  <a:pt x="10158070" y="7374232"/>
                </a:lnTo>
                <a:lnTo>
                  <a:pt x="10158070" y="7897171"/>
                </a:lnTo>
                <a:lnTo>
                  <a:pt x="10566325" y="8305425"/>
                </a:lnTo>
                <a:lnTo>
                  <a:pt x="10566874" y="8305425"/>
                </a:lnTo>
                <a:cubicBezTo>
                  <a:pt x="10566874" y="8305973"/>
                  <a:pt x="11109018" y="8305973"/>
                  <a:pt x="11109018" y="8305973"/>
                </a:cubicBezTo>
                <a:lnTo>
                  <a:pt x="11354300" y="8551255"/>
                </a:lnTo>
                <a:lnTo>
                  <a:pt x="11354300" y="8765808"/>
                </a:lnTo>
                <a:cubicBezTo>
                  <a:pt x="11344972" y="8766906"/>
                  <a:pt x="11337837" y="8774588"/>
                  <a:pt x="11337837" y="8784465"/>
                </a:cubicBezTo>
                <a:cubicBezTo>
                  <a:pt x="11337837" y="8794342"/>
                  <a:pt x="11346069" y="8803121"/>
                  <a:pt x="11356494" y="8803121"/>
                </a:cubicBezTo>
                <a:cubicBezTo>
                  <a:pt x="11366920" y="8803121"/>
                  <a:pt x="11375152" y="8794890"/>
                  <a:pt x="11375152" y="8784465"/>
                </a:cubicBezTo>
                <a:cubicBezTo>
                  <a:pt x="11375152" y="8779252"/>
                  <a:pt x="11373368" y="8774863"/>
                  <a:pt x="11370419" y="8771639"/>
                </a:cubicBezTo>
                <a:lnTo>
                  <a:pt x="11359238" y="8766081"/>
                </a:lnTo>
                <a:lnTo>
                  <a:pt x="11359238" y="8766357"/>
                </a:lnTo>
                <a:lnTo>
                  <a:pt x="11358689" y="8765808"/>
                </a:lnTo>
                <a:lnTo>
                  <a:pt x="11359238" y="8766081"/>
                </a:lnTo>
                <a:lnTo>
                  <a:pt x="11359238" y="8549609"/>
                </a:lnTo>
                <a:lnTo>
                  <a:pt x="11111762" y="8302133"/>
                </a:lnTo>
                <a:lnTo>
                  <a:pt x="11111212" y="8302133"/>
                </a:lnTo>
                <a:cubicBezTo>
                  <a:pt x="11111212" y="8301584"/>
                  <a:pt x="10569068" y="8301584"/>
                  <a:pt x="10569068" y="8301584"/>
                </a:cubicBezTo>
                <a:lnTo>
                  <a:pt x="10163009" y="7895525"/>
                </a:lnTo>
                <a:lnTo>
                  <a:pt x="10163009" y="7372586"/>
                </a:lnTo>
                <a:lnTo>
                  <a:pt x="9529227" y="6738804"/>
                </a:lnTo>
                <a:cubicBezTo>
                  <a:pt x="9534714" y="6731670"/>
                  <a:pt x="9534165" y="6720695"/>
                  <a:pt x="9527580" y="6714111"/>
                </a:cubicBezTo>
                <a:cubicBezTo>
                  <a:pt x="9524014" y="6710544"/>
                  <a:pt x="9519212" y="6708760"/>
                  <a:pt x="9514411" y="6708760"/>
                </a:cubicBezTo>
                <a:close/>
                <a:moveTo>
                  <a:pt x="4474336" y="6454151"/>
                </a:moveTo>
                <a:cubicBezTo>
                  <a:pt x="4469535" y="6454151"/>
                  <a:pt x="4464733" y="6455934"/>
                  <a:pt x="4461166" y="6459501"/>
                </a:cubicBezTo>
                <a:cubicBezTo>
                  <a:pt x="4454581" y="6466086"/>
                  <a:pt x="4454032" y="6476511"/>
                  <a:pt x="4459520" y="6484193"/>
                </a:cubicBezTo>
                <a:lnTo>
                  <a:pt x="4294352" y="6649361"/>
                </a:lnTo>
                <a:lnTo>
                  <a:pt x="3558507" y="6649361"/>
                </a:lnTo>
                <a:cubicBezTo>
                  <a:pt x="3557410" y="6640033"/>
                  <a:pt x="3549727" y="6632899"/>
                  <a:pt x="3539850" y="6632899"/>
                </a:cubicBezTo>
                <a:cubicBezTo>
                  <a:pt x="3529972" y="6632899"/>
                  <a:pt x="3521193" y="6641130"/>
                  <a:pt x="3521193" y="6651556"/>
                </a:cubicBezTo>
                <a:cubicBezTo>
                  <a:pt x="3521193" y="6661982"/>
                  <a:pt x="3529424" y="6670213"/>
                  <a:pt x="3539850" y="6670213"/>
                </a:cubicBezTo>
                <a:cubicBezTo>
                  <a:pt x="3550276" y="6670213"/>
                  <a:pt x="3557410" y="6663079"/>
                  <a:pt x="3558507" y="6653750"/>
                </a:cubicBezTo>
                <a:lnTo>
                  <a:pt x="4296547" y="6653750"/>
                </a:lnTo>
                <a:lnTo>
                  <a:pt x="4462813" y="6487486"/>
                </a:lnTo>
                <a:lnTo>
                  <a:pt x="4462812" y="6487486"/>
                </a:lnTo>
                <a:lnTo>
                  <a:pt x="4463362" y="6486937"/>
                </a:lnTo>
                <a:lnTo>
                  <a:pt x="4462813" y="6487486"/>
                </a:lnTo>
                <a:lnTo>
                  <a:pt x="4475364" y="6491189"/>
                </a:lnTo>
                <a:cubicBezTo>
                  <a:pt x="4479823" y="6490915"/>
                  <a:pt x="4484212" y="6489132"/>
                  <a:pt x="4487505" y="6485840"/>
                </a:cubicBezTo>
                <a:cubicBezTo>
                  <a:pt x="4494638" y="6478706"/>
                  <a:pt x="4494638" y="6466634"/>
                  <a:pt x="4487505" y="6459501"/>
                </a:cubicBezTo>
                <a:cubicBezTo>
                  <a:pt x="4483938" y="6455934"/>
                  <a:pt x="4479137" y="6454151"/>
                  <a:pt x="4474336" y="6454151"/>
                </a:cubicBezTo>
                <a:close/>
                <a:moveTo>
                  <a:pt x="2861072" y="6399141"/>
                </a:moveTo>
                <a:cubicBezTo>
                  <a:pt x="2850646" y="6399141"/>
                  <a:pt x="2842416" y="6407372"/>
                  <a:pt x="2842416" y="6417798"/>
                </a:cubicBezTo>
                <a:cubicBezTo>
                  <a:pt x="2842416" y="6428224"/>
                  <a:pt x="2849549" y="6435356"/>
                  <a:pt x="2858877" y="6436454"/>
                </a:cubicBezTo>
                <a:lnTo>
                  <a:pt x="2858877" y="6778312"/>
                </a:lnTo>
                <a:lnTo>
                  <a:pt x="2574086" y="7063102"/>
                </a:lnTo>
                <a:lnTo>
                  <a:pt x="1833852" y="7063102"/>
                </a:lnTo>
                <a:lnTo>
                  <a:pt x="1090324" y="7806630"/>
                </a:lnTo>
                <a:lnTo>
                  <a:pt x="60908" y="7806630"/>
                </a:lnTo>
                <a:cubicBezTo>
                  <a:pt x="59810" y="7797303"/>
                  <a:pt x="52128" y="7790168"/>
                  <a:pt x="42250" y="7790168"/>
                </a:cubicBezTo>
                <a:cubicBezTo>
                  <a:pt x="32374" y="7790168"/>
                  <a:pt x="23594" y="7798400"/>
                  <a:pt x="23594" y="7808826"/>
                </a:cubicBezTo>
                <a:cubicBezTo>
                  <a:pt x="23594" y="7819251"/>
                  <a:pt x="31826" y="7827483"/>
                  <a:pt x="42250" y="7827483"/>
                </a:cubicBezTo>
                <a:cubicBezTo>
                  <a:pt x="52676" y="7827483"/>
                  <a:pt x="59810" y="7820348"/>
                  <a:pt x="60908" y="7811020"/>
                </a:cubicBezTo>
                <a:lnTo>
                  <a:pt x="1091970" y="7811020"/>
                </a:lnTo>
                <a:lnTo>
                  <a:pt x="1835498" y="7067493"/>
                </a:lnTo>
                <a:lnTo>
                  <a:pt x="1835498" y="7068042"/>
                </a:lnTo>
                <a:lnTo>
                  <a:pt x="2575733" y="7068042"/>
                </a:lnTo>
                <a:lnTo>
                  <a:pt x="2863267" y="6780507"/>
                </a:lnTo>
                <a:lnTo>
                  <a:pt x="2863267" y="6436454"/>
                </a:lnTo>
                <a:cubicBezTo>
                  <a:pt x="2872596" y="6435356"/>
                  <a:pt x="2879729" y="6427675"/>
                  <a:pt x="2879729" y="6417798"/>
                </a:cubicBezTo>
                <a:cubicBezTo>
                  <a:pt x="2879729" y="6407920"/>
                  <a:pt x="2871498" y="6399141"/>
                  <a:pt x="2861072" y="6399141"/>
                </a:cubicBezTo>
                <a:close/>
                <a:moveTo>
                  <a:pt x="3111561" y="6398704"/>
                </a:moveTo>
                <a:lnTo>
                  <a:pt x="3098603" y="6404009"/>
                </a:lnTo>
                <a:cubicBezTo>
                  <a:pt x="3095242" y="6407370"/>
                  <a:pt x="3093184" y="6412034"/>
                  <a:pt x="3093184" y="6417246"/>
                </a:cubicBezTo>
                <a:cubicBezTo>
                  <a:pt x="3093184" y="6427673"/>
                  <a:pt x="3100318" y="6434806"/>
                  <a:pt x="3109647" y="6435904"/>
                </a:cubicBezTo>
                <a:lnTo>
                  <a:pt x="3109647" y="6726181"/>
                </a:lnTo>
                <a:lnTo>
                  <a:pt x="2526348" y="7309480"/>
                </a:lnTo>
                <a:lnTo>
                  <a:pt x="2231680" y="7309480"/>
                </a:lnTo>
                <a:lnTo>
                  <a:pt x="2131812" y="7209611"/>
                </a:lnTo>
                <a:lnTo>
                  <a:pt x="2131263" y="7209611"/>
                </a:lnTo>
                <a:cubicBezTo>
                  <a:pt x="2131263" y="7209063"/>
                  <a:pt x="2021516" y="7209063"/>
                  <a:pt x="2021516" y="7209063"/>
                </a:cubicBezTo>
                <a:lnTo>
                  <a:pt x="1603934" y="7626645"/>
                </a:lnTo>
                <a:lnTo>
                  <a:pt x="1396514" y="7626645"/>
                </a:lnTo>
                <a:lnTo>
                  <a:pt x="557508" y="8465652"/>
                </a:lnTo>
                <a:lnTo>
                  <a:pt x="52676" y="8465652"/>
                </a:lnTo>
                <a:cubicBezTo>
                  <a:pt x="51580" y="8456323"/>
                  <a:pt x="43898" y="8449189"/>
                  <a:pt x="34020" y="8449189"/>
                </a:cubicBezTo>
                <a:cubicBezTo>
                  <a:pt x="24142" y="8449189"/>
                  <a:pt x="15364" y="8457420"/>
                  <a:pt x="15364" y="8467846"/>
                </a:cubicBezTo>
                <a:cubicBezTo>
                  <a:pt x="15364" y="8478272"/>
                  <a:pt x="23594" y="8486503"/>
                  <a:pt x="34020" y="8486503"/>
                </a:cubicBezTo>
                <a:cubicBezTo>
                  <a:pt x="44446" y="8486503"/>
                  <a:pt x="51580" y="8479370"/>
                  <a:pt x="52676" y="8470042"/>
                </a:cubicBezTo>
                <a:lnTo>
                  <a:pt x="559154" y="8470042"/>
                </a:lnTo>
                <a:lnTo>
                  <a:pt x="1398161" y="7631035"/>
                </a:lnTo>
                <a:lnTo>
                  <a:pt x="1605580" y="7631035"/>
                </a:lnTo>
                <a:lnTo>
                  <a:pt x="2023163" y="7213452"/>
                </a:lnTo>
                <a:lnTo>
                  <a:pt x="2128519" y="7213452"/>
                </a:lnTo>
                <a:lnTo>
                  <a:pt x="2228387" y="7313321"/>
                </a:lnTo>
                <a:lnTo>
                  <a:pt x="2228936" y="7313321"/>
                </a:lnTo>
                <a:cubicBezTo>
                  <a:pt x="2228936" y="7313870"/>
                  <a:pt x="2527445" y="7313870"/>
                  <a:pt x="2527445" y="7313870"/>
                </a:cubicBezTo>
                <a:lnTo>
                  <a:pt x="3113488" y="6727827"/>
                </a:lnTo>
                <a:lnTo>
                  <a:pt x="3113488" y="6435904"/>
                </a:lnTo>
                <a:cubicBezTo>
                  <a:pt x="3122816" y="6434806"/>
                  <a:pt x="3129950" y="6427124"/>
                  <a:pt x="3129950" y="6417246"/>
                </a:cubicBezTo>
                <a:cubicBezTo>
                  <a:pt x="3129950" y="6412308"/>
                  <a:pt x="3127892" y="6407644"/>
                  <a:pt x="3124531" y="6404215"/>
                </a:cubicBezTo>
                <a:close/>
                <a:moveTo>
                  <a:pt x="2945028" y="6398590"/>
                </a:moveTo>
                <a:cubicBezTo>
                  <a:pt x="2934602" y="6398590"/>
                  <a:pt x="2926371" y="6406821"/>
                  <a:pt x="2926371" y="6417246"/>
                </a:cubicBezTo>
                <a:cubicBezTo>
                  <a:pt x="2926371" y="6427673"/>
                  <a:pt x="2933505" y="6434806"/>
                  <a:pt x="2942832" y="6435904"/>
                </a:cubicBezTo>
                <a:lnTo>
                  <a:pt x="2942832" y="6599974"/>
                </a:lnTo>
                <a:cubicBezTo>
                  <a:pt x="2933505" y="6601071"/>
                  <a:pt x="2926371" y="6608754"/>
                  <a:pt x="2926371" y="6618630"/>
                </a:cubicBezTo>
                <a:cubicBezTo>
                  <a:pt x="2926371" y="6628508"/>
                  <a:pt x="2934602" y="6637287"/>
                  <a:pt x="2945028" y="6637287"/>
                </a:cubicBezTo>
                <a:cubicBezTo>
                  <a:pt x="2955454" y="6637287"/>
                  <a:pt x="2963685" y="6629056"/>
                  <a:pt x="2963685" y="6618630"/>
                </a:cubicBezTo>
                <a:cubicBezTo>
                  <a:pt x="2963685" y="6608204"/>
                  <a:pt x="2956551" y="6601071"/>
                  <a:pt x="2947223" y="6599974"/>
                </a:cubicBezTo>
                <a:lnTo>
                  <a:pt x="2947223" y="6435904"/>
                </a:lnTo>
                <a:cubicBezTo>
                  <a:pt x="2956551" y="6434806"/>
                  <a:pt x="2963685" y="6427124"/>
                  <a:pt x="2963685" y="6417246"/>
                </a:cubicBezTo>
                <a:cubicBezTo>
                  <a:pt x="2963685" y="6406821"/>
                  <a:pt x="2955454" y="6398590"/>
                  <a:pt x="2945028" y="6398590"/>
                </a:cubicBezTo>
                <a:close/>
                <a:moveTo>
                  <a:pt x="3028983" y="6398590"/>
                </a:moveTo>
                <a:cubicBezTo>
                  <a:pt x="3018557" y="6398590"/>
                  <a:pt x="3010326" y="6406821"/>
                  <a:pt x="3010326" y="6417246"/>
                </a:cubicBezTo>
                <a:cubicBezTo>
                  <a:pt x="3010326" y="6427673"/>
                  <a:pt x="3017460" y="6434806"/>
                  <a:pt x="3026789" y="6435904"/>
                </a:cubicBezTo>
                <a:lnTo>
                  <a:pt x="3026789" y="6710817"/>
                </a:lnTo>
                <a:lnTo>
                  <a:pt x="2603718" y="7133887"/>
                </a:lnTo>
                <a:lnTo>
                  <a:pt x="1999018" y="7133887"/>
                </a:lnTo>
                <a:lnTo>
                  <a:pt x="1713131" y="7419775"/>
                </a:lnTo>
                <a:cubicBezTo>
                  <a:pt x="1705998" y="7414287"/>
                  <a:pt x="1695023" y="7414835"/>
                  <a:pt x="1688438" y="7421420"/>
                </a:cubicBezTo>
                <a:cubicBezTo>
                  <a:pt x="1681305" y="7428554"/>
                  <a:pt x="1681305" y="7440627"/>
                  <a:pt x="1688438" y="7447759"/>
                </a:cubicBezTo>
                <a:cubicBezTo>
                  <a:pt x="1695572" y="7454893"/>
                  <a:pt x="1707644" y="7454893"/>
                  <a:pt x="1714777" y="7447759"/>
                </a:cubicBezTo>
                <a:cubicBezTo>
                  <a:pt x="1721362" y="7441175"/>
                  <a:pt x="1721911" y="7430749"/>
                  <a:pt x="1716423" y="7423066"/>
                </a:cubicBezTo>
                <a:lnTo>
                  <a:pt x="2000665" y="7138825"/>
                </a:lnTo>
                <a:lnTo>
                  <a:pt x="2604815" y="7138825"/>
                </a:lnTo>
                <a:lnTo>
                  <a:pt x="3031178" y="6712463"/>
                </a:lnTo>
                <a:lnTo>
                  <a:pt x="3031178" y="6435904"/>
                </a:lnTo>
                <a:cubicBezTo>
                  <a:pt x="3040506" y="6434806"/>
                  <a:pt x="3047640" y="6427124"/>
                  <a:pt x="3047640" y="6417246"/>
                </a:cubicBezTo>
                <a:cubicBezTo>
                  <a:pt x="3047640" y="6407370"/>
                  <a:pt x="3039409" y="6398590"/>
                  <a:pt x="3028983" y="6398590"/>
                </a:cubicBezTo>
                <a:close/>
                <a:moveTo>
                  <a:pt x="3111841" y="6398590"/>
                </a:moveTo>
                <a:lnTo>
                  <a:pt x="3111292" y="6398590"/>
                </a:lnTo>
                <a:lnTo>
                  <a:pt x="3111561" y="6398704"/>
                </a:lnTo>
                <a:close/>
                <a:moveTo>
                  <a:pt x="3195248" y="6398590"/>
                </a:moveTo>
                <a:cubicBezTo>
                  <a:pt x="3184823" y="6398590"/>
                  <a:pt x="3176591" y="6406821"/>
                  <a:pt x="3176591" y="6417246"/>
                </a:cubicBezTo>
                <a:cubicBezTo>
                  <a:pt x="3176591" y="6427673"/>
                  <a:pt x="3183724" y="6434806"/>
                  <a:pt x="3193054" y="6435904"/>
                </a:cubicBezTo>
                <a:lnTo>
                  <a:pt x="3193054" y="6599974"/>
                </a:lnTo>
                <a:cubicBezTo>
                  <a:pt x="3183724" y="6601071"/>
                  <a:pt x="3176591" y="6608754"/>
                  <a:pt x="3176591" y="6618630"/>
                </a:cubicBezTo>
                <a:cubicBezTo>
                  <a:pt x="3176591" y="6628508"/>
                  <a:pt x="3184823" y="6637287"/>
                  <a:pt x="3195248" y="6637287"/>
                </a:cubicBezTo>
                <a:cubicBezTo>
                  <a:pt x="3205674" y="6637287"/>
                  <a:pt x="3213905" y="6629056"/>
                  <a:pt x="3213905" y="6618630"/>
                </a:cubicBezTo>
                <a:cubicBezTo>
                  <a:pt x="3213905" y="6608204"/>
                  <a:pt x="3206771" y="6601071"/>
                  <a:pt x="3197443" y="6599974"/>
                </a:cubicBezTo>
                <a:lnTo>
                  <a:pt x="3197443" y="6435904"/>
                </a:lnTo>
                <a:cubicBezTo>
                  <a:pt x="3206771" y="6434806"/>
                  <a:pt x="3213905" y="6427124"/>
                  <a:pt x="3213905" y="6417246"/>
                </a:cubicBezTo>
                <a:cubicBezTo>
                  <a:pt x="3213905" y="6406821"/>
                  <a:pt x="3205674" y="6398590"/>
                  <a:pt x="3195248" y="6398590"/>
                </a:cubicBezTo>
                <a:close/>
                <a:moveTo>
                  <a:pt x="3278654" y="6398590"/>
                </a:moveTo>
                <a:cubicBezTo>
                  <a:pt x="3268229" y="6398590"/>
                  <a:pt x="3259998" y="6406821"/>
                  <a:pt x="3259998" y="6417246"/>
                </a:cubicBezTo>
                <a:cubicBezTo>
                  <a:pt x="3259998" y="6427673"/>
                  <a:pt x="3267131" y="6434806"/>
                  <a:pt x="3276460" y="6435904"/>
                </a:cubicBezTo>
                <a:lnTo>
                  <a:pt x="3276460" y="6619728"/>
                </a:lnTo>
                <a:lnTo>
                  <a:pt x="3437786" y="6781054"/>
                </a:lnTo>
                <a:lnTo>
                  <a:pt x="3438335" y="6781054"/>
                </a:lnTo>
                <a:cubicBezTo>
                  <a:pt x="3438335" y="6781604"/>
                  <a:pt x="4190094" y="6781604"/>
                  <a:pt x="4190094" y="6781604"/>
                </a:cubicBezTo>
                <a:cubicBezTo>
                  <a:pt x="4191191" y="6790931"/>
                  <a:pt x="4198874" y="6798065"/>
                  <a:pt x="4208751" y="6798065"/>
                </a:cubicBezTo>
                <a:cubicBezTo>
                  <a:pt x="4218628" y="6798065"/>
                  <a:pt x="4227408" y="6789834"/>
                  <a:pt x="4227408" y="6779408"/>
                </a:cubicBezTo>
                <a:cubicBezTo>
                  <a:pt x="4227408" y="6768982"/>
                  <a:pt x="4219177" y="6760751"/>
                  <a:pt x="4208751" y="6760751"/>
                </a:cubicBezTo>
                <a:lnTo>
                  <a:pt x="4208202" y="6760203"/>
                </a:lnTo>
                <a:cubicBezTo>
                  <a:pt x="4198874" y="6760203"/>
                  <a:pt x="4190643" y="6767335"/>
                  <a:pt x="4189546" y="6776664"/>
                </a:cubicBezTo>
                <a:lnTo>
                  <a:pt x="3439981" y="6776664"/>
                </a:lnTo>
                <a:lnTo>
                  <a:pt x="3280850" y="6617533"/>
                </a:lnTo>
                <a:lnTo>
                  <a:pt x="3280850" y="6435904"/>
                </a:lnTo>
                <a:cubicBezTo>
                  <a:pt x="3290179" y="6434806"/>
                  <a:pt x="3297312" y="6427124"/>
                  <a:pt x="3297312" y="6417246"/>
                </a:cubicBezTo>
                <a:cubicBezTo>
                  <a:pt x="3297312" y="6407370"/>
                  <a:pt x="3289080" y="6398590"/>
                  <a:pt x="3278654" y="6398590"/>
                </a:cubicBezTo>
                <a:close/>
                <a:moveTo>
                  <a:pt x="2805102" y="6343170"/>
                </a:moveTo>
                <a:cubicBezTo>
                  <a:pt x="2794676" y="6343170"/>
                  <a:pt x="2787542" y="6350304"/>
                  <a:pt x="2786445" y="6359632"/>
                </a:cubicBezTo>
                <a:lnTo>
                  <a:pt x="2069805" y="6359632"/>
                </a:lnTo>
                <a:lnTo>
                  <a:pt x="785230" y="7644207"/>
                </a:lnTo>
                <a:lnTo>
                  <a:pt x="50482" y="7644207"/>
                </a:lnTo>
                <a:cubicBezTo>
                  <a:pt x="49384" y="7634879"/>
                  <a:pt x="41702" y="7627744"/>
                  <a:pt x="31826" y="7627744"/>
                </a:cubicBezTo>
                <a:cubicBezTo>
                  <a:pt x="21948" y="7627744"/>
                  <a:pt x="13168" y="7635976"/>
                  <a:pt x="13168" y="7646401"/>
                </a:cubicBezTo>
                <a:cubicBezTo>
                  <a:pt x="13168" y="7656827"/>
                  <a:pt x="21400" y="7665059"/>
                  <a:pt x="31826" y="7665059"/>
                </a:cubicBezTo>
                <a:cubicBezTo>
                  <a:pt x="42250" y="7665059"/>
                  <a:pt x="49384" y="7657924"/>
                  <a:pt x="50482" y="7648597"/>
                </a:cubicBezTo>
                <a:lnTo>
                  <a:pt x="787426" y="7648597"/>
                </a:lnTo>
                <a:lnTo>
                  <a:pt x="2072000" y="6364021"/>
                </a:lnTo>
                <a:lnTo>
                  <a:pt x="2786445" y="6364021"/>
                </a:lnTo>
                <a:cubicBezTo>
                  <a:pt x="2787542" y="6373350"/>
                  <a:pt x="2795224" y="6380484"/>
                  <a:pt x="2805102" y="6380484"/>
                </a:cubicBezTo>
                <a:cubicBezTo>
                  <a:pt x="2814978" y="6380484"/>
                  <a:pt x="2823759" y="6372252"/>
                  <a:pt x="2823759" y="6361827"/>
                </a:cubicBezTo>
                <a:cubicBezTo>
                  <a:pt x="2823759" y="6351401"/>
                  <a:pt x="2815528" y="6343170"/>
                  <a:pt x="2805102" y="6343170"/>
                </a:cubicBezTo>
                <a:close/>
                <a:moveTo>
                  <a:pt x="4023829" y="6335623"/>
                </a:moveTo>
                <a:cubicBezTo>
                  <a:pt x="4019028" y="6335623"/>
                  <a:pt x="4014226" y="6337406"/>
                  <a:pt x="4010660" y="6340973"/>
                </a:cubicBezTo>
                <a:cubicBezTo>
                  <a:pt x="4004074" y="6347558"/>
                  <a:pt x="4003526" y="6357984"/>
                  <a:pt x="4009014" y="6365667"/>
                </a:cubicBezTo>
                <a:lnTo>
                  <a:pt x="3922314" y="6452366"/>
                </a:lnTo>
                <a:lnTo>
                  <a:pt x="3633134" y="6452366"/>
                </a:lnTo>
                <a:lnTo>
                  <a:pt x="3632584" y="6452914"/>
                </a:lnTo>
                <a:lnTo>
                  <a:pt x="3538753" y="6359082"/>
                </a:lnTo>
                <a:lnTo>
                  <a:pt x="3538203" y="6359082"/>
                </a:lnTo>
                <a:cubicBezTo>
                  <a:pt x="3538203" y="6358532"/>
                  <a:pt x="3354379" y="6358532"/>
                  <a:pt x="3354379" y="6358532"/>
                </a:cubicBezTo>
                <a:cubicBezTo>
                  <a:pt x="3353282" y="6349204"/>
                  <a:pt x="3345600" y="6342071"/>
                  <a:pt x="3335723" y="6342071"/>
                </a:cubicBezTo>
                <a:cubicBezTo>
                  <a:pt x="3325846" y="6342071"/>
                  <a:pt x="3317066" y="6350301"/>
                  <a:pt x="3317066" y="6360727"/>
                </a:cubicBezTo>
                <a:cubicBezTo>
                  <a:pt x="3317066" y="6371153"/>
                  <a:pt x="3325297" y="6379384"/>
                  <a:pt x="3335723" y="6379384"/>
                </a:cubicBezTo>
                <a:cubicBezTo>
                  <a:pt x="3346148" y="6379384"/>
                  <a:pt x="3353282" y="6372251"/>
                  <a:pt x="3354379" y="6362923"/>
                </a:cubicBezTo>
                <a:lnTo>
                  <a:pt x="3536009" y="6362923"/>
                </a:lnTo>
                <a:lnTo>
                  <a:pt x="3629842" y="6456755"/>
                </a:lnTo>
                <a:lnTo>
                  <a:pt x="3630390" y="6456755"/>
                </a:lnTo>
                <a:cubicBezTo>
                  <a:pt x="3630390" y="6457304"/>
                  <a:pt x="3923960" y="6457304"/>
                  <a:pt x="3923960" y="6457304"/>
                </a:cubicBezTo>
                <a:lnTo>
                  <a:pt x="4012306" y="6368958"/>
                </a:lnTo>
                <a:cubicBezTo>
                  <a:pt x="4019439" y="6374446"/>
                  <a:pt x="4030414" y="6373897"/>
                  <a:pt x="4036998" y="6367312"/>
                </a:cubicBezTo>
                <a:cubicBezTo>
                  <a:pt x="4044132" y="6360179"/>
                  <a:pt x="4044132" y="6348107"/>
                  <a:pt x="4036998" y="6340973"/>
                </a:cubicBezTo>
                <a:cubicBezTo>
                  <a:pt x="4033431" y="6337406"/>
                  <a:pt x="4028630" y="6335623"/>
                  <a:pt x="4023829" y="6335623"/>
                </a:cubicBezTo>
                <a:close/>
                <a:moveTo>
                  <a:pt x="5429672" y="6278558"/>
                </a:moveTo>
                <a:cubicBezTo>
                  <a:pt x="5424871" y="6278558"/>
                  <a:pt x="5420070" y="6280341"/>
                  <a:pt x="5416503" y="6283907"/>
                </a:cubicBezTo>
                <a:cubicBezTo>
                  <a:pt x="5409370" y="6291041"/>
                  <a:pt x="5409370" y="6300917"/>
                  <a:pt x="5414856" y="6308601"/>
                </a:cubicBezTo>
                <a:lnTo>
                  <a:pt x="4905088" y="6818369"/>
                </a:lnTo>
                <a:lnTo>
                  <a:pt x="4650477" y="6818369"/>
                </a:lnTo>
                <a:lnTo>
                  <a:pt x="4394770" y="7074077"/>
                </a:lnTo>
                <a:cubicBezTo>
                  <a:pt x="4387637" y="7068590"/>
                  <a:pt x="4376662" y="7069139"/>
                  <a:pt x="4370077" y="7075724"/>
                </a:cubicBezTo>
                <a:cubicBezTo>
                  <a:pt x="4362944" y="7082856"/>
                  <a:pt x="4362944" y="7094929"/>
                  <a:pt x="4370077" y="7102062"/>
                </a:cubicBezTo>
                <a:cubicBezTo>
                  <a:pt x="4377210" y="7109196"/>
                  <a:pt x="4389282" y="7109196"/>
                  <a:pt x="4396416" y="7102062"/>
                </a:cubicBezTo>
                <a:cubicBezTo>
                  <a:pt x="4403001" y="7095478"/>
                  <a:pt x="4403550" y="7085052"/>
                  <a:pt x="4398062" y="7077370"/>
                </a:cubicBezTo>
                <a:lnTo>
                  <a:pt x="4652124" y="6823309"/>
                </a:lnTo>
                <a:lnTo>
                  <a:pt x="4906734" y="6823309"/>
                </a:lnTo>
                <a:lnTo>
                  <a:pt x="5418150" y="6311892"/>
                </a:lnTo>
                <a:cubicBezTo>
                  <a:pt x="5425282" y="6317380"/>
                  <a:pt x="5436257" y="6316831"/>
                  <a:pt x="5442842" y="6310246"/>
                </a:cubicBezTo>
                <a:cubicBezTo>
                  <a:pt x="5449976" y="6303113"/>
                  <a:pt x="5449976" y="6291041"/>
                  <a:pt x="5442842" y="6283907"/>
                </a:cubicBezTo>
                <a:cubicBezTo>
                  <a:pt x="5439275" y="6280341"/>
                  <a:pt x="5434474" y="6278558"/>
                  <a:pt x="5429672" y="6278558"/>
                </a:cubicBezTo>
                <a:close/>
                <a:moveTo>
                  <a:pt x="2805102" y="6258664"/>
                </a:moveTo>
                <a:cubicBezTo>
                  <a:pt x="2794676" y="6258664"/>
                  <a:pt x="2787542" y="6265798"/>
                  <a:pt x="2786445" y="6275126"/>
                </a:cubicBezTo>
                <a:lnTo>
                  <a:pt x="2083523" y="6275126"/>
                </a:lnTo>
                <a:lnTo>
                  <a:pt x="1833851" y="6524798"/>
                </a:lnTo>
                <a:lnTo>
                  <a:pt x="1705448" y="6524798"/>
                </a:lnTo>
                <a:lnTo>
                  <a:pt x="1361944" y="6868302"/>
                </a:lnTo>
                <a:lnTo>
                  <a:pt x="696884" y="6868302"/>
                </a:lnTo>
                <a:lnTo>
                  <a:pt x="467516" y="7097670"/>
                </a:lnTo>
                <a:lnTo>
                  <a:pt x="37312" y="7097670"/>
                </a:lnTo>
                <a:cubicBezTo>
                  <a:pt x="36216" y="7088342"/>
                  <a:pt x="28534" y="7081209"/>
                  <a:pt x="18656" y="7081209"/>
                </a:cubicBezTo>
                <a:cubicBezTo>
                  <a:pt x="8778" y="7081209"/>
                  <a:pt x="0" y="7089440"/>
                  <a:pt x="0" y="7099866"/>
                </a:cubicBezTo>
                <a:cubicBezTo>
                  <a:pt x="0" y="7110291"/>
                  <a:pt x="8230" y="7118523"/>
                  <a:pt x="18656" y="7118523"/>
                </a:cubicBezTo>
                <a:cubicBezTo>
                  <a:pt x="29082" y="7118523"/>
                  <a:pt x="36216" y="7111389"/>
                  <a:pt x="37312" y="7102060"/>
                </a:cubicBezTo>
                <a:lnTo>
                  <a:pt x="469162" y="7102060"/>
                </a:lnTo>
                <a:lnTo>
                  <a:pt x="698532" y="6872692"/>
                </a:lnTo>
                <a:lnTo>
                  <a:pt x="1363590" y="6872692"/>
                </a:lnTo>
                <a:lnTo>
                  <a:pt x="1707095" y="6529187"/>
                </a:lnTo>
                <a:lnTo>
                  <a:pt x="1835498" y="6529187"/>
                </a:lnTo>
                <a:lnTo>
                  <a:pt x="2085169" y="6279516"/>
                </a:lnTo>
                <a:lnTo>
                  <a:pt x="2786445" y="6279516"/>
                </a:lnTo>
                <a:cubicBezTo>
                  <a:pt x="2787542" y="6288844"/>
                  <a:pt x="2795225" y="6295978"/>
                  <a:pt x="2805102" y="6295978"/>
                </a:cubicBezTo>
                <a:cubicBezTo>
                  <a:pt x="2814979" y="6295978"/>
                  <a:pt x="2823759" y="6287747"/>
                  <a:pt x="2823759" y="6277321"/>
                </a:cubicBezTo>
                <a:cubicBezTo>
                  <a:pt x="2823759" y="6266895"/>
                  <a:pt x="2815528" y="6258664"/>
                  <a:pt x="2805102" y="6258664"/>
                </a:cubicBezTo>
                <a:close/>
                <a:moveTo>
                  <a:pt x="2804554" y="6175257"/>
                </a:moveTo>
                <a:cubicBezTo>
                  <a:pt x="2794128" y="6175257"/>
                  <a:pt x="2786994" y="6182391"/>
                  <a:pt x="2785897" y="6191720"/>
                </a:cubicBezTo>
                <a:lnTo>
                  <a:pt x="2621826" y="6191720"/>
                </a:lnTo>
                <a:cubicBezTo>
                  <a:pt x="2620729" y="6182391"/>
                  <a:pt x="2613047" y="6175257"/>
                  <a:pt x="2603170" y="6175257"/>
                </a:cubicBezTo>
                <a:cubicBezTo>
                  <a:pt x="2593292" y="6175257"/>
                  <a:pt x="2584513" y="6183488"/>
                  <a:pt x="2584513" y="6193914"/>
                </a:cubicBezTo>
                <a:cubicBezTo>
                  <a:pt x="2584513" y="6204340"/>
                  <a:pt x="2592744" y="6212571"/>
                  <a:pt x="2603170" y="6212571"/>
                </a:cubicBezTo>
                <a:cubicBezTo>
                  <a:pt x="2612498" y="6212571"/>
                  <a:pt x="2620729" y="6205437"/>
                  <a:pt x="2621826" y="6196109"/>
                </a:cubicBezTo>
                <a:lnTo>
                  <a:pt x="2785897" y="6196109"/>
                </a:lnTo>
                <a:cubicBezTo>
                  <a:pt x="2786994" y="6205437"/>
                  <a:pt x="2794676" y="6212571"/>
                  <a:pt x="2804554" y="6212571"/>
                </a:cubicBezTo>
                <a:cubicBezTo>
                  <a:pt x="2814430" y="6212571"/>
                  <a:pt x="2823210" y="6204340"/>
                  <a:pt x="2823210" y="6193914"/>
                </a:cubicBezTo>
                <a:cubicBezTo>
                  <a:pt x="2823210" y="6183488"/>
                  <a:pt x="2814979" y="6175257"/>
                  <a:pt x="2804554" y="6175257"/>
                </a:cubicBezTo>
                <a:close/>
                <a:moveTo>
                  <a:pt x="5032942" y="6093636"/>
                </a:moveTo>
                <a:cubicBezTo>
                  <a:pt x="5028140" y="6093636"/>
                  <a:pt x="5023339" y="6095419"/>
                  <a:pt x="5019772" y="6098986"/>
                </a:cubicBezTo>
                <a:cubicBezTo>
                  <a:pt x="5013188" y="6105571"/>
                  <a:pt x="5012639" y="6115997"/>
                  <a:pt x="5018126" y="6123679"/>
                </a:cubicBezTo>
                <a:lnTo>
                  <a:pt x="4240576" y="6901227"/>
                </a:lnTo>
                <a:lnTo>
                  <a:pt x="3982126" y="6901227"/>
                </a:lnTo>
                <a:lnTo>
                  <a:pt x="3452054" y="7431300"/>
                </a:lnTo>
                <a:lnTo>
                  <a:pt x="2989475" y="7431300"/>
                </a:lnTo>
                <a:lnTo>
                  <a:pt x="1999568" y="8421206"/>
                </a:lnTo>
                <a:lnTo>
                  <a:pt x="1184156" y="8421206"/>
                </a:lnTo>
                <a:lnTo>
                  <a:pt x="807180" y="8798184"/>
                </a:lnTo>
                <a:cubicBezTo>
                  <a:pt x="800046" y="8792696"/>
                  <a:pt x="789072" y="8793245"/>
                  <a:pt x="782486" y="8799830"/>
                </a:cubicBezTo>
                <a:cubicBezTo>
                  <a:pt x="775352" y="8806963"/>
                  <a:pt x="775352" y="8819035"/>
                  <a:pt x="782486" y="8826169"/>
                </a:cubicBezTo>
                <a:cubicBezTo>
                  <a:pt x="789620" y="8833301"/>
                  <a:pt x="801692" y="8833301"/>
                  <a:pt x="808826" y="8826169"/>
                </a:cubicBezTo>
                <a:cubicBezTo>
                  <a:pt x="815410" y="8819584"/>
                  <a:pt x="815960" y="8809158"/>
                  <a:pt x="810472" y="8801475"/>
                </a:cubicBezTo>
                <a:lnTo>
                  <a:pt x="1185802" y="8426145"/>
                </a:lnTo>
                <a:lnTo>
                  <a:pt x="2001214" y="8426145"/>
                </a:lnTo>
                <a:lnTo>
                  <a:pt x="2991121" y="7436238"/>
                </a:lnTo>
                <a:lnTo>
                  <a:pt x="3453699" y="7436238"/>
                </a:lnTo>
                <a:lnTo>
                  <a:pt x="3983772" y="6906167"/>
                </a:lnTo>
                <a:lnTo>
                  <a:pt x="4242224" y="6906167"/>
                </a:lnTo>
                <a:lnTo>
                  <a:pt x="5021418" y="6126971"/>
                </a:lnTo>
                <a:cubicBezTo>
                  <a:pt x="5028552" y="6132458"/>
                  <a:pt x="5039526" y="6131910"/>
                  <a:pt x="5046112" y="6125325"/>
                </a:cubicBezTo>
                <a:cubicBezTo>
                  <a:pt x="5053245" y="6118191"/>
                  <a:pt x="5053245" y="6106119"/>
                  <a:pt x="5046112" y="6098986"/>
                </a:cubicBezTo>
                <a:cubicBezTo>
                  <a:pt x="5042545" y="6095419"/>
                  <a:pt x="5037743" y="6093636"/>
                  <a:pt x="5032942" y="6093636"/>
                </a:cubicBezTo>
                <a:close/>
                <a:moveTo>
                  <a:pt x="2804554" y="6091851"/>
                </a:moveTo>
                <a:cubicBezTo>
                  <a:pt x="2794128" y="6091851"/>
                  <a:pt x="2786994" y="6098984"/>
                  <a:pt x="2785897" y="6108312"/>
                </a:cubicBezTo>
                <a:lnTo>
                  <a:pt x="2039076" y="6108312"/>
                </a:lnTo>
                <a:lnTo>
                  <a:pt x="1539184" y="6608204"/>
                </a:lnTo>
                <a:lnTo>
                  <a:pt x="856016" y="6608204"/>
                </a:lnTo>
                <a:lnTo>
                  <a:pt x="609636" y="6854584"/>
                </a:lnTo>
                <a:lnTo>
                  <a:pt x="196444" y="6854584"/>
                </a:lnTo>
                <a:cubicBezTo>
                  <a:pt x="195346" y="6845255"/>
                  <a:pt x="187664" y="6838122"/>
                  <a:pt x="177786" y="6838122"/>
                </a:cubicBezTo>
                <a:cubicBezTo>
                  <a:pt x="167910" y="6838122"/>
                  <a:pt x="159130" y="6846352"/>
                  <a:pt x="159130" y="6856778"/>
                </a:cubicBezTo>
                <a:cubicBezTo>
                  <a:pt x="159130" y="6867204"/>
                  <a:pt x="167360" y="6875435"/>
                  <a:pt x="177786" y="6875435"/>
                </a:cubicBezTo>
                <a:cubicBezTo>
                  <a:pt x="188214" y="6875435"/>
                  <a:pt x="195346" y="6868302"/>
                  <a:pt x="196444" y="6858974"/>
                </a:cubicBezTo>
                <a:lnTo>
                  <a:pt x="611832" y="6858974"/>
                </a:lnTo>
                <a:lnTo>
                  <a:pt x="858212" y="6612594"/>
                </a:lnTo>
                <a:lnTo>
                  <a:pt x="1541379" y="6612594"/>
                </a:lnTo>
                <a:lnTo>
                  <a:pt x="2041271" y="6112703"/>
                </a:lnTo>
                <a:lnTo>
                  <a:pt x="2785897" y="6112703"/>
                </a:lnTo>
                <a:cubicBezTo>
                  <a:pt x="2786994" y="6122031"/>
                  <a:pt x="2794676" y="6129164"/>
                  <a:pt x="2804554" y="6129164"/>
                </a:cubicBezTo>
                <a:cubicBezTo>
                  <a:pt x="2814979" y="6129164"/>
                  <a:pt x="2823210" y="6120934"/>
                  <a:pt x="2823210" y="6110508"/>
                </a:cubicBezTo>
                <a:cubicBezTo>
                  <a:pt x="2823210" y="6100081"/>
                  <a:pt x="2814979" y="6091851"/>
                  <a:pt x="2804554" y="6091851"/>
                </a:cubicBezTo>
                <a:close/>
                <a:moveTo>
                  <a:pt x="3537106" y="6091851"/>
                </a:moveTo>
                <a:cubicBezTo>
                  <a:pt x="3526680" y="6091851"/>
                  <a:pt x="3519548" y="6098984"/>
                  <a:pt x="3518449" y="6108312"/>
                </a:cubicBezTo>
                <a:lnTo>
                  <a:pt x="3354379" y="6108312"/>
                </a:lnTo>
                <a:cubicBezTo>
                  <a:pt x="3353282" y="6098984"/>
                  <a:pt x="3345600" y="6091851"/>
                  <a:pt x="3335723" y="6091851"/>
                </a:cubicBezTo>
                <a:cubicBezTo>
                  <a:pt x="3325846" y="6091851"/>
                  <a:pt x="3317066" y="6100081"/>
                  <a:pt x="3317066" y="6110508"/>
                </a:cubicBezTo>
                <a:cubicBezTo>
                  <a:pt x="3317066" y="6120934"/>
                  <a:pt x="3325297" y="6129164"/>
                  <a:pt x="3335723" y="6129164"/>
                </a:cubicBezTo>
                <a:cubicBezTo>
                  <a:pt x="3345051" y="6129164"/>
                  <a:pt x="3353282" y="6122031"/>
                  <a:pt x="3354379" y="6112703"/>
                </a:cubicBezTo>
                <a:lnTo>
                  <a:pt x="3518449" y="6112703"/>
                </a:lnTo>
                <a:cubicBezTo>
                  <a:pt x="3519548" y="6122031"/>
                  <a:pt x="3527229" y="6129164"/>
                  <a:pt x="3537106" y="6129164"/>
                </a:cubicBezTo>
                <a:cubicBezTo>
                  <a:pt x="3546984" y="6129164"/>
                  <a:pt x="3555763" y="6120934"/>
                  <a:pt x="3555763" y="6110508"/>
                </a:cubicBezTo>
                <a:cubicBezTo>
                  <a:pt x="3555763" y="6100081"/>
                  <a:pt x="3547532" y="6091851"/>
                  <a:pt x="3537106" y="6091851"/>
                </a:cubicBezTo>
                <a:close/>
                <a:moveTo>
                  <a:pt x="12898423" y="6025593"/>
                </a:moveTo>
                <a:cubicBezTo>
                  <a:pt x="12893622" y="6025593"/>
                  <a:pt x="12888820" y="6027377"/>
                  <a:pt x="12885254" y="6030944"/>
                </a:cubicBezTo>
                <a:cubicBezTo>
                  <a:pt x="12878120" y="6038077"/>
                  <a:pt x="12878120" y="6050149"/>
                  <a:pt x="12885254" y="6057283"/>
                </a:cubicBezTo>
                <a:cubicBezTo>
                  <a:pt x="12891838" y="6063867"/>
                  <a:pt x="12902265" y="6064416"/>
                  <a:pt x="12909946" y="6058928"/>
                </a:cubicBezTo>
                <a:lnTo>
                  <a:pt x="12959881" y="6108862"/>
                </a:lnTo>
                <a:lnTo>
                  <a:pt x="12960428" y="6108862"/>
                </a:lnTo>
                <a:cubicBezTo>
                  <a:pt x="12960428" y="6109412"/>
                  <a:pt x="14895795" y="6109412"/>
                  <a:pt x="14895795" y="6109412"/>
                </a:cubicBezTo>
                <a:lnTo>
                  <a:pt x="15247532" y="6461147"/>
                </a:lnTo>
                <a:cubicBezTo>
                  <a:pt x="15242044" y="6468280"/>
                  <a:pt x="15242594" y="6479255"/>
                  <a:pt x="15249178" y="6485840"/>
                </a:cubicBezTo>
                <a:cubicBezTo>
                  <a:pt x="15256311" y="6492973"/>
                  <a:pt x="15268383" y="6492973"/>
                  <a:pt x="15275517" y="6485840"/>
                </a:cubicBezTo>
                <a:cubicBezTo>
                  <a:pt x="15282649" y="6478706"/>
                  <a:pt x="15282649" y="6466634"/>
                  <a:pt x="15275517" y="6459501"/>
                </a:cubicBezTo>
                <a:cubicBezTo>
                  <a:pt x="15268932" y="6452916"/>
                  <a:pt x="15258506" y="6452367"/>
                  <a:pt x="15250825" y="6457855"/>
                </a:cubicBezTo>
                <a:lnTo>
                  <a:pt x="14898539" y="6105571"/>
                </a:lnTo>
                <a:lnTo>
                  <a:pt x="14897992" y="6105571"/>
                </a:lnTo>
                <a:cubicBezTo>
                  <a:pt x="14897992" y="6105022"/>
                  <a:pt x="12962625" y="6105022"/>
                  <a:pt x="12962625" y="6105022"/>
                </a:cubicBezTo>
                <a:lnTo>
                  <a:pt x="12913239" y="6055636"/>
                </a:lnTo>
                <a:cubicBezTo>
                  <a:pt x="12918726" y="6048502"/>
                  <a:pt x="12918177" y="6037528"/>
                  <a:pt x="12911593" y="6030944"/>
                </a:cubicBezTo>
                <a:cubicBezTo>
                  <a:pt x="12908026" y="6027377"/>
                  <a:pt x="12903224" y="6025593"/>
                  <a:pt x="12898423" y="6025593"/>
                </a:cubicBezTo>
                <a:close/>
                <a:moveTo>
                  <a:pt x="2805102" y="6008444"/>
                </a:moveTo>
                <a:cubicBezTo>
                  <a:pt x="2794676" y="6008444"/>
                  <a:pt x="2787542" y="6015577"/>
                  <a:pt x="2786445" y="6024906"/>
                </a:cubicBezTo>
                <a:lnTo>
                  <a:pt x="2018774" y="6024906"/>
                </a:lnTo>
                <a:lnTo>
                  <a:pt x="1510650" y="6533028"/>
                </a:lnTo>
                <a:lnTo>
                  <a:pt x="1277989" y="6533028"/>
                </a:lnTo>
                <a:lnTo>
                  <a:pt x="1184156" y="6439196"/>
                </a:lnTo>
                <a:lnTo>
                  <a:pt x="1183608" y="6439196"/>
                </a:lnTo>
                <a:cubicBezTo>
                  <a:pt x="1183608" y="6438647"/>
                  <a:pt x="931192" y="6438647"/>
                  <a:pt x="931192" y="6438647"/>
                </a:cubicBezTo>
                <a:lnTo>
                  <a:pt x="686458" y="6683380"/>
                </a:lnTo>
                <a:lnTo>
                  <a:pt x="171752" y="6683380"/>
                </a:lnTo>
                <a:lnTo>
                  <a:pt x="32374" y="6822757"/>
                </a:lnTo>
                <a:cubicBezTo>
                  <a:pt x="25240" y="6817270"/>
                  <a:pt x="14266" y="6817819"/>
                  <a:pt x="7682" y="6824403"/>
                </a:cubicBezTo>
                <a:cubicBezTo>
                  <a:pt x="548" y="6831538"/>
                  <a:pt x="548" y="6843609"/>
                  <a:pt x="7682" y="6850743"/>
                </a:cubicBezTo>
                <a:cubicBezTo>
                  <a:pt x="14814" y="6857876"/>
                  <a:pt x="26886" y="6857876"/>
                  <a:pt x="34020" y="6850743"/>
                </a:cubicBezTo>
                <a:lnTo>
                  <a:pt x="34568" y="6850743"/>
                </a:lnTo>
                <a:cubicBezTo>
                  <a:pt x="41154" y="6844158"/>
                  <a:pt x="41702" y="6833732"/>
                  <a:pt x="36216" y="6826050"/>
                </a:cubicBezTo>
                <a:lnTo>
                  <a:pt x="174494" y="6687770"/>
                </a:lnTo>
                <a:lnTo>
                  <a:pt x="688654" y="6687770"/>
                </a:lnTo>
                <a:lnTo>
                  <a:pt x="933388" y="6443037"/>
                </a:lnTo>
                <a:lnTo>
                  <a:pt x="1181412" y="6443037"/>
                </a:lnTo>
                <a:lnTo>
                  <a:pt x="1275245" y="6536870"/>
                </a:lnTo>
                <a:lnTo>
                  <a:pt x="1275794" y="6536870"/>
                </a:lnTo>
                <a:cubicBezTo>
                  <a:pt x="1275794" y="6537419"/>
                  <a:pt x="1512845" y="6537419"/>
                  <a:pt x="1512845" y="6537419"/>
                </a:cubicBezTo>
                <a:lnTo>
                  <a:pt x="2020968" y="6029295"/>
                </a:lnTo>
                <a:lnTo>
                  <a:pt x="2786445" y="6029295"/>
                </a:lnTo>
                <a:cubicBezTo>
                  <a:pt x="2787542" y="6038624"/>
                  <a:pt x="2795225" y="6045757"/>
                  <a:pt x="2805102" y="6045757"/>
                </a:cubicBezTo>
                <a:cubicBezTo>
                  <a:pt x="2814979" y="6045757"/>
                  <a:pt x="2823759" y="6037526"/>
                  <a:pt x="2823759" y="6027101"/>
                </a:cubicBezTo>
                <a:cubicBezTo>
                  <a:pt x="2823759" y="6016675"/>
                  <a:pt x="2815528" y="6008444"/>
                  <a:pt x="2805102" y="6008444"/>
                </a:cubicBezTo>
                <a:close/>
                <a:moveTo>
                  <a:pt x="4046876" y="6008444"/>
                </a:moveTo>
                <a:cubicBezTo>
                  <a:pt x="4036450" y="6008444"/>
                  <a:pt x="4029316" y="6015577"/>
                  <a:pt x="4028219" y="6024906"/>
                </a:cubicBezTo>
                <a:lnTo>
                  <a:pt x="3354379" y="6024906"/>
                </a:lnTo>
                <a:cubicBezTo>
                  <a:pt x="3353282" y="6015577"/>
                  <a:pt x="3345600" y="6008444"/>
                  <a:pt x="3335723" y="6008444"/>
                </a:cubicBezTo>
                <a:cubicBezTo>
                  <a:pt x="3325846" y="6008444"/>
                  <a:pt x="3317066" y="6016675"/>
                  <a:pt x="3317066" y="6027101"/>
                </a:cubicBezTo>
                <a:cubicBezTo>
                  <a:pt x="3317066" y="6037526"/>
                  <a:pt x="3325297" y="6045757"/>
                  <a:pt x="3335723" y="6045757"/>
                </a:cubicBezTo>
                <a:cubicBezTo>
                  <a:pt x="3345051" y="6045757"/>
                  <a:pt x="3353282" y="6038624"/>
                  <a:pt x="3354379" y="6029295"/>
                </a:cubicBezTo>
                <a:lnTo>
                  <a:pt x="4028219" y="6029295"/>
                </a:lnTo>
                <a:cubicBezTo>
                  <a:pt x="4029316" y="6038624"/>
                  <a:pt x="4036998" y="6045757"/>
                  <a:pt x="4046876" y="6045757"/>
                </a:cubicBezTo>
                <a:cubicBezTo>
                  <a:pt x="4056752" y="6045757"/>
                  <a:pt x="4065533" y="6037526"/>
                  <a:pt x="4065533" y="6027101"/>
                </a:cubicBezTo>
                <a:cubicBezTo>
                  <a:pt x="4065533" y="6016675"/>
                  <a:pt x="4057302" y="6008444"/>
                  <a:pt x="4046876" y="6008444"/>
                </a:cubicBezTo>
                <a:close/>
                <a:moveTo>
                  <a:pt x="2804004" y="5926136"/>
                </a:moveTo>
                <a:cubicBezTo>
                  <a:pt x="2793579" y="5926136"/>
                  <a:pt x="2786445" y="5933270"/>
                  <a:pt x="2785348" y="5942599"/>
                </a:cubicBezTo>
                <a:lnTo>
                  <a:pt x="1992983" y="5942599"/>
                </a:lnTo>
                <a:lnTo>
                  <a:pt x="1601739" y="6333841"/>
                </a:lnTo>
                <a:lnTo>
                  <a:pt x="932838" y="6333841"/>
                </a:lnTo>
                <a:lnTo>
                  <a:pt x="706762" y="6559919"/>
                </a:lnTo>
                <a:lnTo>
                  <a:pt x="441726" y="6559919"/>
                </a:lnTo>
                <a:cubicBezTo>
                  <a:pt x="440628" y="6550590"/>
                  <a:pt x="432946" y="6543456"/>
                  <a:pt x="423070" y="6543456"/>
                </a:cubicBezTo>
                <a:cubicBezTo>
                  <a:pt x="413192" y="6543456"/>
                  <a:pt x="404412" y="6551687"/>
                  <a:pt x="404412" y="6562113"/>
                </a:cubicBezTo>
                <a:cubicBezTo>
                  <a:pt x="404412" y="6572539"/>
                  <a:pt x="412644" y="6580770"/>
                  <a:pt x="423070" y="6580770"/>
                </a:cubicBezTo>
                <a:cubicBezTo>
                  <a:pt x="433494" y="6580770"/>
                  <a:pt x="440628" y="6573636"/>
                  <a:pt x="441726" y="6564307"/>
                </a:cubicBezTo>
                <a:lnTo>
                  <a:pt x="708958" y="6564307"/>
                </a:lnTo>
                <a:lnTo>
                  <a:pt x="935034" y="6338232"/>
                </a:lnTo>
                <a:lnTo>
                  <a:pt x="1603934" y="6338232"/>
                </a:lnTo>
                <a:lnTo>
                  <a:pt x="1995178" y="5946987"/>
                </a:lnTo>
                <a:lnTo>
                  <a:pt x="2785348" y="5946987"/>
                </a:lnTo>
                <a:cubicBezTo>
                  <a:pt x="2786445" y="5956316"/>
                  <a:pt x="2794127" y="5963450"/>
                  <a:pt x="2804004" y="5963450"/>
                </a:cubicBezTo>
                <a:cubicBezTo>
                  <a:pt x="2813881" y="5963450"/>
                  <a:pt x="2822662" y="5955218"/>
                  <a:pt x="2822662" y="5944793"/>
                </a:cubicBezTo>
                <a:cubicBezTo>
                  <a:pt x="2822662" y="5934367"/>
                  <a:pt x="2814430" y="5926136"/>
                  <a:pt x="2804004" y="5926136"/>
                </a:cubicBezTo>
                <a:close/>
                <a:moveTo>
                  <a:pt x="11466789" y="5863170"/>
                </a:moveTo>
                <a:cubicBezTo>
                  <a:pt x="11461988" y="5863170"/>
                  <a:pt x="11457187" y="5864953"/>
                  <a:pt x="11453620" y="5868520"/>
                </a:cubicBezTo>
                <a:cubicBezTo>
                  <a:pt x="11446487" y="5875653"/>
                  <a:pt x="11446487" y="5887725"/>
                  <a:pt x="11453620" y="5894858"/>
                </a:cubicBezTo>
                <a:cubicBezTo>
                  <a:pt x="11460204" y="5901444"/>
                  <a:pt x="11470629" y="5901992"/>
                  <a:pt x="11478312" y="5896505"/>
                </a:cubicBezTo>
                <a:lnTo>
                  <a:pt x="11798770" y="6216962"/>
                </a:lnTo>
                <a:lnTo>
                  <a:pt x="11799319" y="6216962"/>
                </a:lnTo>
                <a:cubicBezTo>
                  <a:pt x="11799319" y="6217512"/>
                  <a:pt x="12278359" y="6217512"/>
                  <a:pt x="12278359" y="6217512"/>
                </a:cubicBezTo>
                <a:lnTo>
                  <a:pt x="12570284" y="6509985"/>
                </a:lnTo>
                <a:lnTo>
                  <a:pt x="12570831" y="6509985"/>
                </a:lnTo>
                <a:cubicBezTo>
                  <a:pt x="12570831" y="6510533"/>
                  <a:pt x="13854309" y="6510533"/>
                  <a:pt x="13854309" y="6510533"/>
                </a:cubicBezTo>
                <a:lnTo>
                  <a:pt x="14513881" y="7170105"/>
                </a:lnTo>
                <a:lnTo>
                  <a:pt x="14514429" y="7170105"/>
                </a:lnTo>
                <a:cubicBezTo>
                  <a:pt x="14514429" y="7170654"/>
                  <a:pt x="15260152" y="7170654"/>
                  <a:pt x="15260152" y="7170654"/>
                </a:cubicBezTo>
                <a:lnTo>
                  <a:pt x="15528481" y="6902325"/>
                </a:lnTo>
                <a:lnTo>
                  <a:pt x="15694745" y="6902325"/>
                </a:lnTo>
                <a:cubicBezTo>
                  <a:pt x="15695843" y="6911653"/>
                  <a:pt x="15703526" y="6918787"/>
                  <a:pt x="15713402" y="6918787"/>
                </a:cubicBezTo>
                <a:cubicBezTo>
                  <a:pt x="15723280" y="6918787"/>
                  <a:pt x="15732060" y="6910556"/>
                  <a:pt x="15732060" y="6900130"/>
                </a:cubicBezTo>
                <a:cubicBezTo>
                  <a:pt x="15732060" y="6889704"/>
                  <a:pt x="15723828" y="6881473"/>
                  <a:pt x="15713402" y="6881473"/>
                </a:cubicBezTo>
                <a:lnTo>
                  <a:pt x="15712305" y="6880925"/>
                </a:lnTo>
                <a:cubicBezTo>
                  <a:pt x="15702977" y="6880925"/>
                  <a:pt x="15694745" y="6888057"/>
                  <a:pt x="15693648" y="6897386"/>
                </a:cubicBezTo>
                <a:lnTo>
                  <a:pt x="15525737" y="6897386"/>
                </a:lnTo>
                <a:lnTo>
                  <a:pt x="15257409" y="7165715"/>
                </a:lnTo>
                <a:lnTo>
                  <a:pt x="14516076" y="7165715"/>
                </a:lnTo>
                <a:lnTo>
                  <a:pt x="13856504" y="6506142"/>
                </a:lnTo>
                <a:lnTo>
                  <a:pt x="13855954" y="6506142"/>
                </a:lnTo>
                <a:cubicBezTo>
                  <a:pt x="13855954" y="6505594"/>
                  <a:pt x="12572478" y="6505594"/>
                  <a:pt x="12572478" y="6505594"/>
                </a:cubicBezTo>
                <a:lnTo>
                  <a:pt x="12280554" y="6213121"/>
                </a:lnTo>
                <a:lnTo>
                  <a:pt x="12280005" y="6213121"/>
                </a:lnTo>
                <a:cubicBezTo>
                  <a:pt x="12280005" y="6212573"/>
                  <a:pt x="11800964" y="6212573"/>
                  <a:pt x="11800964" y="6212573"/>
                </a:cubicBezTo>
                <a:lnTo>
                  <a:pt x="11481604" y="5893212"/>
                </a:lnTo>
                <a:cubicBezTo>
                  <a:pt x="11487092" y="5886079"/>
                  <a:pt x="11486544" y="5875104"/>
                  <a:pt x="11479958" y="5868520"/>
                </a:cubicBezTo>
                <a:cubicBezTo>
                  <a:pt x="11476392" y="5864953"/>
                  <a:pt x="11471591" y="5863170"/>
                  <a:pt x="11466789" y="5863170"/>
                </a:cubicBezTo>
                <a:close/>
                <a:moveTo>
                  <a:pt x="10306776" y="5831892"/>
                </a:moveTo>
                <a:cubicBezTo>
                  <a:pt x="10301974" y="5831892"/>
                  <a:pt x="10297173" y="5833675"/>
                  <a:pt x="10293606" y="5837242"/>
                </a:cubicBezTo>
                <a:cubicBezTo>
                  <a:pt x="10286473" y="5844375"/>
                  <a:pt x="10286473" y="5856447"/>
                  <a:pt x="10293606" y="5863581"/>
                </a:cubicBezTo>
                <a:cubicBezTo>
                  <a:pt x="10300191" y="5870166"/>
                  <a:pt x="10310617" y="5870715"/>
                  <a:pt x="10318299" y="5865227"/>
                </a:cubicBezTo>
                <a:lnTo>
                  <a:pt x="11084873" y="6631802"/>
                </a:lnTo>
                <a:lnTo>
                  <a:pt x="11085422" y="6631802"/>
                </a:lnTo>
                <a:cubicBezTo>
                  <a:pt x="11085422" y="6632351"/>
                  <a:pt x="11608362" y="6632351"/>
                  <a:pt x="11608362" y="6632351"/>
                </a:cubicBezTo>
                <a:lnTo>
                  <a:pt x="12314575" y="7338565"/>
                </a:lnTo>
                <a:lnTo>
                  <a:pt x="12315125" y="7338565"/>
                </a:lnTo>
                <a:cubicBezTo>
                  <a:pt x="12315125" y="7339114"/>
                  <a:pt x="12698685" y="7339114"/>
                  <a:pt x="12698685" y="7339114"/>
                </a:cubicBezTo>
                <a:lnTo>
                  <a:pt x="13217234" y="7857663"/>
                </a:lnTo>
                <a:lnTo>
                  <a:pt x="13217784" y="7857663"/>
                </a:lnTo>
                <a:cubicBezTo>
                  <a:pt x="13217784" y="7858211"/>
                  <a:pt x="14276830" y="7858211"/>
                  <a:pt x="14276830" y="7858211"/>
                </a:cubicBezTo>
                <a:lnTo>
                  <a:pt x="15188818" y="8770198"/>
                </a:lnTo>
                <a:cubicBezTo>
                  <a:pt x="15183331" y="8777332"/>
                  <a:pt x="15183878" y="8788306"/>
                  <a:pt x="15190464" y="8794890"/>
                </a:cubicBezTo>
                <a:cubicBezTo>
                  <a:pt x="15197597" y="8802024"/>
                  <a:pt x="15209670" y="8802024"/>
                  <a:pt x="15216802" y="8794890"/>
                </a:cubicBezTo>
                <a:cubicBezTo>
                  <a:pt x="15223936" y="8787758"/>
                  <a:pt x="15223936" y="8775685"/>
                  <a:pt x="15216802" y="8768552"/>
                </a:cubicBezTo>
                <a:cubicBezTo>
                  <a:pt x="15210217" y="8761966"/>
                  <a:pt x="15199792" y="8761418"/>
                  <a:pt x="15192109" y="8766906"/>
                </a:cubicBezTo>
                <a:lnTo>
                  <a:pt x="14279574" y="7854370"/>
                </a:lnTo>
                <a:lnTo>
                  <a:pt x="14279025" y="7854370"/>
                </a:lnTo>
                <a:cubicBezTo>
                  <a:pt x="14279025" y="7853821"/>
                  <a:pt x="13219978" y="7853821"/>
                  <a:pt x="13219978" y="7853821"/>
                </a:cubicBezTo>
                <a:lnTo>
                  <a:pt x="12701429" y="7335272"/>
                </a:lnTo>
                <a:lnTo>
                  <a:pt x="12700880" y="7335272"/>
                </a:lnTo>
                <a:cubicBezTo>
                  <a:pt x="12700880" y="7334723"/>
                  <a:pt x="12317319" y="7334723"/>
                  <a:pt x="12317319" y="7334723"/>
                </a:cubicBezTo>
                <a:lnTo>
                  <a:pt x="11611104" y="6628510"/>
                </a:lnTo>
                <a:lnTo>
                  <a:pt x="11610556" y="6628510"/>
                </a:lnTo>
                <a:cubicBezTo>
                  <a:pt x="11610556" y="6627961"/>
                  <a:pt x="11087617" y="6627961"/>
                  <a:pt x="11087617" y="6627961"/>
                </a:cubicBezTo>
                <a:lnTo>
                  <a:pt x="10321592" y="5861935"/>
                </a:lnTo>
                <a:cubicBezTo>
                  <a:pt x="10327079" y="5854801"/>
                  <a:pt x="10326529" y="5843827"/>
                  <a:pt x="10319945" y="5837242"/>
                </a:cubicBezTo>
                <a:cubicBezTo>
                  <a:pt x="10316378" y="5833675"/>
                  <a:pt x="10311577" y="5831892"/>
                  <a:pt x="10306776" y="5831892"/>
                </a:cubicBezTo>
                <a:close/>
                <a:moveTo>
                  <a:pt x="8942636" y="5819683"/>
                </a:moveTo>
                <a:cubicBezTo>
                  <a:pt x="8932210" y="5819683"/>
                  <a:pt x="8923979" y="5827914"/>
                  <a:pt x="8923979" y="5838340"/>
                </a:cubicBezTo>
                <a:cubicBezTo>
                  <a:pt x="8923979" y="5848766"/>
                  <a:pt x="8931112" y="5855899"/>
                  <a:pt x="8940440" y="5856997"/>
                </a:cubicBezTo>
                <a:lnTo>
                  <a:pt x="8940440" y="6048502"/>
                </a:lnTo>
                <a:lnTo>
                  <a:pt x="9310833" y="6418895"/>
                </a:lnTo>
                <a:lnTo>
                  <a:pt x="9310833" y="6624667"/>
                </a:lnTo>
                <a:cubicBezTo>
                  <a:pt x="9301504" y="6625766"/>
                  <a:pt x="9294370" y="6633448"/>
                  <a:pt x="9294370" y="6643325"/>
                </a:cubicBezTo>
                <a:cubicBezTo>
                  <a:pt x="9294370" y="6653202"/>
                  <a:pt x="9302601" y="6661982"/>
                  <a:pt x="9313027" y="6661982"/>
                </a:cubicBezTo>
                <a:cubicBezTo>
                  <a:pt x="9323453" y="6661982"/>
                  <a:pt x="9331684" y="6653750"/>
                  <a:pt x="9331684" y="6643325"/>
                </a:cubicBezTo>
                <a:cubicBezTo>
                  <a:pt x="9331684" y="6632899"/>
                  <a:pt x="9324550" y="6625766"/>
                  <a:pt x="9315223" y="6624667"/>
                </a:cubicBezTo>
                <a:lnTo>
                  <a:pt x="9315223" y="6416700"/>
                </a:lnTo>
                <a:lnTo>
                  <a:pt x="8944831" y="6046308"/>
                </a:lnTo>
                <a:lnTo>
                  <a:pt x="8944831" y="5856997"/>
                </a:lnTo>
                <a:cubicBezTo>
                  <a:pt x="8954159" y="5855899"/>
                  <a:pt x="8961292" y="5848216"/>
                  <a:pt x="8961292" y="5838340"/>
                </a:cubicBezTo>
                <a:cubicBezTo>
                  <a:pt x="8961292" y="5828462"/>
                  <a:pt x="8953062" y="5819683"/>
                  <a:pt x="8942636" y="5819683"/>
                </a:cubicBezTo>
                <a:close/>
                <a:moveTo>
                  <a:pt x="11741153" y="5795127"/>
                </a:moveTo>
                <a:cubicBezTo>
                  <a:pt x="11736352" y="5795127"/>
                  <a:pt x="11731550" y="5796911"/>
                  <a:pt x="11727985" y="5800478"/>
                </a:cubicBezTo>
                <a:cubicBezTo>
                  <a:pt x="11720851" y="5807611"/>
                  <a:pt x="11720851" y="5819683"/>
                  <a:pt x="11727985" y="5826817"/>
                </a:cubicBezTo>
                <a:cubicBezTo>
                  <a:pt x="11734569" y="5833401"/>
                  <a:pt x="11744994" y="5833949"/>
                  <a:pt x="11752677" y="5828462"/>
                </a:cubicBezTo>
                <a:lnTo>
                  <a:pt x="11802611" y="5878396"/>
                </a:lnTo>
                <a:lnTo>
                  <a:pt x="11803160" y="5878396"/>
                </a:lnTo>
                <a:cubicBezTo>
                  <a:pt x="11803160" y="5878946"/>
                  <a:pt x="12455050" y="5878946"/>
                  <a:pt x="12455050" y="5878946"/>
                </a:cubicBezTo>
                <a:lnTo>
                  <a:pt x="12555466" y="5979363"/>
                </a:lnTo>
                <a:lnTo>
                  <a:pt x="12556016" y="5979363"/>
                </a:lnTo>
                <a:cubicBezTo>
                  <a:pt x="12556016" y="5979911"/>
                  <a:pt x="12677833" y="5979911"/>
                  <a:pt x="12677833" y="5979911"/>
                </a:cubicBezTo>
                <a:cubicBezTo>
                  <a:pt x="12678930" y="5989240"/>
                  <a:pt x="12686613" y="5996373"/>
                  <a:pt x="12696491" y="5996373"/>
                </a:cubicBezTo>
                <a:cubicBezTo>
                  <a:pt x="12706367" y="5996373"/>
                  <a:pt x="12715147" y="5988142"/>
                  <a:pt x="12715147" y="5977717"/>
                </a:cubicBezTo>
                <a:cubicBezTo>
                  <a:pt x="12715147" y="5967291"/>
                  <a:pt x="12706916" y="5959060"/>
                  <a:pt x="12696491" y="5959060"/>
                </a:cubicBezTo>
                <a:cubicBezTo>
                  <a:pt x="12686064" y="5959060"/>
                  <a:pt x="12678930" y="5966193"/>
                  <a:pt x="12677833" y="5975522"/>
                </a:cubicBezTo>
                <a:lnTo>
                  <a:pt x="12558210" y="5975522"/>
                </a:lnTo>
                <a:lnTo>
                  <a:pt x="12457794" y="5875104"/>
                </a:lnTo>
                <a:lnTo>
                  <a:pt x="12457245" y="5875104"/>
                </a:lnTo>
                <a:cubicBezTo>
                  <a:pt x="12457245" y="5874555"/>
                  <a:pt x="11805354" y="5874555"/>
                  <a:pt x="11805354" y="5874555"/>
                </a:cubicBezTo>
                <a:lnTo>
                  <a:pt x="11755968" y="5825170"/>
                </a:lnTo>
                <a:cubicBezTo>
                  <a:pt x="11761456" y="5818036"/>
                  <a:pt x="11760908" y="5807062"/>
                  <a:pt x="11754323" y="5800478"/>
                </a:cubicBezTo>
                <a:cubicBezTo>
                  <a:pt x="11750757" y="5796911"/>
                  <a:pt x="11745955" y="5795127"/>
                  <a:pt x="11741153" y="5795127"/>
                </a:cubicBezTo>
                <a:close/>
                <a:moveTo>
                  <a:pt x="4557194" y="5784150"/>
                </a:moveTo>
                <a:cubicBezTo>
                  <a:pt x="4552392" y="5784150"/>
                  <a:pt x="4547591" y="5785934"/>
                  <a:pt x="4544024" y="5789500"/>
                </a:cubicBezTo>
                <a:lnTo>
                  <a:pt x="4543476" y="5789500"/>
                </a:lnTo>
                <a:cubicBezTo>
                  <a:pt x="4536890" y="5796085"/>
                  <a:pt x="4536342" y="5806512"/>
                  <a:pt x="4541829" y="5814194"/>
                </a:cubicBezTo>
                <a:lnTo>
                  <a:pt x="4081446" y="6275126"/>
                </a:lnTo>
                <a:lnTo>
                  <a:pt x="3354379" y="6275126"/>
                </a:lnTo>
                <a:cubicBezTo>
                  <a:pt x="3353282" y="6265798"/>
                  <a:pt x="3345600" y="6258664"/>
                  <a:pt x="3335723" y="6258664"/>
                </a:cubicBezTo>
                <a:cubicBezTo>
                  <a:pt x="3325846" y="6258664"/>
                  <a:pt x="3317066" y="6266895"/>
                  <a:pt x="3317066" y="6277321"/>
                </a:cubicBezTo>
                <a:cubicBezTo>
                  <a:pt x="3317066" y="6287747"/>
                  <a:pt x="3325297" y="6295978"/>
                  <a:pt x="3335723" y="6295978"/>
                </a:cubicBezTo>
                <a:cubicBezTo>
                  <a:pt x="3346148" y="6295978"/>
                  <a:pt x="3353282" y="6288844"/>
                  <a:pt x="3354379" y="6279516"/>
                </a:cubicBezTo>
                <a:lnTo>
                  <a:pt x="4083641" y="6279516"/>
                </a:lnTo>
                <a:lnTo>
                  <a:pt x="4545670" y="5817486"/>
                </a:lnTo>
                <a:cubicBezTo>
                  <a:pt x="4552804" y="5822973"/>
                  <a:pt x="4563778" y="5822424"/>
                  <a:pt x="4570363" y="5815840"/>
                </a:cubicBezTo>
                <a:cubicBezTo>
                  <a:pt x="4577497" y="5808707"/>
                  <a:pt x="4577497" y="5796635"/>
                  <a:pt x="4570363" y="5789500"/>
                </a:cubicBezTo>
                <a:cubicBezTo>
                  <a:pt x="4566796" y="5785934"/>
                  <a:pt x="4561995" y="5784150"/>
                  <a:pt x="4557194" y="5784150"/>
                </a:cubicBezTo>
                <a:close/>
                <a:moveTo>
                  <a:pt x="10997625" y="5764947"/>
                </a:moveTo>
                <a:cubicBezTo>
                  <a:pt x="10992824" y="5764947"/>
                  <a:pt x="10988023" y="5766730"/>
                  <a:pt x="10984456" y="5770298"/>
                </a:cubicBezTo>
                <a:cubicBezTo>
                  <a:pt x="10977323" y="5777431"/>
                  <a:pt x="10977323" y="5789503"/>
                  <a:pt x="10984456" y="5796637"/>
                </a:cubicBezTo>
                <a:cubicBezTo>
                  <a:pt x="10991041" y="5803221"/>
                  <a:pt x="11001467" y="5803769"/>
                  <a:pt x="11009149" y="5798282"/>
                </a:cubicBezTo>
                <a:lnTo>
                  <a:pt x="11105724" y="5894858"/>
                </a:lnTo>
                <a:lnTo>
                  <a:pt x="11105724" y="6118191"/>
                </a:lnTo>
                <a:lnTo>
                  <a:pt x="11291745" y="6304211"/>
                </a:lnTo>
                <a:cubicBezTo>
                  <a:pt x="11286257" y="6311344"/>
                  <a:pt x="11286806" y="6322318"/>
                  <a:pt x="11293390" y="6328903"/>
                </a:cubicBezTo>
                <a:cubicBezTo>
                  <a:pt x="11300523" y="6336037"/>
                  <a:pt x="11312595" y="6336037"/>
                  <a:pt x="11319729" y="6328903"/>
                </a:cubicBezTo>
                <a:cubicBezTo>
                  <a:pt x="11326863" y="6321770"/>
                  <a:pt x="11326863" y="6309698"/>
                  <a:pt x="11319729" y="6302564"/>
                </a:cubicBezTo>
                <a:cubicBezTo>
                  <a:pt x="11313145" y="6295980"/>
                  <a:pt x="11302720" y="6295431"/>
                  <a:pt x="11295037" y="6300917"/>
                </a:cubicBezTo>
                <a:lnTo>
                  <a:pt x="11110115" y="6115997"/>
                </a:lnTo>
                <a:lnTo>
                  <a:pt x="11110115" y="5892664"/>
                </a:lnTo>
                <a:lnTo>
                  <a:pt x="11012441" y="5794990"/>
                </a:lnTo>
                <a:cubicBezTo>
                  <a:pt x="11017928" y="5787856"/>
                  <a:pt x="11017380" y="5776882"/>
                  <a:pt x="11010795" y="5770298"/>
                </a:cubicBezTo>
                <a:cubicBezTo>
                  <a:pt x="11007228" y="5766730"/>
                  <a:pt x="11002427" y="5764947"/>
                  <a:pt x="10997625" y="5764947"/>
                </a:cubicBezTo>
                <a:close/>
                <a:moveTo>
                  <a:pt x="9271873" y="5704998"/>
                </a:moveTo>
                <a:cubicBezTo>
                  <a:pt x="9261995" y="5704998"/>
                  <a:pt x="9253216" y="5713229"/>
                  <a:pt x="9253216" y="5723655"/>
                </a:cubicBezTo>
                <a:cubicBezTo>
                  <a:pt x="9253216" y="5734081"/>
                  <a:pt x="9261446" y="5742312"/>
                  <a:pt x="9271873" y="5742312"/>
                </a:cubicBezTo>
                <a:cubicBezTo>
                  <a:pt x="9282299" y="5742312"/>
                  <a:pt x="9289432" y="5735178"/>
                  <a:pt x="9290529" y="5725850"/>
                </a:cubicBezTo>
                <a:lnTo>
                  <a:pt x="9462830" y="5725850"/>
                </a:lnTo>
                <a:lnTo>
                  <a:pt x="10563033" y="6826051"/>
                </a:lnTo>
                <a:lnTo>
                  <a:pt x="10563581" y="6826051"/>
                </a:lnTo>
                <a:cubicBezTo>
                  <a:pt x="10563581" y="6826600"/>
                  <a:pt x="11033842" y="6826600"/>
                  <a:pt x="11033842" y="6826600"/>
                </a:cubicBezTo>
                <a:lnTo>
                  <a:pt x="11462948" y="7255706"/>
                </a:lnTo>
                <a:lnTo>
                  <a:pt x="11462948" y="7500440"/>
                </a:lnTo>
                <a:lnTo>
                  <a:pt x="12370546" y="8408036"/>
                </a:lnTo>
                <a:lnTo>
                  <a:pt x="12370546" y="8759772"/>
                </a:lnTo>
                <a:cubicBezTo>
                  <a:pt x="12361217" y="8760869"/>
                  <a:pt x="12354083" y="8768552"/>
                  <a:pt x="12354083" y="8778429"/>
                </a:cubicBezTo>
                <a:cubicBezTo>
                  <a:pt x="12354083" y="8788306"/>
                  <a:pt x="12362314" y="8797086"/>
                  <a:pt x="12372741" y="8797086"/>
                </a:cubicBezTo>
                <a:cubicBezTo>
                  <a:pt x="12383166" y="8797086"/>
                  <a:pt x="12391397" y="8788855"/>
                  <a:pt x="12391397" y="8778429"/>
                </a:cubicBezTo>
                <a:cubicBezTo>
                  <a:pt x="12391397" y="8768004"/>
                  <a:pt x="12384263" y="8760869"/>
                  <a:pt x="12374935" y="8759772"/>
                </a:cubicBezTo>
                <a:lnTo>
                  <a:pt x="12374935" y="8406391"/>
                </a:lnTo>
                <a:lnTo>
                  <a:pt x="11467338" y="7498793"/>
                </a:lnTo>
                <a:lnTo>
                  <a:pt x="11467338" y="7254060"/>
                </a:lnTo>
                <a:lnTo>
                  <a:pt x="11036585" y="6822760"/>
                </a:lnTo>
                <a:lnTo>
                  <a:pt x="11036036" y="6822760"/>
                </a:lnTo>
                <a:cubicBezTo>
                  <a:pt x="11036036" y="6822210"/>
                  <a:pt x="10565777" y="6822210"/>
                  <a:pt x="10565777" y="6822210"/>
                </a:cubicBezTo>
                <a:lnTo>
                  <a:pt x="9465574" y="5722009"/>
                </a:lnTo>
                <a:lnTo>
                  <a:pt x="9465025" y="5722009"/>
                </a:lnTo>
                <a:cubicBezTo>
                  <a:pt x="9465025" y="5721460"/>
                  <a:pt x="9290529" y="5721460"/>
                  <a:pt x="9290529" y="5721460"/>
                </a:cubicBezTo>
                <a:cubicBezTo>
                  <a:pt x="9289432" y="5712132"/>
                  <a:pt x="9281750" y="5704998"/>
                  <a:pt x="9271873" y="5704998"/>
                </a:cubicBezTo>
                <a:close/>
                <a:moveTo>
                  <a:pt x="2945028" y="5666586"/>
                </a:moveTo>
                <a:cubicBezTo>
                  <a:pt x="2934602" y="5666586"/>
                  <a:pt x="2926371" y="5674817"/>
                  <a:pt x="2926371" y="5685243"/>
                </a:cubicBezTo>
                <a:cubicBezTo>
                  <a:pt x="2926371" y="5695669"/>
                  <a:pt x="2933505" y="5702801"/>
                  <a:pt x="2942832" y="5703899"/>
                </a:cubicBezTo>
                <a:lnTo>
                  <a:pt x="2942832" y="5867970"/>
                </a:lnTo>
                <a:cubicBezTo>
                  <a:pt x="2933505" y="5869067"/>
                  <a:pt x="2926371" y="5876749"/>
                  <a:pt x="2926371" y="5886626"/>
                </a:cubicBezTo>
                <a:cubicBezTo>
                  <a:pt x="2926371" y="5897052"/>
                  <a:pt x="2934602" y="5905282"/>
                  <a:pt x="2945028" y="5905282"/>
                </a:cubicBezTo>
                <a:cubicBezTo>
                  <a:pt x="2955454" y="5905282"/>
                  <a:pt x="2963685" y="5897052"/>
                  <a:pt x="2963685" y="5886626"/>
                </a:cubicBezTo>
                <a:cubicBezTo>
                  <a:pt x="2963685" y="5876201"/>
                  <a:pt x="2956551" y="5869067"/>
                  <a:pt x="2947223" y="5867970"/>
                </a:cubicBezTo>
                <a:lnTo>
                  <a:pt x="2947223" y="5703899"/>
                </a:lnTo>
                <a:cubicBezTo>
                  <a:pt x="2956551" y="5702801"/>
                  <a:pt x="2963685" y="5695120"/>
                  <a:pt x="2963685" y="5685243"/>
                </a:cubicBezTo>
                <a:cubicBezTo>
                  <a:pt x="2963685" y="5675365"/>
                  <a:pt x="2955454" y="5666586"/>
                  <a:pt x="2945028" y="5666586"/>
                </a:cubicBezTo>
                <a:close/>
                <a:moveTo>
                  <a:pt x="6933738" y="5600191"/>
                </a:moveTo>
                <a:lnTo>
                  <a:pt x="6928800" y="5600191"/>
                </a:lnTo>
                <a:lnTo>
                  <a:pt x="6928800" y="5827365"/>
                </a:lnTo>
                <a:lnTo>
                  <a:pt x="6482684" y="6273481"/>
                </a:lnTo>
                <a:lnTo>
                  <a:pt x="6035469" y="6273481"/>
                </a:lnTo>
                <a:lnTo>
                  <a:pt x="4939658" y="7369294"/>
                </a:lnTo>
                <a:lnTo>
                  <a:pt x="4939658" y="8352616"/>
                </a:lnTo>
                <a:lnTo>
                  <a:pt x="4530855" y="8761418"/>
                </a:lnTo>
                <a:cubicBezTo>
                  <a:pt x="4523722" y="8755931"/>
                  <a:pt x="4512747" y="8756480"/>
                  <a:pt x="4506162" y="8763065"/>
                </a:cubicBezTo>
                <a:cubicBezTo>
                  <a:pt x="4499028" y="8770198"/>
                  <a:pt x="4499028" y="8782270"/>
                  <a:pt x="4506162" y="8789404"/>
                </a:cubicBezTo>
                <a:cubicBezTo>
                  <a:pt x="4513296" y="8796537"/>
                  <a:pt x="4525367" y="8796537"/>
                  <a:pt x="4532501" y="8789404"/>
                </a:cubicBezTo>
                <a:cubicBezTo>
                  <a:pt x="4539086" y="8782819"/>
                  <a:pt x="4539634" y="8772392"/>
                  <a:pt x="4534146" y="8764710"/>
                </a:cubicBezTo>
                <a:lnTo>
                  <a:pt x="4944596" y="8354261"/>
                </a:lnTo>
                <a:lnTo>
                  <a:pt x="4944596" y="7371489"/>
                </a:lnTo>
                <a:lnTo>
                  <a:pt x="6037116" y="6278969"/>
                </a:lnTo>
                <a:lnTo>
                  <a:pt x="6484330" y="6278969"/>
                </a:lnTo>
                <a:lnTo>
                  <a:pt x="6933738" y="5829560"/>
                </a:lnTo>
                <a:close/>
                <a:moveTo>
                  <a:pt x="7517587" y="5600191"/>
                </a:moveTo>
                <a:lnTo>
                  <a:pt x="7512648" y="5600191"/>
                </a:lnTo>
                <a:lnTo>
                  <a:pt x="7512648" y="6661982"/>
                </a:lnTo>
                <a:lnTo>
                  <a:pt x="7355162" y="6819466"/>
                </a:lnTo>
                <a:lnTo>
                  <a:pt x="7355162" y="6975306"/>
                </a:lnTo>
                <a:lnTo>
                  <a:pt x="6702174" y="7628293"/>
                </a:lnTo>
                <a:lnTo>
                  <a:pt x="6702174" y="8766357"/>
                </a:lnTo>
                <a:cubicBezTo>
                  <a:pt x="6692846" y="8767454"/>
                  <a:pt x="6685713" y="8775136"/>
                  <a:pt x="6685713" y="8785014"/>
                </a:cubicBezTo>
                <a:cubicBezTo>
                  <a:pt x="6685713" y="8794890"/>
                  <a:pt x="6693944" y="8803671"/>
                  <a:pt x="6704370" y="8803671"/>
                </a:cubicBezTo>
                <a:cubicBezTo>
                  <a:pt x="6714796" y="8803671"/>
                  <a:pt x="6723026" y="8795440"/>
                  <a:pt x="6723026" y="8785014"/>
                </a:cubicBezTo>
                <a:cubicBezTo>
                  <a:pt x="6723026" y="8774588"/>
                  <a:pt x="6715893" y="8767454"/>
                  <a:pt x="6706565" y="8766357"/>
                </a:cubicBezTo>
                <a:lnTo>
                  <a:pt x="6707114" y="8766357"/>
                </a:lnTo>
                <a:lnTo>
                  <a:pt x="6707114" y="7630488"/>
                </a:lnTo>
                <a:lnTo>
                  <a:pt x="7360101" y="6977501"/>
                </a:lnTo>
                <a:lnTo>
                  <a:pt x="7360101" y="6821662"/>
                </a:lnTo>
                <a:lnTo>
                  <a:pt x="7517587" y="6664176"/>
                </a:lnTo>
                <a:close/>
                <a:moveTo>
                  <a:pt x="7745858" y="5600191"/>
                </a:moveTo>
                <a:lnTo>
                  <a:pt x="7740920" y="5600191"/>
                </a:lnTo>
                <a:lnTo>
                  <a:pt x="7740920" y="6817821"/>
                </a:lnTo>
                <a:lnTo>
                  <a:pt x="7741468" y="6817821"/>
                </a:lnTo>
                <a:lnTo>
                  <a:pt x="7583982" y="6975306"/>
                </a:lnTo>
                <a:lnTo>
                  <a:pt x="7583982" y="8008014"/>
                </a:lnTo>
                <a:lnTo>
                  <a:pt x="7281634" y="8310364"/>
                </a:lnTo>
                <a:lnTo>
                  <a:pt x="7281634" y="8747152"/>
                </a:lnTo>
                <a:cubicBezTo>
                  <a:pt x="7272304" y="8748249"/>
                  <a:pt x="7265172" y="8755931"/>
                  <a:pt x="7265172" y="8765808"/>
                </a:cubicBezTo>
                <a:cubicBezTo>
                  <a:pt x="7265172" y="8775685"/>
                  <a:pt x="7273402" y="8784465"/>
                  <a:pt x="7283828" y="8784465"/>
                </a:cubicBezTo>
                <a:cubicBezTo>
                  <a:pt x="7294254" y="8784465"/>
                  <a:pt x="7302484" y="8776235"/>
                  <a:pt x="7302484" y="8765808"/>
                </a:cubicBezTo>
                <a:cubicBezTo>
                  <a:pt x="7302484" y="8755382"/>
                  <a:pt x="7295352" y="8748249"/>
                  <a:pt x="7286023" y="8747152"/>
                </a:cubicBezTo>
                <a:lnTo>
                  <a:pt x="7286023" y="8312558"/>
                </a:lnTo>
                <a:lnTo>
                  <a:pt x="7588372" y="8010209"/>
                </a:lnTo>
                <a:lnTo>
                  <a:pt x="7588372" y="6977501"/>
                </a:lnTo>
                <a:lnTo>
                  <a:pt x="7745858" y="6820016"/>
                </a:lnTo>
                <a:close/>
                <a:moveTo>
                  <a:pt x="2025358" y="5590313"/>
                </a:moveTo>
                <a:lnTo>
                  <a:pt x="1402002" y="6213669"/>
                </a:lnTo>
                <a:lnTo>
                  <a:pt x="422520" y="6213669"/>
                </a:lnTo>
                <a:lnTo>
                  <a:pt x="47190" y="6588999"/>
                </a:lnTo>
                <a:cubicBezTo>
                  <a:pt x="40056" y="6583511"/>
                  <a:pt x="29082" y="6584061"/>
                  <a:pt x="22496" y="6590645"/>
                </a:cubicBezTo>
                <a:cubicBezTo>
                  <a:pt x="15364" y="6597779"/>
                  <a:pt x="15364" y="6609851"/>
                  <a:pt x="22496" y="6616985"/>
                </a:cubicBezTo>
                <a:cubicBezTo>
                  <a:pt x="29630" y="6624117"/>
                  <a:pt x="41702" y="6624117"/>
                  <a:pt x="48836" y="6616985"/>
                </a:cubicBezTo>
                <a:lnTo>
                  <a:pt x="49384" y="6616435"/>
                </a:lnTo>
                <a:cubicBezTo>
                  <a:pt x="55970" y="6609851"/>
                  <a:pt x="56518" y="6599425"/>
                  <a:pt x="51032" y="6591742"/>
                </a:cubicBezTo>
                <a:lnTo>
                  <a:pt x="424716" y="6218058"/>
                </a:lnTo>
                <a:lnTo>
                  <a:pt x="1404745" y="6218058"/>
                </a:lnTo>
                <a:lnTo>
                  <a:pt x="2028101" y="5594702"/>
                </a:lnTo>
                <a:lnTo>
                  <a:pt x="2767788" y="5594702"/>
                </a:lnTo>
                <a:lnTo>
                  <a:pt x="2859426" y="5686340"/>
                </a:lnTo>
                <a:lnTo>
                  <a:pt x="2859426" y="5863031"/>
                </a:lnTo>
                <a:cubicBezTo>
                  <a:pt x="2850098" y="5864128"/>
                  <a:pt x="2842964" y="5871810"/>
                  <a:pt x="2842964" y="5881687"/>
                </a:cubicBezTo>
                <a:cubicBezTo>
                  <a:pt x="2842964" y="5891564"/>
                  <a:pt x="2851195" y="5900344"/>
                  <a:pt x="2861621" y="5900344"/>
                </a:cubicBezTo>
                <a:cubicBezTo>
                  <a:pt x="2872046" y="5900344"/>
                  <a:pt x="2880278" y="5892112"/>
                  <a:pt x="2880278" y="5881687"/>
                </a:cubicBezTo>
                <a:cubicBezTo>
                  <a:pt x="2880278" y="5871261"/>
                  <a:pt x="2873144" y="5864128"/>
                  <a:pt x="2863816" y="5863031"/>
                </a:cubicBezTo>
                <a:lnTo>
                  <a:pt x="2863816" y="5684694"/>
                </a:lnTo>
                <a:lnTo>
                  <a:pt x="2769983" y="5590861"/>
                </a:lnTo>
                <a:lnTo>
                  <a:pt x="2769434" y="5590861"/>
                </a:lnTo>
                <a:cubicBezTo>
                  <a:pt x="2769434" y="5590313"/>
                  <a:pt x="2025358" y="5590313"/>
                  <a:pt x="2025358" y="5590313"/>
                </a:cubicBezTo>
                <a:close/>
                <a:moveTo>
                  <a:pt x="7168594" y="5555195"/>
                </a:moveTo>
                <a:lnTo>
                  <a:pt x="7163657" y="5555195"/>
                </a:lnTo>
                <a:lnTo>
                  <a:pt x="7163657" y="6259214"/>
                </a:lnTo>
                <a:lnTo>
                  <a:pt x="6775156" y="6647715"/>
                </a:lnTo>
                <a:lnTo>
                  <a:pt x="6300506" y="6647715"/>
                </a:lnTo>
                <a:lnTo>
                  <a:pt x="5453817" y="7494404"/>
                </a:lnTo>
                <a:lnTo>
                  <a:pt x="5453817" y="8703253"/>
                </a:lnTo>
                <a:cubicBezTo>
                  <a:pt x="5444488" y="8704350"/>
                  <a:pt x="5437356" y="8712032"/>
                  <a:pt x="5437356" y="8721910"/>
                </a:cubicBezTo>
                <a:cubicBezTo>
                  <a:pt x="5437356" y="8731786"/>
                  <a:pt x="5445586" y="8740567"/>
                  <a:pt x="5456011" y="8740567"/>
                </a:cubicBezTo>
                <a:cubicBezTo>
                  <a:pt x="5466438" y="8740567"/>
                  <a:pt x="5474668" y="8732336"/>
                  <a:pt x="5474668" y="8721910"/>
                </a:cubicBezTo>
                <a:cubicBezTo>
                  <a:pt x="5474668" y="8711484"/>
                  <a:pt x="5467536" y="8704350"/>
                  <a:pt x="5458206" y="8703253"/>
                </a:cubicBezTo>
                <a:lnTo>
                  <a:pt x="5458206" y="7496049"/>
                </a:lnTo>
                <a:lnTo>
                  <a:pt x="6302152" y="6652105"/>
                </a:lnTo>
                <a:lnTo>
                  <a:pt x="6776803" y="6652105"/>
                </a:lnTo>
                <a:lnTo>
                  <a:pt x="7168046" y="6260861"/>
                </a:lnTo>
                <a:lnTo>
                  <a:pt x="7168594" y="6261409"/>
                </a:lnTo>
                <a:close/>
                <a:moveTo>
                  <a:pt x="8094301" y="5550805"/>
                </a:moveTo>
                <a:lnTo>
                  <a:pt x="8089362" y="5550805"/>
                </a:lnTo>
                <a:lnTo>
                  <a:pt x="8089362" y="7186018"/>
                </a:lnTo>
                <a:lnTo>
                  <a:pt x="8236421" y="7333077"/>
                </a:lnTo>
                <a:lnTo>
                  <a:pt x="8236421" y="8138611"/>
                </a:lnTo>
                <a:lnTo>
                  <a:pt x="8598033" y="8500223"/>
                </a:lnTo>
                <a:lnTo>
                  <a:pt x="8598033" y="8747700"/>
                </a:lnTo>
                <a:cubicBezTo>
                  <a:pt x="8588705" y="8748797"/>
                  <a:pt x="8581572" y="8756480"/>
                  <a:pt x="8581572" y="8766357"/>
                </a:cubicBezTo>
                <a:cubicBezTo>
                  <a:pt x="8581572" y="8776235"/>
                  <a:pt x="8589803" y="8785014"/>
                  <a:pt x="8600229" y="8785014"/>
                </a:cubicBezTo>
                <a:cubicBezTo>
                  <a:pt x="8610655" y="8785014"/>
                  <a:pt x="8618886" y="8776783"/>
                  <a:pt x="8618886" y="8766357"/>
                </a:cubicBezTo>
                <a:cubicBezTo>
                  <a:pt x="8618886" y="8755931"/>
                  <a:pt x="8611752" y="8748797"/>
                  <a:pt x="8602423" y="8747700"/>
                </a:cubicBezTo>
                <a:lnTo>
                  <a:pt x="8602972" y="8747700"/>
                </a:lnTo>
                <a:lnTo>
                  <a:pt x="8602972" y="8498028"/>
                </a:lnTo>
                <a:lnTo>
                  <a:pt x="8241360" y="8136416"/>
                </a:lnTo>
                <a:lnTo>
                  <a:pt x="8241360" y="7330883"/>
                </a:lnTo>
                <a:lnTo>
                  <a:pt x="8094301" y="7183823"/>
                </a:lnTo>
                <a:close/>
                <a:moveTo>
                  <a:pt x="8342874" y="5550805"/>
                </a:moveTo>
                <a:lnTo>
                  <a:pt x="8337936" y="5550805"/>
                </a:lnTo>
                <a:lnTo>
                  <a:pt x="8337936" y="7063651"/>
                </a:lnTo>
                <a:lnTo>
                  <a:pt x="8547002" y="7272717"/>
                </a:lnTo>
                <a:lnTo>
                  <a:pt x="8547002" y="7628293"/>
                </a:lnTo>
                <a:lnTo>
                  <a:pt x="9146763" y="8228054"/>
                </a:lnTo>
                <a:lnTo>
                  <a:pt x="9146763" y="8759772"/>
                </a:lnTo>
                <a:cubicBezTo>
                  <a:pt x="9137435" y="8760869"/>
                  <a:pt x="9130300" y="8768552"/>
                  <a:pt x="9130300" y="8778429"/>
                </a:cubicBezTo>
                <a:cubicBezTo>
                  <a:pt x="9130300" y="8788306"/>
                  <a:pt x="9138532" y="8797086"/>
                  <a:pt x="9148958" y="8797086"/>
                </a:cubicBezTo>
                <a:cubicBezTo>
                  <a:pt x="9159383" y="8797086"/>
                  <a:pt x="9167615" y="8788855"/>
                  <a:pt x="9167615" y="8778429"/>
                </a:cubicBezTo>
                <a:cubicBezTo>
                  <a:pt x="9167615" y="8773217"/>
                  <a:pt x="9165831" y="8768827"/>
                  <a:pt x="9162881" y="8765603"/>
                </a:cubicBezTo>
                <a:lnTo>
                  <a:pt x="9151701" y="8760045"/>
                </a:lnTo>
                <a:lnTo>
                  <a:pt x="9151701" y="8760321"/>
                </a:lnTo>
                <a:lnTo>
                  <a:pt x="9151152" y="8759772"/>
                </a:lnTo>
                <a:lnTo>
                  <a:pt x="9151701" y="8760045"/>
                </a:lnTo>
                <a:lnTo>
                  <a:pt x="9151701" y="8226408"/>
                </a:lnTo>
                <a:lnTo>
                  <a:pt x="8551940" y="7626647"/>
                </a:lnTo>
                <a:lnTo>
                  <a:pt x="8551940" y="7271071"/>
                </a:lnTo>
                <a:lnTo>
                  <a:pt x="8342874" y="7062005"/>
                </a:lnTo>
                <a:close/>
                <a:moveTo>
                  <a:pt x="8562915" y="5550805"/>
                </a:moveTo>
                <a:lnTo>
                  <a:pt x="8557977" y="5550805"/>
                </a:lnTo>
                <a:lnTo>
                  <a:pt x="8557977" y="6582417"/>
                </a:lnTo>
                <a:lnTo>
                  <a:pt x="8656199" y="6680639"/>
                </a:lnTo>
                <a:lnTo>
                  <a:pt x="8656199" y="6911105"/>
                </a:lnTo>
                <a:lnTo>
                  <a:pt x="8981595" y="7236501"/>
                </a:lnTo>
                <a:lnTo>
                  <a:pt x="8981595" y="7821995"/>
                </a:lnTo>
                <a:lnTo>
                  <a:pt x="9516057" y="8356457"/>
                </a:lnTo>
                <a:lnTo>
                  <a:pt x="9516057" y="8760869"/>
                </a:lnTo>
                <a:cubicBezTo>
                  <a:pt x="9506729" y="8761966"/>
                  <a:pt x="9499596" y="8769650"/>
                  <a:pt x="9499596" y="8779526"/>
                </a:cubicBezTo>
                <a:cubicBezTo>
                  <a:pt x="9499596" y="8789404"/>
                  <a:pt x="9507826" y="8798184"/>
                  <a:pt x="9518252" y="8798184"/>
                </a:cubicBezTo>
                <a:cubicBezTo>
                  <a:pt x="9528678" y="8798184"/>
                  <a:pt x="9536909" y="8789952"/>
                  <a:pt x="9536909" y="8779526"/>
                </a:cubicBezTo>
                <a:cubicBezTo>
                  <a:pt x="9536909" y="8769101"/>
                  <a:pt x="9529776" y="8761966"/>
                  <a:pt x="9520448" y="8760869"/>
                </a:cubicBezTo>
                <a:lnTo>
                  <a:pt x="9520996" y="8760321"/>
                </a:lnTo>
                <a:lnTo>
                  <a:pt x="9520996" y="8354261"/>
                </a:lnTo>
                <a:lnTo>
                  <a:pt x="8986534" y="7819799"/>
                </a:lnTo>
                <a:lnTo>
                  <a:pt x="8986534" y="7234306"/>
                </a:lnTo>
                <a:lnTo>
                  <a:pt x="8661137" y="6908909"/>
                </a:lnTo>
                <a:lnTo>
                  <a:pt x="8661137" y="6678444"/>
                </a:lnTo>
                <a:lnTo>
                  <a:pt x="8562915" y="6580221"/>
                </a:lnTo>
                <a:close/>
                <a:moveTo>
                  <a:pt x="7981263" y="5550257"/>
                </a:moveTo>
                <a:lnTo>
                  <a:pt x="7976324" y="5550257"/>
                </a:lnTo>
                <a:lnTo>
                  <a:pt x="7976324" y="7449408"/>
                </a:lnTo>
                <a:lnTo>
                  <a:pt x="8142588" y="7615673"/>
                </a:lnTo>
                <a:lnTo>
                  <a:pt x="8142588" y="8734530"/>
                </a:lnTo>
                <a:cubicBezTo>
                  <a:pt x="8133260" y="8735628"/>
                  <a:pt x="8126127" y="8743311"/>
                  <a:pt x="8126127" y="8753187"/>
                </a:cubicBezTo>
                <a:cubicBezTo>
                  <a:pt x="8126127" y="8763065"/>
                  <a:pt x="8134358" y="8771844"/>
                  <a:pt x="8144784" y="8771844"/>
                </a:cubicBezTo>
                <a:cubicBezTo>
                  <a:pt x="8155210" y="8771844"/>
                  <a:pt x="8163440" y="8763613"/>
                  <a:pt x="8163440" y="8753187"/>
                </a:cubicBezTo>
                <a:cubicBezTo>
                  <a:pt x="8163440" y="8747974"/>
                  <a:pt x="8161657" y="8743584"/>
                  <a:pt x="8158707" y="8740361"/>
                </a:cubicBezTo>
                <a:lnTo>
                  <a:pt x="8147526" y="8734803"/>
                </a:lnTo>
                <a:lnTo>
                  <a:pt x="8147526" y="8735080"/>
                </a:lnTo>
                <a:lnTo>
                  <a:pt x="8146978" y="8734530"/>
                </a:lnTo>
                <a:lnTo>
                  <a:pt x="8147526" y="8734803"/>
                </a:lnTo>
                <a:lnTo>
                  <a:pt x="8147526" y="7614027"/>
                </a:lnTo>
                <a:lnTo>
                  <a:pt x="7981263" y="7447761"/>
                </a:lnTo>
                <a:close/>
                <a:moveTo>
                  <a:pt x="8674855" y="5545867"/>
                </a:moveTo>
                <a:lnTo>
                  <a:pt x="8669918" y="5545867"/>
                </a:lnTo>
                <a:lnTo>
                  <a:pt x="8669918" y="6403530"/>
                </a:lnTo>
                <a:lnTo>
                  <a:pt x="8878983" y="6612597"/>
                </a:lnTo>
                <a:lnTo>
                  <a:pt x="8878983" y="6976953"/>
                </a:lnTo>
                <a:lnTo>
                  <a:pt x="9308089" y="7406058"/>
                </a:lnTo>
                <a:lnTo>
                  <a:pt x="9308638" y="7406058"/>
                </a:lnTo>
                <a:cubicBezTo>
                  <a:pt x="9308638" y="7406606"/>
                  <a:pt x="9581356" y="7406606"/>
                  <a:pt x="9581356" y="7406606"/>
                </a:cubicBezTo>
                <a:lnTo>
                  <a:pt x="9900716" y="7725968"/>
                </a:lnTo>
                <a:lnTo>
                  <a:pt x="9900716" y="8574851"/>
                </a:lnTo>
                <a:lnTo>
                  <a:pt x="10090577" y="8764710"/>
                </a:lnTo>
                <a:cubicBezTo>
                  <a:pt x="10085089" y="8771844"/>
                  <a:pt x="10085638" y="8782819"/>
                  <a:pt x="10092222" y="8789404"/>
                </a:cubicBezTo>
                <a:cubicBezTo>
                  <a:pt x="10099357" y="8796537"/>
                  <a:pt x="10111429" y="8796537"/>
                  <a:pt x="10118562" y="8789404"/>
                </a:cubicBezTo>
                <a:cubicBezTo>
                  <a:pt x="10125695" y="8782270"/>
                  <a:pt x="10125695" y="8770198"/>
                  <a:pt x="10118562" y="8763065"/>
                </a:cubicBezTo>
                <a:cubicBezTo>
                  <a:pt x="10111977" y="8756480"/>
                  <a:pt x="10101551" y="8755931"/>
                  <a:pt x="10093869" y="8761418"/>
                </a:cubicBezTo>
                <a:lnTo>
                  <a:pt x="10093869" y="8760869"/>
                </a:lnTo>
                <a:lnTo>
                  <a:pt x="9905655" y="8572655"/>
                </a:lnTo>
                <a:lnTo>
                  <a:pt x="9905655" y="7723772"/>
                </a:lnTo>
                <a:lnTo>
                  <a:pt x="9584099" y="7402218"/>
                </a:lnTo>
                <a:lnTo>
                  <a:pt x="9583551" y="7402218"/>
                </a:lnTo>
                <a:cubicBezTo>
                  <a:pt x="9583551" y="7401669"/>
                  <a:pt x="9310833" y="7401669"/>
                  <a:pt x="9310833" y="7401669"/>
                </a:cubicBezTo>
                <a:lnTo>
                  <a:pt x="8883922" y="6974757"/>
                </a:lnTo>
                <a:lnTo>
                  <a:pt x="8883922" y="6610401"/>
                </a:lnTo>
                <a:lnTo>
                  <a:pt x="8674855" y="6401335"/>
                </a:lnTo>
                <a:close/>
                <a:moveTo>
                  <a:pt x="5604168" y="5531600"/>
                </a:moveTo>
                <a:cubicBezTo>
                  <a:pt x="5593742" y="5531600"/>
                  <a:pt x="5586609" y="5538733"/>
                  <a:pt x="5585512" y="5548062"/>
                </a:cubicBezTo>
                <a:lnTo>
                  <a:pt x="4807962" y="5548062"/>
                </a:lnTo>
                <a:lnTo>
                  <a:pt x="4635662" y="5720362"/>
                </a:lnTo>
                <a:cubicBezTo>
                  <a:pt x="4628529" y="5714876"/>
                  <a:pt x="4617554" y="5715424"/>
                  <a:pt x="4610969" y="5722009"/>
                </a:cubicBezTo>
                <a:cubicBezTo>
                  <a:pt x="4603836" y="5729143"/>
                  <a:pt x="4603836" y="5741215"/>
                  <a:pt x="4610969" y="5748348"/>
                </a:cubicBezTo>
                <a:cubicBezTo>
                  <a:pt x="4618102" y="5755482"/>
                  <a:pt x="4630174" y="5755482"/>
                  <a:pt x="4637308" y="5748348"/>
                </a:cubicBezTo>
                <a:cubicBezTo>
                  <a:pt x="4643893" y="5741763"/>
                  <a:pt x="4644442" y="5731337"/>
                  <a:pt x="4638954" y="5723655"/>
                </a:cubicBezTo>
                <a:lnTo>
                  <a:pt x="4810158" y="5552452"/>
                </a:lnTo>
                <a:lnTo>
                  <a:pt x="5585512" y="5552452"/>
                </a:lnTo>
                <a:cubicBezTo>
                  <a:pt x="5586609" y="5561780"/>
                  <a:pt x="5594292" y="5568914"/>
                  <a:pt x="5604168" y="5568914"/>
                </a:cubicBezTo>
                <a:cubicBezTo>
                  <a:pt x="5614046" y="5568914"/>
                  <a:pt x="5622826" y="5560683"/>
                  <a:pt x="5622826" y="5550257"/>
                </a:cubicBezTo>
                <a:cubicBezTo>
                  <a:pt x="5622826" y="5539831"/>
                  <a:pt x="5614594" y="5531600"/>
                  <a:pt x="5604168" y="5531600"/>
                </a:cubicBezTo>
                <a:close/>
                <a:moveTo>
                  <a:pt x="7615808" y="5518431"/>
                </a:moveTo>
                <a:lnTo>
                  <a:pt x="7610870" y="5518431"/>
                </a:lnTo>
                <a:lnTo>
                  <a:pt x="7610870" y="6798615"/>
                </a:lnTo>
                <a:lnTo>
                  <a:pt x="7453385" y="6956101"/>
                </a:lnTo>
                <a:lnTo>
                  <a:pt x="7453385" y="7533364"/>
                </a:lnTo>
                <a:lnTo>
                  <a:pt x="7137866" y="7848882"/>
                </a:lnTo>
                <a:lnTo>
                  <a:pt x="7137866" y="8652221"/>
                </a:lnTo>
                <a:cubicBezTo>
                  <a:pt x="7128538" y="8653319"/>
                  <a:pt x="7121404" y="8661001"/>
                  <a:pt x="7121404" y="8670878"/>
                </a:cubicBezTo>
                <a:cubicBezTo>
                  <a:pt x="7121404" y="8680755"/>
                  <a:pt x="7129635" y="8689534"/>
                  <a:pt x="7140061" y="8689534"/>
                </a:cubicBezTo>
                <a:cubicBezTo>
                  <a:pt x="7150487" y="8689534"/>
                  <a:pt x="7158718" y="8681304"/>
                  <a:pt x="7158718" y="8670878"/>
                </a:cubicBezTo>
                <a:cubicBezTo>
                  <a:pt x="7158718" y="8660452"/>
                  <a:pt x="7151584" y="8653319"/>
                  <a:pt x="7142256" y="8652221"/>
                </a:cubicBezTo>
                <a:lnTo>
                  <a:pt x="7142805" y="8651672"/>
                </a:lnTo>
                <a:lnTo>
                  <a:pt x="7142805" y="7850528"/>
                </a:lnTo>
                <a:lnTo>
                  <a:pt x="7458324" y="7535010"/>
                </a:lnTo>
                <a:lnTo>
                  <a:pt x="7458324" y="6957746"/>
                </a:lnTo>
                <a:lnTo>
                  <a:pt x="7615808" y="6800261"/>
                </a:lnTo>
                <a:close/>
                <a:moveTo>
                  <a:pt x="9293557" y="5506251"/>
                </a:moveTo>
                <a:lnTo>
                  <a:pt x="9293273" y="5506359"/>
                </a:lnTo>
                <a:lnTo>
                  <a:pt x="9293822" y="5506359"/>
                </a:lnTo>
                <a:close/>
                <a:moveTo>
                  <a:pt x="2078585" y="5497577"/>
                </a:moveTo>
                <a:cubicBezTo>
                  <a:pt x="2068708" y="5497577"/>
                  <a:pt x="2059928" y="5505808"/>
                  <a:pt x="2059928" y="5516234"/>
                </a:cubicBezTo>
                <a:cubicBezTo>
                  <a:pt x="2059928" y="5526659"/>
                  <a:pt x="2068159" y="5534891"/>
                  <a:pt x="2078585" y="5534891"/>
                </a:cubicBezTo>
                <a:lnTo>
                  <a:pt x="2078585" y="5535440"/>
                </a:lnTo>
                <a:cubicBezTo>
                  <a:pt x="2087913" y="5535440"/>
                  <a:pt x="2096144" y="5528306"/>
                  <a:pt x="2097241" y="5518978"/>
                </a:cubicBezTo>
                <a:lnTo>
                  <a:pt x="2858877" y="5518978"/>
                </a:lnTo>
                <a:lnTo>
                  <a:pt x="3026239" y="5686340"/>
                </a:lnTo>
                <a:lnTo>
                  <a:pt x="3026239" y="5870164"/>
                </a:lnTo>
                <a:cubicBezTo>
                  <a:pt x="3016911" y="5871261"/>
                  <a:pt x="3009778" y="5878944"/>
                  <a:pt x="3009778" y="5888821"/>
                </a:cubicBezTo>
                <a:cubicBezTo>
                  <a:pt x="3009778" y="5898698"/>
                  <a:pt x="3018008" y="5907478"/>
                  <a:pt x="3028434" y="5907478"/>
                </a:cubicBezTo>
                <a:cubicBezTo>
                  <a:pt x="3038860" y="5907478"/>
                  <a:pt x="3047091" y="5899247"/>
                  <a:pt x="3047091" y="5888821"/>
                </a:cubicBezTo>
                <a:cubicBezTo>
                  <a:pt x="3047091" y="5878395"/>
                  <a:pt x="3039958" y="5871261"/>
                  <a:pt x="3030629" y="5870164"/>
                </a:cubicBezTo>
                <a:lnTo>
                  <a:pt x="3030629" y="5684145"/>
                </a:lnTo>
                <a:lnTo>
                  <a:pt x="2861073" y="5514588"/>
                </a:lnTo>
                <a:lnTo>
                  <a:pt x="2860523" y="5514588"/>
                </a:lnTo>
                <a:cubicBezTo>
                  <a:pt x="2860523" y="5514039"/>
                  <a:pt x="2097241" y="5514039"/>
                  <a:pt x="2097241" y="5514039"/>
                </a:cubicBezTo>
                <a:cubicBezTo>
                  <a:pt x="2096144" y="5504711"/>
                  <a:pt x="2088462" y="5497577"/>
                  <a:pt x="2078585" y="5497577"/>
                </a:cubicBezTo>
                <a:close/>
                <a:moveTo>
                  <a:pt x="9293822" y="5469044"/>
                </a:moveTo>
                <a:cubicBezTo>
                  <a:pt x="9283944" y="5469044"/>
                  <a:pt x="9275165" y="5477276"/>
                  <a:pt x="9275165" y="5487702"/>
                </a:cubicBezTo>
                <a:cubicBezTo>
                  <a:pt x="9275165" y="5492915"/>
                  <a:pt x="9277223" y="5497579"/>
                  <a:pt x="9280584" y="5500940"/>
                </a:cubicBezTo>
                <a:lnTo>
                  <a:pt x="9293557" y="5506251"/>
                </a:lnTo>
                <a:lnTo>
                  <a:pt x="9305688" y="5501626"/>
                </a:lnTo>
                <a:cubicBezTo>
                  <a:pt x="9309049" y="5498676"/>
                  <a:pt x="9311381" y="5494561"/>
                  <a:pt x="9311930" y="5489897"/>
                </a:cubicBezTo>
                <a:lnTo>
                  <a:pt x="9486426" y="5489897"/>
                </a:lnTo>
                <a:lnTo>
                  <a:pt x="9856270" y="5859741"/>
                </a:lnTo>
                <a:lnTo>
                  <a:pt x="9856818" y="5859741"/>
                </a:lnTo>
                <a:cubicBezTo>
                  <a:pt x="9856818" y="5860289"/>
                  <a:pt x="10064786" y="5860289"/>
                  <a:pt x="10064786" y="5860289"/>
                </a:cubicBezTo>
                <a:cubicBezTo>
                  <a:pt x="10065883" y="5869617"/>
                  <a:pt x="10073566" y="5876751"/>
                  <a:pt x="10083443" y="5876751"/>
                </a:cubicBezTo>
                <a:cubicBezTo>
                  <a:pt x="10093320" y="5876751"/>
                  <a:pt x="10102100" y="5868520"/>
                  <a:pt x="10102100" y="5858094"/>
                </a:cubicBezTo>
                <a:cubicBezTo>
                  <a:pt x="10102100" y="5847668"/>
                  <a:pt x="10093869" y="5839437"/>
                  <a:pt x="10083443" y="5839437"/>
                </a:cubicBezTo>
                <a:cubicBezTo>
                  <a:pt x="10073017" y="5839437"/>
                  <a:pt x="10065883" y="5846571"/>
                  <a:pt x="10064786" y="5855899"/>
                </a:cubicBezTo>
                <a:lnTo>
                  <a:pt x="9859012" y="5855899"/>
                </a:lnTo>
                <a:lnTo>
                  <a:pt x="9489169" y="5486055"/>
                </a:lnTo>
                <a:lnTo>
                  <a:pt x="9488621" y="5486055"/>
                </a:lnTo>
                <a:cubicBezTo>
                  <a:pt x="9488621" y="5485507"/>
                  <a:pt x="9312479" y="5485507"/>
                  <a:pt x="9312479" y="5485507"/>
                </a:cubicBezTo>
                <a:cubicBezTo>
                  <a:pt x="9311381" y="5476179"/>
                  <a:pt x="9303699" y="5469044"/>
                  <a:pt x="9293822" y="5469044"/>
                </a:cubicBezTo>
                <a:close/>
                <a:moveTo>
                  <a:pt x="9005740" y="5334058"/>
                </a:moveTo>
                <a:lnTo>
                  <a:pt x="9005740" y="5338996"/>
                </a:lnTo>
                <a:lnTo>
                  <a:pt x="9640070" y="5338996"/>
                </a:lnTo>
                <a:lnTo>
                  <a:pt x="9835417" y="5534344"/>
                </a:lnTo>
                <a:cubicBezTo>
                  <a:pt x="9829930" y="5541477"/>
                  <a:pt x="9830479" y="5552452"/>
                  <a:pt x="9837064" y="5559036"/>
                </a:cubicBezTo>
                <a:lnTo>
                  <a:pt x="9837064" y="5558487"/>
                </a:lnTo>
                <a:cubicBezTo>
                  <a:pt x="9844198" y="5565621"/>
                  <a:pt x="9856270" y="5565621"/>
                  <a:pt x="9863403" y="5558487"/>
                </a:cubicBezTo>
                <a:cubicBezTo>
                  <a:pt x="9870536" y="5551354"/>
                  <a:pt x="9870536" y="5539282"/>
                  <a:pt x="9863403" y="5532148"/>
                </a:cubicBezTo>
                <a:cubicBezTo>
                  <a:pt x="9856270" y="5525015"/>
                  <a:pt x="9846392" y="5525015"/>
                  <a:pt x="9838710" y="5530503"/>
                </a:cubicBezTo>
                <a:lnTo>
                  <a:pt x="9642814" y="5334607"/>
                </a:lnTo>
                <a:lnTo>
                  <a:pt x="9642265" y="5334607"/>
                </a:lnTo>
                <a:cubicBezTo>
                  <a:pt x="9642265" y="5334058"/>
                  <a:pt x="9005740" y="5334058"/>
                  <a:pt x="9005740" y="5334058"/>
                </a:cubicBezTo>
                <a:close/>
                <a:moveTo>
                  <a:pt x="6706565" y="5332960"/>
                </a:moveTo>
                <a:lnTo>
                  <a:pt x="6511218" y="5332960"/>
                </a:lnTo>
                <a:lnTo>
                  <a:pt x="4669134" y="7175043"/>
                </a:lnTo>
                <a:lnTo>
                  <a:pt x="4276793" y="7175043"/>
                </a:lnTo>
                <a:lnTo>
                  <a:pt x="3538204" y="7913632"/>
                </a:lnTo>
                <a:lnTo>
                  <a:pt x="3006485" y="7913632"/>
                </a:lnTo>
                <a:lnTo>
                  <a:pt x="2406176" y="8513942"/>
                </a:lnTo>
                <a:lnTo>
                  <a:pt x="1628078" y="8513942"/>
                </a:lnTo>
                <a:lnTo>
                  <a:pt x="1336154" y="8805865"/>
                </a:lnTo>
                <a:cubicBezTo>
                  <a:pt x="1329021" y="8800378"/>
                  <a:pt x="1318047" y="8800927"/>
                  <a:pt x="1311462" y="8807512"/>
                </a:cubicBezTo>
                <a:cubicBezTo>
                  <a:pt x="1304328" y="8814645"/>
                  <a:pt x="1304328" y="8826717"/>
                  <a:pt x="1311462" y="8833851"/>
                </a:cubicBezTo>
                <a:cubicBezTo>
                  <a:pt x="1318595" y="8840983"/>
                  <a:pt x="1330667" y="8840983"/>
                  <a:pt x="1337801" y="8833851"/>
                </a:cubicBezTo>
                <a:cubicBezTo>
                  <a:pt x="1344386" y="8827266"/>
                  <a:pt x="1344934" y="8816840"/>
                  <a:pt x="1339446" y="8809158"/>
                </a:cubicBezTo>
                <a:lnTo>
                  <a:pt x="1629724" y="8518880"/>
                </a:lnTo>
                <a:lnTo>
                  <a:pt x="2407822" y="8518880"/>
                </a:lnTo>
                <a:lnTo>
                  <a:pt x="3008132" y="7918571"/>
                </a:lnTo>
                <a:lnTo>
                  <a:pt x="3539850" y="7918571"/>
                </a:lnTo>
                <a:lnTo>
                  <a:pt x="4278440" y="7179982"/>
                </a:lnTo>
                <a:lnTo>
                  <a:pt x="4278988" y="7179982"/>
                </a:lnTo>
                <a:lnTo>
                  <a:pt x="4671330" y="7179982"/>
                </a:lnTo>
                <a:lnTo>
                  <a:pt x="6513413" y="5337899"/>
                </a:lnTo>
                <a:lnTo>
                  <a:pt x="6706565" y="5337899"/>
                </a:lnTo>
                <a:close/>
                <a:moveTo>
                  <a:pt x="3355477" y="5325413"/>
                </a:moveTo>
                <a:cubicBezTo>
                  <a:pt x="3350676" y="5325413"/>
                  <a:pt x="3345875" y="5327197"/>
                  <a:pt x="3342308" y="5330764"/>
                </a:cubicBezTo>
                <a:cubicBezTo>
                  <a:pt x="3335723" y="5337348"/>
                  <a:pt x="3335174" y="5347774"/>
                  <a:pt x="3340661" y="5355456"/>
                </a:cubicBezTo>
                <a:lnTo>
                  <a:pt x="3109647" y="5586471"/>
                </a:lnTo>
                <a:lnTo>
                  <a:pt x="3109647" y="5867420"/>
                </a:lnTo>
                <a:cubicBezTo>
                  <a:pt x="3100318" y="5868518"/>
                  <a:pt x="3093184" y="5876201"/>
                  <a:pt x="3093184" y="5886077"/>
                </a:cubicBezTo>
                <a:cubicBezTo>
                  <a:pt x="3093184" y="5895955"/>
                  <a:pt x="3101415" y="5904734"/>
                  <a:pt x="3111841" y="5904734"/>
                </a:cubicBezTo>
                <a:cubicBezTo>
                  <a:pt x="3122267" y="5904734"/>
                  <a:pt x="3130498" y="5896503"/>
                  <a:pt x="3130498" y="5886077"/>
                </a:cubicBezTo>
                <a:cubicBezTo>
                  <a:pt x="3130498" y="5875651"/>
                  <a:pt x="3123364" y="5868518"/>
                  <a:pt x="3114036" y="5867420"/>
                </a:cubicBezTo>
                <a:lnTo>
                  <a:pt x="3114036" y="5588666"/>
                </a:lnTo>
                <a:lnTo>
                  <a:pt x="3343954" y="5358749"/>
                </a:lnTo>
                <a:cubicBezTo>
                  <a:pt x="3351088" y="5364236"/>
                  <a:pt x="3362062" y="5363687"/>
                  <a:pt x="3368646" y="5357103"/>
                </a:cubicBezTo>
                <a:cubicBezTo>
                  <a:pt x="3375780" y="5349969"/>
                  <a:pt x="3375780" y="5337897"/>
                  <a:pt x="3368646" y="5330764"/>
                </a:cubicBezTo>
                <a:cubicBezTo>
                  <a:pt x="3365080" y="5327197"/>
                  <a:pt x="3360279" y="5325413"/>
                  <a:pt x="3355477" y="5325413"/>
                </a:cubicBezTo>
                <a:close/>
                <a:moveTo>
                  <a:pt x="3814214" y="5323629"/>
                </a:moveTo>
                <a:cubicBezTo>
                  <a:pt x="3803788" y="5323629"/>
                  <a:pt x="3796655" y="5330764"/>
                  <a:pt x="3795558" y="5340092"/>
                </a:cubicBezTo>
                <a:lnTo>
                  <a:pt x="3438884" y="5340092"/>
                </a:lnTo>
                <a:lnTo>
                  <a:pt x="3191955" y="5587019"/>
                </a:lnTo>
                <a:lnTo>
                  <a:pt x="3191955" y="5867970"/>
                </a:lnTo>
                <a:lnTo>
                  <a:pt x="3192504" y="5867970"/>
                </a:lnTo>
                <a:cubicBezTo>
                  <a:pt x="3183176" y="5869067"/>
                  <a:pt x="3176042" y="5876749"/>
                  <a:pt x="3176042" y="5886626"/>
                </a:cubicBezTo>
                <a:cubicBezTo>
                  <a:pt x="3176042" y="5896503"/>
                  <a:pt x="3184273" y="5905282"/>
                  <a:pt x="3194699" y="5905282"/>
                </a:cubicBezTo>
                <a:cubicBezTo>
                  <a:pt x="3205125" y="5905282"/>
                  <a:pt x="3213356" y="5897052"/>
                  <a:pt x="3213356" y="5886626"/>
                </a:cubicBezTo>
                <a:cubicBezTo>
                  <a:pt x="3213356" y="5876201"/>
                  <a:pt x="3206222" y="5869067"/>
                  <a:pt x="3196894" y="5867970"/>
                </a:cubicBezTo>
                <a:lnTo>
                  <a:pt x="3196894" y="5588666"/>
                </a:lnTo>
                <a:lnTo>
                  <a:pt x="3441079" y="5344482"/>
                </a:lnTo>
                <a:lnTo>
                  <a:pt x="3795558" y="5344482"/>
                </a:lnTo>
                <a:cubicBezTo>
                  <a:pt x="3796655" y="5353810"/>
                  <a:pt x="3804337" y="5360944"/>
                  <a:pt x="3814214" y="5360944"/>
                </a:cubicBezTo>
                <a:cubicBezTo>
                  <a:pt x="3824092" y="5360944"/>
                  <a:pt x="3832872" y="5352712"/>
                  <a:pt x="3832872" y="5342287"/>
                </a:cubicBezTo>
                <a:cubicBezTo>
                  <a:pt x="3832872" y="5331861"/>
                  <a:pt x="3824641" y="5323629"/>
                  <a:pt x="3814214" y="5323629"/>
                </a:cubicBezTo>
                <a:close/>
                <a:moveTo>
                  <a:pt x="13100904" y="5298390"/>
                </a:moveTo>
                <a:cubicBezTo>
                  <a:pt x="13091026" y="5298390"/>
                  <a:pt x="13082246" y="5306621"/>
                  <a:pt x="13082246" y="5317047"/>
                </a:cubicBezTo>
                <a:cubicBezTo>
                  <a:pt x="13082246" y="5327473"/>
                  <a:pt x="13090478" y="5335704"/>
                  <a:pt x="13100904" y="5335704"/>
                </a:cubicBezTo>
                <a:cubicBezTo>
                  <a:pt x="13110232" y="5335704"/>
                  <a:pt x="13118463" y="5328570"/>
                  <a:pt x="13119561" y="5319242"/>
                </a:cubicBezTo>
                <a:lnTo>
                  <a:pt x="14531440" y="5319242"/>
                </a:lnTo>
                <a:lnTo>
                  <a:pt x="14688925" y="5476728"/>
                </a:lnTo>
                <a:lnTo>
                  <a:pt x="14689474" y="5476728"/>
                </a:lnTo>
                <a:cubicBezTo>
                  <a:pt x="14689474" y="5477276"/>
                  <a:pt x="15652493" y="5477276"/>
                  <a:pt x="15652493" y="5477276"/>
                </a:cubicBezTo>
                <a:cubicBezTo>
                  <a:pt x="15653591" y="5486604"/>
                  <a:pt x="15661273" y="5493738"/>
                  <a:pt x="15671150" y="5493738"/>
                </a:cubicBezTo>
                <a:cubicBezTo>
                  <a:pt x="15681028" y="5493738"/>
                  <a:pt x="15689808" y="5485507"/>
                  <a:pt x="15689808" y="5475081"/>
                </a:cubicBezTo>
                <a:cubicBezTo>
                  <a:pt x="15689808" y="5464655"/>
                  <a:pt x="15681576" y="5456424"/>
                  <a:pt x="15671150" y="5456424"/>
                </a:cubicBezTo>
                <a:cubicBezTo>
                  <a:pt x="15660725" y="5456424"/>
                  <a:pt x="15653591" y="5463558"/>
                  <a:pt x="15652493" y="5472886"/>
                </a:cubicBezTo>
                <a:lnTo>
                  <a:pt x="14691668" y="5472886"/>
                </a:lnTo>
                <a:lnTo>
                  <a:pt x="14534184" y="5315401"/>
                </a:lnTo>
                <a:lnTo>
                  <a:pt x="14533634" y="5315401"/>
                </a:lnTo>
                <a:cubicBezTo>
                  <a:pt x="14533634" y="5314853"/>
                  <a:pt x="13119561" y="5314853"/>
                  <a:pt x="13119561" y="5314853"/>
                </a:cubicBezTo>
                <a:cubicBezTo>
                  <a:pt x="13118463" y="5305524"/>
                  <a:pt x="13110781" y="5298390"/>
                  <a:pt x="13100904" y="5298390"/>
                </a:cubicBezTo>
                <a:close/>
                <a:moveTo>
                  <a:pt x="2501654" y="5222666"/>
                </a:moveTo>
                <a:cubicBezTo>
                  <a:pt x="2491228" y="5222666"/>
                  <a:pt x="2484096" y="5229799"/>
                  <a:pt x="2482998" y="5239127"/>
                </a:cubicBezTo>
                <a:lnTo>
                  <a:pt x="1538086" y="5239127"/>
                </a:lnTo>
                <a:lnTo>
                  <a:pt x="1012404" y="5764810"/>
                </a:lnTo>
                <a:lnTo>
                  <a:pt x="373684" y="5764810"/>
                </a:lnTo>
                <a:cubicBezTo>
                  <a:pt x="372586" y="5755482"/>
                  <a:pt x="364904" y="5748348"/>
                  <a:pt x="355028" y="5748348"/>
                </a:cubicBezTo>
                <a:cubicBezTo>
                  <a:pt x="345150" y="5748348"/>
                  <a:pt x="336370" y="5756579"/>
                  <a:pt x="336370" y="5767005"/>
                </a:cubicBezTo>
                <a:cubicBezTo>
                  <a:pt x="336370" y="5777431"/>
                  <a:pt x="344602" y="5785662"/>
                  <a:pt x="355028" y="5785662"/>
                </a:cubicBezTo>
                <a:cubicBezTo>
                  <a:pt x="365452" y="5785662"/>
                  <a:pt x="372586" y="5778528"/>
                  <a:pt x="373684" y="5769200"/>
                </a:cubicBezTo>
                <a:lnTo>
                  <a:pt x="1014600" y="5769200"/>
                </a:lnTo>
                <a:lnTo>
                  <a:pt x="1540282" y="5243518"/>
                </a:lnTo>
                <a:lnTo>
                  <a:pt x="2482998" y="5243518"/>
                </a:lnTo>
                <a:cubicBezTo>
                  <a:pt x="2484096" y="5252846"/>
                  <a:pt x="2491778" y="5259979"/>
                  <a:pt x="2501654" y="5259979"/>
                </a:cubicBezTo>
                <a:cubicBezTo>
                  <a:pt x="2511532" y="5259979"/>
                  <a:pt x="2520311" y="5251748"/>
                  <a:pt x="2520311" y="5241322"/>
                </a:cubicBezTo>
                <a:cubicBezTo>
                  <a:pt x="2520311" y="5230896"/>
                  <a:pt x="2512080" y="5222666"/>
                  <a:pt x="2501654" y="5222666"/>
                </a:cubicBezTo>
                <a:close/>
                <a:moveTo>
                  <a:pt x="6731258" y="5216629"/>
                </a:moveTo>
                <a:lnTo>
                  <a:pt x="6337270" y="5216629"/>
                </a:lnTo>
                <a:lnTo>
                  <a:pt x="5447780" y="6106119"/>
                </a:lnTo>
                <a:lnTo>
                  <a:pt x="5184390" y="6106119"/>
                </a:lnTo>
                <a:lnTo>
                  <a:pt x="4126990" y="7163520"/>
                </a:lnTo>
                <a:cubicBezTo>
                  <a:pt x="4119856" y="7158033"/>
                  <a:pt x="4108882" y="7158582"/>
                  <a:pt x="4102298" y="7165166"/>
                </a:cubicBezTo>
                <a:cubicBezTo>
                  <a:pt x="4095164" y="7172299"/>
                  <a:pt x="4095164" y="7184371"/>
                  <a:pt x="4102298" y="7191505"/>
                </a:cubicBezTo>
                <a:cubicBezTo>
                  <a:pt x="4109431" y="7198639"/>
                  <a:pt x="4121503" y="7198639"/>
                  <a:pt x="4128636" y="7191505"/>
                </a:cubicBezTo>
                <a:cubicBezTo>
                  <a:pt x="4135222" y="7184921"/>
                  <a:pt x="4135770" y="7174495"/>
                  <a:pt x="4130282" y="7166813"/>
                </a:cubicBezTo>
                <a:lnTo>
                  <a:pt x="5186586" y="6110509"/>
                </a:lnTo>
                <a:lnTo>
                  <a:pt x="5449976" y="6110509"/>
                </a:lnTo>
                <a:lnTo>
                  <a:pt x="6338917" y="5221568"/>
                </a:lnTo>
                <a:lnTo>
                  <a:pt x="6338916" y="5221568"/>
                </a:lnTo>
                <a:lnTo>
                  <a:pt x="6339465" y="5221020"/>
                </a:lnTo>
                <a:lnTo>
                  <a:pt x="6338917" y="5221568"/>
                </a:lnTo>
                <a:lnTo>
                  <a:pt x="6731258" y="5221568"/>
                </a:lnTo>
                <a:close/>
                <a:moveTo>
                  <a:pt x="5903774" y="5215121"/>
                </a:moveTo>
                <a:cubicBezTo>
                  <a:pt x="5898973" y="5215121"/>
                  <a:pt x="5894171" y="5216904"/>
                  <a:pt x="5890605" y="5220470"/>
                </a:cubicBezTo>
                <a:cubicBezTo>
                  <a:pt x="5884020" y="5227055"/>
                  <a:pt x="5883472" y="5237481"/>
                  <a:pt x="5888960" y="5245164"/>
                </a:cubicBezTo>
                <a:lnTo>
                  <a:pt x="5719401" y="5414721"/>
                </a:lnTo>
                <a:lnTo>
                  <a:pt x="5389616" y="5414721"/>
                </a:lnTo>
                <a:lnTo>
                  <a:pt x="5283162" y="5308268"/>
                </a:lnTo>
                <a:lnTo>
                  <a:pt x="5282613" y="5308268"/>
                </a:lnTo>
                <a:cubicBezTo>
                  <a:pt x="5282613" y="5307719"/>
                  <a:pt x="4879298" y="5307719"/>
                  <a:pt x="4879298" y="5307719"/>
                </a:cubicBezTo>
                <a:lnTo>
                  <a:pt x="3998039" y="6188977"/>
                </a:lnTo>
                <a:lnTo>
                  <a:pt x="3354380" y="6188977"/>
                </a:lnTo>
                <a:cubicBezTo>
                  <a:pt x="3353282" y="6179649"/>
                  <a:pt x="3345600" y="6172516"/>
                  <a:pt x="3335723" y="6172516"/>
                </a:cubicBezTo>
                <a:cubicBezTo>
                  <a:pt x="3325846" y="6172516"/>
                  <a:pt x="3317066" y="6180747"/>
                  <a:pt x="3317066" y="6191172"/>
                </a:cubicBezTo>
                <a:cubicBezTo>
                  <a:pt x="3317066" y="6201598"/>
                  <a:pt x="3325297" y="6209829"/>
                  <a:pt x="3335723" y="6209829"/>
                </a:cubicBezTo>
                <a:cubicBezTo>
                  <a:pt x="3346149" y="6209829"/>
                  <a:pt x="3353282" y="6202696"/>
                  <a:pt x="3354380" y="6193367"/>
                </a:cubicBezTo>
                <a:lnTo>
                  <a:pt x="4000233" y="6193367"/>
                </a:lnTo>
                <a:lnTo>
                  <a:pt x="4881492" y="5312109"/>
                </a:lnTo>
                <a:lnTo>
                  <a:pt x="5280967" y="5312109"/>
                </a:lnTo>
                <a:lnTo>
                  <a:pt x="5387420" y="5418562"/>
                </a:lnTo>
                <a:lnTo>
                  <a:pt x="5387969" y="5418562"/>
                </a:lnTo>
                <a:cubicBezTo>
                  <a:pt x="5387969" y="5419110"/>
                  <a:pt x="5721596" y="5419110"/>
                  <a:pt x="5721596" y="5419110"/>
                </a:cubicBezTo>
                <a:lnTo>
                  <a:pt x="5892251" y="5248456"/>
                </a:lnTo>
                <a:lnTo>
                  <a:pt x="5892251" y="5248456"/>
                </a:lnTo>
                <a:lnTo>
                  <a:pt x="5892800" y="5247907"/>
                </a:lnTo>
                <a:lnTo>
                  <a:pt x="5892251" y="5248456"/>
                </a:lnTo>
                <a:lnTo>
                  <a:pt x="5904803" y="5252160"/>
                </a:lnTo>
                <a:cubicBezTo>
                  <a:pt x="5909261" y="5251885"/>
                  <a:pt x="5913651" y="5250102"/>
                  <a:pt x="5916944" y="5246809"/>
                </a:cubicBezTo>
                <a:cubicBezTo>
                  <a:pt x="5924078" y="5239677"/>
                  <a:pt x="5924078" y="5227604"/>
                  <a:pt x="5916944" y="5220470"/>
                </a:cubicBezTo>
                <a:cubicBezTo>
                  <a:pt x="5913377" y="5216904"/>
                  <a:pt x="5908575" y="5215121"/>
                  <a:pt x="5903774" y="5215121"/>
                </a:cubicBezTo>
                <a:close/>
                <a:moveTo>
                  <a:pt x="14162694" y="5037332"/>
                </a:moveTo>
                <a:cubicBezTo>
                  <a:pt x="14157892" y="5037332"/>
                  <a:pt x="14153091" y="5039115"/>
                  <a:pt x="14149524" y="5042682"/>
                </a:cubicBezTo>
                <a:cubicBezTo>
                  <a:pt x="14142392" y="5049816"/>
                  <a:pt x="14142392" y="5061888"/>
                  <a:pt x="14149524" y="5069021"/>
                </a:cubicBezTo>
                <a:cubicBezTo>
                  <a:pt x="14156110" y="5075606"/>
                  <a:pt x="14166535" y="5076155"/>
                  <a:pt x="14174217" y="5070668"/>
                </a:cubicBezTo>
                <a:lnTo>
                  <a:pt x="14224152" y="5120602"/>
                </a:lnTo>
                <a:lnTo>
                  <a:pt x="14224701" y="5120602"/>
                </a:lnTo>
                <a:cubicBezTo>
                  <a:pt x="14224701" y="5121151"/>
                  <a:pt x="15006090" y="5121151"/>
                  <a:pt x="15006090" y="5121151"/>
                </a:cubicBezTo>
                <a:lnTo>
                  <a:pt x="15196500" y="5311560"/>
                </a:lnTo>
                <a:lnTo>
                  <a:pt x="15197048" y="5311560"/>
                </a:lnTo>
                <a:cubicBezTo>
                  <a:pt x="15197048" y="5312109"/>
                  <a:pt x="15565794" y="5312109"/>
                  <a:pt x="15565794" y="5312109"/>
                </a:cubicBezTo>
                <a:cubicBezTo>
                  <a:pt x="15566891" y="5321437"/>
                  <a:pt x="15574575" y="5328570"/>
                  <a:pt x="15584450" y="5328570"/>
                </a:cubicBezTo>
                <a:cubicBezTo>
                  <a:pt x="15594328" y="5328570"/>
                  <a:pt x="15603108" y="5320339"/>
                  <a:pt x="15603108" y="5309913"/>
                </a:cubicBezTo>
                <a:cubicBezTo>
                  <a:pt x="15603108" y="5299488"/>
                  <a:pt x="15594877" y="5291257"/>
                  <a:pt x="15584450" y="5291257"/>
                </a:cubicBezTo>
                <a:cubicBezTo>
                  <a:pt x="15574025" y="5291257"/>
                  <a:pt x="15566891" y="5298390"/>
                  <a:pt x="15565794" y="5307719"/>
                </a:cubicBezTo>
                <a:lnTo>
                  <a:pt x="15199243" y="5307719"/>
                </a:lnTo>
                <a:lnTo>
                  <a:pt x="15008834" y="5117310"/>
                </a:lnTo>
                <a:lnTo>
                  <a:pt x="15008285" y="5117310"/>
                </a:lnTo>
                <a:cubicBezTo>
                  <a:pt x="15008285" y="5116761"/>
                  <a:pt x="14226895" y="5116761"/>
                  <a:pt x="14226895" y="5116761"/>
                </a:cubicBezTo>
                <a:lnTo>
                  <a:pt x="14177510" y="5067376"/>
                </a:lnTo>
                <a:cubicBezTo>
                  <a:pt x="14182998" y="5060242"/>
                  <a:pt x="14182448" y="5049267"/>
                  <a:pt x="14175863" y="5042682"/>
                </a:cubicBezTo>
                <a:cubicBezTo>
                  <a:pt x="14172296" y="5039115"/>
                  <a:pt x="14167495" y="5037332"/>
                  <a:pt x="14162694" y="5037332"/>
                </a:cubicBezTo>
                <a:close/>
                <a:moveTo>
                  <a:pt x="6701626" y="4985066"/>
                </a:moveTo>
                <a:lnTo>
                  <a:pt x="6314773" y="4985066"/>
                </a:lnTo>
                <a:lnTo>
                  <a:pt x="5641482" y="5658905"/>
                </a:lnTo>
                <a:lnTo>
                  <a:pt x="4869421" y="5658905"/>
                </a:lnTo>
                <a:lnTo>
                  <a:pt x="3998039" y="6530287"/>
                </a:lnTo>
                <a:lnTo>
                  <a:pt x="3561250" y="6530287"/>
                </a:lnTo>
                <a:cubicBezTo>
                  <a:pt x="3560152" y="6520958"/>
                  <a:pt x="3552471" y="6513825"/>
                  <a:pt x="3542594" y="6513825"/>
                </a:cubicBezTo>
                <a:cubicBezTo>
                  <a:pt x="3532716" y="6513825"/>
                  <a:pt x="3523937" y="6522055"/>
                  <a:pt x="3523937" y="6532481"/>
                </a:cubicBezTo>
                <a:cubicBezTo>
                  <a:pt x="3523937" y="6542908"/>
                  <a:pt x="3532168" y="6551138"/>
                  <a:pt x="3542594" y="6551138"/>
                </a:cubicBezTo>
                <a:cubicBezTo>
                  <a:pt x="3553020" y="6551138"/>
                  <a:pt x="3560152" y="6544005"/>
                  <a:pt x="3561250" y="6534677"/>
                </a:cubicBezTo>
                <a:lnTo>
                  <a:pt x="4000233" y="6534677"/>
                </a:lnTo>
                <a:lnTo>
                  <a:pt x="4871615" y="5663295"/>
                </a:lnTo>
                <a:lnTo>
                  <a:pt x="5643678" y="5663295"/>
                </a:lnTo>
                <a:lnTo>
                  <a:pt x="5643678" y="5663843"/>
                </a:lnTo>
                <a:lnTo>
                  <a:pt x="6316967" y="4990004"/>
                </a:lnTo>
                <a:lnTo>
                  <a:pt x="6701626" y="4990004"/>
                </a:lnTo>
                <a:close/>
                <a:moveTo>
                  <a:pt x="8990924" y="4884100"/>
                </a:moveTo>
                <a:lnTo>
                  <a:pt x="8990924" y="4889039"/>
                </a:lnTo>
                <a:lnTo>
                  <a:pt x="10502123" y="4889039"/>
                </a:lnTo>
                <a:lnTo>
                  <a:pt x="10710640" y="5097556"/>
                </a:lnTo>
                <a:lnTo>
                  <a:pt x="10711189" y="5097556"/>
                </a:lnTo>
                <a:cubicBezTo>
                  <a:pt x="10711189" y="5098104"/>
                  <a:pt x="11067314" y="5098104"/>
                  <a:pt x="11067314" y="5098104"/>
                </a:cubicBezTo>
                <a:lnTo>
                  <a:pt x="11665978" y="5696767"/>
                </a:lnTo>
                <a:lnTo>
                  <a:pt x="11666525" y="5696767"/>
                </a:lnTo>
                <a:lnTo>
                  <a:pt x="12664664" y="5696767"/>
                </a:lnTo>
                <a:cubicBezTo>
                  <a:pt x="12665761" y="5706096"/>
                  <a:pt x="12673443" y="5713229"/>
                  <a:pt x="12683321" y="5713229"/>
                </a:cubicBezTo>
                <a:cubicBezTo>
                  <a:pt x="12693198" y="5713229"/>
                  <a:pt x="12701979" y="5704998"/>
                  <a:pt x="12701979" y="5694572"/>
                </a:cubicBezTo>
                <a:cubicBezTo>
                  <a:pt x="12701979" y="5684147"/>
                  <a:pt x="12693747" y="5675916"/>
                  <a:pt x="12683321" y="5675916"/>
                </a:cubicBezTo>
                <a:cubicBezTo>
                  <a:pt x="12672896" y="5675916"/>
                  <a:pt x="12665761" y="5683049"/>
                  <a:pt x="12664664" y="5692378"/>
                </a:cubicBezTo>
                <a:lnTo>
                  <a:pt x="11668172" y="5692378"/>
                </a:lnTo>
                <a:lnTo>
                  <a:pt x="11069509" y="5093715"/>
                </a:lnTo>
                <a:lnTo>
                  <a:pt x="11068960" y="5093715"/>
                </a:lnTo>
                <a:cubicBezTo>
                  <a:pt x="11068960" y="5093165"/>
                  <a:pt x="10712835" y="5093165"/>
                  <a:pt x="10712835" y="5093165"/>
                </a:cubicBezTo>
                <a:lnTo>
                  <a:pt x="10504318" y="4884648"/>
                </a:lnTo>
                <a:lnTo>
                  <a:pt x="10503770" y="4884648"/>
                </a:lnTo>
                <a:cubicBezTo>
                  <a:pt x="10503770" y="4884100"/>
                  <a:pt x="8990924" y="4884100"/>
                  <a:pt x="8990924" y="4884100"/>
                </a:cubicBezTo>
                <a:close/>
                <a:moveTo>
                  <a:pt x="6691750" y="4867090"/>
                </a:moveTo>
                <a:lnTo>
                  <a:pt x="6359219" y="4867090"/>
                </a:lnTo>
                <a:lnTo>
                  <a:pt x="6139180" y="5087130"/>
                </a:lnTo>
                <a:lnTo>
                  <a:pt x="4979166" y="5087130"/>
                </a:lnTo>
                <a:lnTo>
                  <a:pt x="4126441" y="5939855"/>
                </a:lnTo>
                <a:lnTo>
                  <a:pt x="3354380" y="5939855"/>
                </a:lnTo>
                <a:cubicBezTo>
                  <a:pt x="3353282" y="5930526"/>
                  <a:pt x="3345600" y="5923392"/>
                  <a:pt x="3335723" y="5923392"/>
                </a:cubicBezTo>
                <a:cubicBezTo>
                  <a:pt x="3325846" y="5923392"/>
                  <a:pt x="3317066" y="5931624"/>
                  <a:pt x="3317066" y="5942050"/>
                </a:cubicBezTo>
                <a:cubicBezTo>
                  <a:pt x="3317066" y="5952475"/>
                  <a:pt x="3325297" y="5960706"/>
                  <a:pt x="3335723" y="5960706"/>
                </a:cubicBezTo>
                <a:cubicBezTo>
                  <a:pt x="3346149" y="5960706"/>
                  <a:pt x="3353282" y="5953572"/>
                  <a:pt x="3354380" y="5944244"/>
                </a:cubicBezTo>
                <a:lnTo>
                  <a:pt x="4128636" y="5944244"/>
                </a:lnTo>
                <a:lnTo>
                  <a:pt x="4981361" y="5091519"/>
                </a:lnTo>
                <a:lnTo>
                  <a:pt x="6141374" y="5091519"/>
                </a:lnTo>
                <a:lnTo>
                  <a:pt x="6361414" y="4871479"/>
                </a:lnTo>
                <a:lnTo>
                  <a:pt x="6360866" y="4872028"/>
                </a:lnTo>
                <a:lnTo>
                  <a:pt x="6691750" y="4872028"/>
                </a:lnTo>
                <a:close/>
                <a:moveTo>
                  <a:pt x="11528247" y="4844729"/>
                </a:moveTo>
                <a:cubicBezTo>
                  <a:pt x="11523446" y="4844729"/>
                  <a:pt x="11518644" y="4846512"/>
                  <a:pt x="11515077" y="4850079"/>
                </a:cubicBezTo>
                <a:cubicBezTo>
                  <a:pt x="11507944" y="4857212"/>
                  <a:pt x="11507944" y="4869284"/>
                  <a:pt x="11515077" y="4876418"/>
                </a:cubicBezTo>
                <a:cubicBezTo>
                  <a:pt x="11521661" y="4883003"/>
                  <a:pt x="11532088" y="4883551"/>
                  <a:pt x="11539770" y="4878064"/>
                </a:cubicBezTo>
                <a:lnTo>
                  <a:pt x="11636345" y="4974640"/>
                </a:lnTo>
                <a:lnTo>
                  <a:pt x="11636345" y="5197973"/>
                </a:lnTo>
                <a:lnTo>
                  <a:pt x="11880530" y="5442157"/>
                </a:lnTo>
                <a:lnTo>
                  <a:pt x="11881079" y="5442157"/>
                </a:lnTo>
                <a:cubicBezTo>
                  <a:pt x="11881079" y="5442705"/>
                  <a:pt x="13668290" y="5442705"/>
                  <a:pt x="13668290" y="5442705"/>
                </a:cubicBezTo>
                <a:lnTo>
                  <a:pt x="13953628" y="5728046"/>
                </a:lnTo>
                <a:lnTo>
                  <a:pt x="13954178" y="5728046"/>
                </a:lnTo>
                <a:cubicBezTo>
                  <a:pt x="13954178" y="5728594"/>
                  <a:pt x="15683771" y="5728594"/>
                  <a:pt x="15683771" y="5728594"/>
                </a:cubicBezTo>
                <a:cubicBezTo>
                  <a:pt x="15684868" y="5737922"/>
                  <a:pt x="15692551" y="5745056"/>
                  <a:pt x="15702428" y="5745056"/>
                </a:cubicBezTo>
                <a:lnTo>
                  <a:pt x="15702428" y="5744507"/>
                </a:lnTo>
                <a:cubicBezTo>
                  <a:pt x="15712854" y="5744507"/>
                  <a:pt x="15721085" y="5736276"/>
                  <a:pt x="15721085" y="5725850"/>
                </a:cubicBezTo>
                <a:cubicBezTo>
                  <a:pt x="15721085" y="5715424"/>
                  <a:pt x="15712854" y="5707193"/>
                  <a:pt x="15702428" y="5707193"/>
                </a:cubicBezTo>
                <a:cubicBezTo>
                  <a:pt x="15692002" y="5707193"/>
                  <a:pt x="15684868" y="5714327"/>
                  <a:pt x="15683771" y="5723655"/>
                </a:cubicBezTo>
                <a:lnTo>
                  <a:pt x="13955824" y="5723655"/>
                </a:lnTo>
                <a:lnTo>
                  <a:pt x="13670485" y="5438316"/>
                </a:lnTo>
                <a:lnTo>
                  <a:pt x="13669935" y="5438316"/>
                </a:lnTo>
                <a:cubicBezTo>
                  <a:pt x="13669935" y="5437767"/>
                  <a:pt x="11882726" y="5437767"/>
                  <a:pt x="11882726" y="5437767"/>
                </a:cubicBezTo>
                <a:lnTo>
                  <a:pt x="11640736" y="5195778"/>
                </a:lnTo>
                <a:lnTo>
                  <a:pt x="11640736" y="4972445"/>
                </a:lnTo>
                <a:lnTo>
                  <a:pt x="11543061" y="4874772"/>
                </a:lnTo>
                <a:cubicBezTo>
                  <a:pt x="11548549" y="4867638"/>
                  <a:pt x="11548001" y="4856664"/>
                  <a:pt x="11541416" y="4850079"/>
                </a:cubicBezTo>
                <a:cubicBezTo>
                  <a:pt x="11537849" y="4846512"/>
                  <a:pt x="11533048" y="4844729"/>
                  <a:pt x="11528247" y="4844729"/>
                </a:cubicBezTo>
                <a:close/>
                <a:moveTo>
                  <a:pt x="3694591" y="4724420"/>
                </a:moveTo>
                <a:cubicBezTo>
                  <a:pt x="3684166" y="4724420"/>
                  <a:pt x="3677032" y="4731554"/>
                  <a:pt x="3675934" y="4740882"/>
                </a:cubicBezTo>
                <a:lnTo>
                  <a:pt x="2397397" y="4740882"/>
                </a:lnTo>
                <a:lnTo>
                  <a:pt x="2225096" y="4913183"/>
                </a:lnTo>
                <a:cubicBezTo>
                  <a:pt x="2217962" y="4907695"/>
                  <a:pt x="2206987" y="4908244"/>
                  <a:pt x="2200402" y="4914828"/>
                </a:cubicBezTo>
                <a:cubicBezTo>
                  <a:pt x="2193269" y="4921962"/>
                  <a:pt x="2193269" y="4934034"/>
                  <a:pt x="2200402" y="4941167"/>
                </a:cubicBezTo>
                <a:cubicBezTo>
                  <a:pt x="2207536" y="4948301"/>
                  <a:pt x="2219608" y="4948301"/>
                  <a:pt x="2226741" y="4941167"/>
                </a:cubicBezTo>
                <a:cubicBezTo>
                  <a:pt x="2233326" y="4934583"/>
                  <a:pt x="2233875" y="4924157"/>
                  <a:pt x="2228388" y="4916475"/>
                </a:cubicBezTo>
                <a:lnTo>
                  <a:pt x="2399591" y="4745271"/>
                </a:lnTo>
                <a:lnTo>
                  <a:pt x="3675934" y="4745271"/>
                </a:lnTo>
                <a:cubicBezTo>
                  <a:pt x="3677032" y="4754600"/>
                  <a:pt x="3684715" y="4761734"/>
                  <a:pt x="3694591" y="4761734"/>
                </a:cubicBezTo>
                <a:cubicBezTo>
                  <a:pt x="3704469" y="4761734"/>
                  <a:pt x="3713248" y="4753502"/>
                  <a:pt x="3713248" y="4743076"/>
                </a:cubicBezTo>
                <a:cubicBezTo>
                  <a:pt x="3713248" y="4732651"/>
                  <a:pt x="3705018" y="4724420"/>
                  <a:pt x="3694591" y="4724420"/>
                </a:cubicBezTo>
                <a:close/>
                <a:moveTo>
                  <a:pt x="8991472" y="4634977"/>
                </a:moveTo>
                <a:lnTo>
                  <a:pt x="8991472" y="4639915"/>
                </a:lnTo>
                <a:lnTo>
                  <a:pt x="10625039" y="4639915"/>
                </a:lnTo>
                <a:lnTo>
                  <a:pt x="10771549" y="4786426"/>
                </a:lnTo>
                <a:lnTo>
                  <a:pt x="10772098" y="4786426"/>
                </a:lnTo>
                <a:cubicBezTo>
                  <a:pt x="10772098" y="4786975"/>
                  <a:pt x="11577632" y="4786975"/>
                  <a:pt x="11577632" y="4786975"/>
                </a:cubicBezTo>
                <a:lnTo>
                  <a:pt x="12118130" y="5327473"/>
                </a:lnTo>
                <a:lnTo>
                  <a:pt x="12118679" y="5327473"/>
                </a:lnTo>
                <a:cubicBezTo>
                  <a:pt x="12118679" y="5328022"/>
                  <a:pt x="12693747" y="5328022"/>
                  <a:pt x="12693747" y="5328022"/>
                </a:cubicBezTo>
                <a:cubicBezTo>
                  <a:pt x="12694844" y="5337349"/>
                  <a:pt x="12702526" y="5344484"/>
                  <a:pt x="12712404" y="5344484"/>
                </a:cubicBezTo>
                <a:cubicBezTo>
                  <a:pt x="12722281" y="5344484"/>
                  <a:pt x="12731060" y="5336252"/>
                  <a:pt x="12731060" y="5325826"/>
                </a:cubicBezTo>
                <a:cubicBezTo>
                  <a:pt x="12731060" y="5315401"/>
                  <a:pt x="12722829" y="5307169"/>
                  <a:pt x="12712404" y="5307169"/>
                </a:cubicBezTo>
                <a:cubicBezTo>
                  <a:pt x="12701979" y="5307169"/>
                  <a:pt x="12694844" y="5314304"/>
                  <a:pt x="12693747" y="5323632"/>
                </a:cubicBezTo>
                <a:lnTo>
                  <a:pt x="12693198" y="5323083"/>
                </a:lnTo>
                <a:lnTo>
                  <a:pt x="12120326" y="5323083"/>
                </a:lnTo>
                <a:lnTo>
                  <a:pt x="11579827" y="4782585"/>
                </a:lnTo>
                <a:lnTo>
                  <a:pt x="11579279" y="4782585"/>
                </a:lnTo>
                <a:cubicBezTo>
                  <a:pt x="11579279" y="4782036"/>
                  <a:pt x="10773744" y="4782036"/>
                  <a:pt x="10773744" y="4782036"/>
                </a:cubicBezTo>
                <a:lnTo>
                  <a:pt x="10627234" y="4635526"/>
                </a:lnTo>
                <a:lnTo>
                  <a:pt x="10626685" y="4635526"/>
                </a:lnTo>
                <a:cubicBezTo>
                  <a:pt x="10626685" y="4634977"/>
                  <a:pt x="8991472" y="4634977"/>
                  <a:pt x="8991472" y="4634977"/>
                </a:cubicBezTo>
                <a:close/>
                <a:moveTo>
                  <a:pt x="6695042" y="4618513"/>
                </a:moveTo>
                <a:cubicBezTo>
                  <a:pt x="6685714" y="4618513"/>
                  <a:pt x="6677482" y="4625647"/>
                  <a:pt x="6676386" y="4634975"/>
                </a:cubicBezTo>
                <a:lnTo>
                  <a:pt x="6045896" y="4634975"/>
                </a:lnTo>
                <a:lnTo>
                  <a:pt x="5800614" y="4880257"/>
                </a:lnTo>
                <a:lnTo>
                  <a:pt x="4406842" y="4880257"/>
                </a:lnTo>
                <a:lnTo>
                  <a:pt x="3872928" y="5414171"/>
                </a:lnTo>
                <a:lnTo>
                  <a:pt x="3545886" y="5414171"/>
                </a:lnTo>
                <a:lnTo>
                  <a:pt x="3275363" y="5684694"/>
                </a:lnTo>
                <a:lnTo>
                  <a:pt x="3275363" y="5867970"/>
                </a:lnTo>
                <a:cubicBezTo>
                  <a:pt x="3266034" y="5869067"/>
                  <a:pt x="3258900" y="5876749"/>
                  <a:pt x="3258900" y="5886626"/>
                </a:cubicBezTo>
                <a:cubicBezTo>
                  <a:pt x="3258900" y="5896503"/>
                  <a:pt x="3267131" y="5905282"/>
                  <a:pt x="3277557" y="5905282"/>
                </a:cubicBezTo>
                <a:cubicBezTo>
                  <a:pt x="3287983" y="5905282"/>
                  <a:pt x="3296214" y="5897052"/>
                  <a:pt x="3296214" y="5886626"/>
                </a:cubicBezTo>
                <a:cubicBezTo>
                  <a:pt x="3296214" y="5876201"/>
                  <a:pt x="3289080" y="5869067"/>
                  <a:pt x="3279752" y="5867970"/>
                </a:cubicBezTo>
                <a:lnTo>
                  <a:pt x="3279752" y="5686888"/>
                </a:lnTo>
                <a:lnTo>
                  <a:pt x="3546984" y="5419657"/>
                </a:lnTo>
                <a:lnTo>
                  <a:pt x="3874026" y="5419657"/>
                </a:lnTo>
                <a:lnTo>
                  <a:pt x="4407940" y="4885744"/>
                </a:lnTo>
                <a:lnTo>
                  <a:pt x="5801711" y="4885744"/>
                </a:lnTo>
                <a:lnTo>
                  <a:pt x="6046994" y="4640462"/>
                </a:lnTo>
                <a:lnTo>
                  <a:pt x="6675288" y="4640462"/>
                </a:lnTo>
                <a:cubicBezTo>
                  <a:pt x="6676386" y="4649790"/>
                  <a:pt x="6684068" y="4656924"/>
                  <a:pt x="6693944" y="4656924"/>
                </a:cubicBezTo>
                <a:cubicBezTo>
                  <a:pt x="6703822" y="4656924"/>
                  <a:pt x="6712601" y="4648693"/>
                  <a:pt x="6712601" y="4638267"/>
                </a:cubicBezTo>
                <a:cubicBezTo>
                  <a:pt x="6712601" y="4627842"/>
                  <a:pt x="6704370" y="4619610"/>
                  <a:pt x="6693944" y="4619610"/>
                </a:cubicBezTo>
                <a:close/>
                <a:moveTo>
                  <a:pt x="8991472" y="4523584"/>
                </a:moveTo>
                <a:lnTo>
                  <a:pt x="8991472" y="4528523"/>
                </a:lnTo>
                <a:lnTo>
                  <a:pt x="10888977" y="4528523"/>
                </a:lnTo>
                <a:lnTo>
                  <a:pt x="11054145" y="4693691"/>
                </a:lnTo>
                <a:lnTo>
                  <a:pt x="11054693" y="4693691"/>
                </a:lnTo>
                <a:cubicBezTo>
                  <a:pt x="11054693" y="4694240"/>
                  <a:pt x="12657531" y="4694240"/>
                  <a:pt x="12657531" y="4694240"/>
                </a:cubicBezTo>
                <a:lnTo>
                  <a:pt x="12816113" y="4852823"/>
                </a:lnTo>
                <a:lnTo>
                  <a:pt x="12816662" y="4852823"/>
                </a:lnTo>
                <a:lnTo>
                  <a:pt x="13567872" y="4852823"/>
                </a:lnTo>
                <a:cubicBezTo>
                  <a:pt x="13568970" y="4862151"/>
                  <a:pt x="13576651" y="4869284"/>
                  <a:pt x="13586529" y="4869284"/>
                </a:cubicBezTo>
                <a:cubicBezTo>
                  <a:pt x="13596406" y="4869284"/>
                  <a:pt x="13605186" y="4861053"/>
                  <a:pt x="13605186" y="4850627"/>
                </a:cubicBezTo>
                <a:cubicBezTo>
                  <a:pt x="13605186" y="4840201"/>
                  <a:pt x="13596955" y="4831970"/>
                  <a:pt x="13586529" y="4831970"/>
                </a:cubicBezTo>
                <a:cubicBezTo>
                  <a:pt x="13576103" y="4831970"/>
                  <a:pt x="13568970" y="4839104"/>
                  <a:pt x="13567872" y="4848433"/>
                </a:cubicBezTo>
                <a:lnTo>
                  <a:pt x="12818856" y="4848433"/>
                </a:lnTo>
                <a:lnTo>
                  <a:pt x="12660274" y="4689849"/>
                </a:lnTo>
                <a:lnTo>
                  <a:pt x="12659725" y="4689849"/>
                </a:lnTo>
                <a:cubicBezTo>
                  <a:pt x="12659725" y="4689301"/>
                  <a:pt x="11056888" y="4689301"/>
                  <a:pt x="11056888" y="4689301"/>
                </a:cubicBezTo>
                <a:lnTo>
                  <a:pt x="10891721" y="4524134"/>
                </a:lnTo>
                <a:lnTo>
                  <a:pt x="10891172" y="4524134"/>
                </a:lnTo>
                <a:cubicBezTo>
                  <a:pt x="10891172" y="4523584"/>
                  <a:pt x="8991472" y="4523584"/>
                  <a:pt x="8991472" y="4523584"/>
                </a:cubicBezTo>
                <a:close/>
                <a:moveTo>
                  <a:pt x="6703822" y="4402864"/>
                </a:moveTo>
                <a:lnTo>
                  <a:pt x="5683734" y="4402864"/>
                </a:lnTo>
                <a:lnTo>
                  <a:pt x="5552040" y="4534559"/>
                </a:lnTo>
                <a:lnTo>
                  <a:pt x="4131380" y="4534559"/>
                </a:lnTo>
                <a:lnTo>
                  <a:pt x="3723126" y="4942814"/>
                </a:lnTo>
                <a:lnTo>
                  <a:pt x="2970818" y="4942814"/>
                </a:lnTo>
                <a:lnTo>
                  <a:pt x="2818820" y="5094812"/>
                </a:lnTo>
                <a:lnTo>
                  <a:pt x="1509552" y="5094812"/>
                </a:lnTo>
                <a:lnTo>
                  <a:pt x="1163304" y="5441060"/>
                </a:lnTo>
                <a:lnTo>
                  <a:pt x="321006" y="5441060"/>
                </a:lnTo>
                <a:lnTo>
                  <a:pt x="59810" y="5702254"/>
                </a:lnTo>
                <a:cubicBezTo>
                  <a:pt x="52676" y="5696767"/>
                  <a:pt x="41702" y="5697316"/>
                  <a:pt x="35118" y="5703901"/>
                </a:cubicBezTo>
                <a:cubicBezTo>
                  <a:pt x="27984" y="5711035"/>
                  <a:pt x="27984" y="5723106"/>
                  <a:pt x="35118" y="5730240"/>
                </a:cubicBezTo>
                <a:cubicBezTo>
                  <a:pt x="42250" y="5737374"/>
                  <a:pt x="54324" y="5737374"/>
                  <a:pt x="61458" y="5730240"/>
                </a:cubicBezTo>
                <a:cubicBezTo>
                  <a:pt x="68590" y="5723106"/>
                  <a:pt x="68590" y="5713229"/>
                  <a:pt x="63102" y="5705547"/>
                </a:cubicBezTo>
                <a:lnTo>
                  <a:pt x="323200" y="5445449"/>
                </a:lnTo>
                <a:lnTo>
                  <a:pt x="1165500" y="5445449"/>
                </a:lnTo>
                <a:lnTo>
                  <a:pt x="1511748" y="5099201"/>
                </a:lnTo>
                <a:lnTo>
                  <a:pt x="2821015" y="5099201"/>
                </a:lnTo>
                <a:lnTo>
                  <a:pt x="2973012" y="4947204"/>
                </a:lnTo>
                <a:lnTo>
                  <a:pt x="3725320" y="4947204"/>
                </a:lnTo>
                <a:lnTo>
                  <a:pt x="3725320" y="4947752"/>
                </a:lnTo>
                <a:lnTo>
                  <a:pt x="4133575" y="4539498"/>
                </a:lnTo>
                <a:lnTo>
                  <a:pt x="5554234" y="4539498"/>
                </a:lnTo>
                <a:lnTo>
                  <a:pt x="5685930" y="4407804"/>
                </a:lnTo>
                <a:lnTo>
                  <a:pt x="6703822" y="4407804"/>
                </a:lnTo>
                <a:close/>
                <a:moveTo>
                  <a:pt x="2547199" y="4266779"/>
                </a:moveTo>
                <a:cubicBezTo>
                  <a:pt x="2536774" y="4266779"/>
                  <a:pt x="2529640" y="4273913"/>
                  <a:pt x="2528542" y="4283241"/>
                </a:cubicBezTo>
                <a:lnTo>
                  <a:pt x="2284358" y="4283241"/>
                </a:lnTo>
                <a:lnTo>
                  <a:pt x="1833302" y="4734845"/>
                </a:lnTo>
                <a:lnTo>
                  <a:pt x="518000" y="4734845"/>
                </a:lnTo>
                <a:lnTo>
                  <a:pt x="301800" y="4951045"/>
                </a:lnTo>
                <a:lnTo>
                  <a:pt x="47738" y="4951045"/>
                </a:lnTo>
                <a:cubicBezTo>
                  <a:pt x="46642" y="4941716"/>
                  <a:pt x="38960" y="4934583"/>
                  <a:pt x="29082" y="4934583"/>
                </a:cubicBezTo>
                <a:cubicBezTo>
                  <a:pt x="19204" y="4934583"/>
                  <a:pt x="10424" y="4942814"/>
                  <a:pt x="10424" y="4953239"/>
                </a:cubicBezTo>
                <a:cubicBezTo>
                  <a:pt x="10424" y="4963665"/>
                  <a:pt x="18656" y="4971896"/>
                  <a:pt x="29082" y="4971896"/>
                </a:cubicBezTo>
                <a:lnTo>
                  <a:pt x="29630" y="4971348"/>
                </a:lnTo>
                <a:cubicBezTo>
                  <a:pt x="38960" y="4971348"/>
                  <a:pt x="47190" y="4964214"/>
                  <a:pt x="48288" y="4954886"/>
                </a:cubicBezTo>
                <a:lnTo>
                  <a:pt x="303996" y="4954886"/>
                </a:lnTo>
                <a:lnTo>
                  <a:pt x="520194" y="4738686"/>
                </a:lnTo>
                <a:lnTo>
                  <a:pt x="1835498" y="4738686"/>
                </a:lnTo>
                <a:lnTo>
                  <a:pt x="2286553" y="4287631"/>
                </a:lnTo>
                <a:lnTo>
                  <a:pt x="2528542" y="4287631"/>
                </a:lnTo>
                <a:cubicBezTo>
                  <a:pt x="2529640" y="4296959"/>
                  <a:pt x="2537322" y="4304093"/>
                  <a:pt x="2547199" y="4304093"/>
                </a:cubicBezTo>
                <a:cubicBezTo>
                  <a:pt x="2557076" y="4304093"/>
                  <a:pt x="2565856" y="4295863"/>
                  <a:pt x="2565856" y="4285437"/>
                </a:cubicBezTo>
                <a:cubicBezTo>
                  <a:pt x="2565856" y="4275010"/>
                  <a:pt x="2557625" y="4266779"/>
                  <a:pt x="2547199" y="4266779"/>
                </a:cubicBezTo>
                <a:close/>
                <a:moveTo>
                  <a:pt x="42800" y="4115331"/>
                </a:moveTo>
                <a:cubicBezTo>
                  <a:pt x="32922" y="4115331"/>
                  <a:pt x="24144" y="4123561"/>
                  <a:pt x="24144" y="4133987"/>
                </a:cubicBezTo>
                <a:cubicBezTo>
                  <a:pt x="24144" y="4144413"/>
                  <a:pt x="32374" y="4152644"/>
                  <a:pt x="42800" y="4152644"/>
                </a:cubicBezTo>
                <a:cubicBezTo>
                  <a:pt x="52128" y="4152644"/>
                  <a:pt x="60360" y="4145511"/>
                  <a:pt x="61458" y="4136182"/>
                </a:cubicBezTo>
                <a:lnTo>
                  <a:pt x="351734" y="4136182"/>
                </a:lnTo>
                <a:lnTo>
                  <a:pt x="547630" y="4332078"/>
                </a:lnTo>
                <a:lnTo>
                  <a:pt x="1194034" y="4332078"/>
                </a:lnTo>
                <a:lnTo>
                  <a:pt x="1378955" y="4147157"/>
                </a:lnTo>
                <a:lnTo>
                  <a:pt x="2154310" y="4147157"/>
                </a:lnTo>
                <a:cubicBezTo>
                  <a:pt x="2155406" y="4156485"/>
                  <a:pt x="2163089" y="4163619"/>
                  <a:pt x="2172966" y="4163619"/>
                </a:cubicBezTo>
                <a:cubicBezTo>
                  <a:pt x="2182844" y="4163619"/>
                  <a:pt x="2191623" y="4155387"/>
                  <a:pt x="2191623" y="4144962"/>
                </a:cubicBezTo>
                <a:cubicBezTo>
                  <a:pt x="2191623" y="4134536"/>
                  <a:pt x="2183392" y="4126305"/>
                  <a:pt x="2172966" y="4126305"/>
                </a:cubicBezTo>
                <a:cubicBezTo>
                  <a:pt x="2162540" y="4126305"/>
                  <a:pt x="2155406" y="4133439"/>
                  <a:pt x="2154310" y="4142767"/>
                </a:cubicBezTo>
                <a:lnTo>
                  <a:pt x="1376760" y="4142767"/>
                </a:lnTo>
                <a:lnTo>
                  <a:pt x="1191838" y="4327689"/>
                </a:lnTo>
                <a:lnTo>
                  <a:pt x="549276" y="4327689"/>
                </a:lnTo>
                <a:lnTo>
                  <a:pt x="353380" y="4131792"/>
                </a:lnTo>
                <a:lnTo>
                  <a:pt x="61458" y="4131792"/>
                </a:lnTo>
                <a:cubicBezTo>
                  <a:pt x="60360" y="4122464"/>
                  <a:pt x="52676" y="4115331"/>
                  <a:pt x="42800" y="4115331"/>
                </a:cubicBezTo>
                <a:close/>
                <a:moveTo>
                  <a:pt x="15685417" y="3827248"/>
                </a:moveTo>
                <a:cubicBezTo>
                  <a:pt x="15674991" y="3827248"/>
                  <a:pt x="15667859" y="3834381"/>
                  <a:pt x="15666760" y="3843710"/>
                </a:cubicBezTo>
                <a:lnTo>
                  <a:pt x="15063708" y="3843710"/>
                </a:lnTo>
                <a:lnTo>
                  <a:pt x="14576985" y="4330432"/>
                </a:lnTo>
                <a:lnTo>
                  <a:pt x="14109469" y="4330432"/>
                </a:lnTo>
                <a:cubicBezTo>
                  <a:pt x="14108369" y="4321105"/>
                  <a:pt x="14100688" y="4313970"/>
                  <a:pt x="14090811" y="4313970"/>
                </a:cubicBezTo>
                <a:cubicBezTo>
                  <a:pt x="14080933" y="4313970"/>
                  <a:pt x="14072154" y="4322201"/>
                  <a:pt x="14072154" y="4332627"/>
                </a:cubicBezTo>
                <a:cubicBezTo>
                  <a:pt x="14072154" y="4343052"/>
                  <a:pt x="14080386" y="4351285"/>
                  <a:pt x="14090811" y="4351285"/>
                </a:cubicBezTo>
                <a:cubicBezTo>
                  <a:pt x="14101237" y="4351285"/>
                  <a:pt x="14108369" y="4344150"/>
                  <a:pt x="14109469" y="4334822"/>
                </a:cubicBezTo>
                <a:lnTo>
                  <a:pt x="14579180" y="4334822"/>
                </a:lnTo>
                <a:lnTo>
                  <a:pt x="15065902" y="3848100"/>
                </a:lnTo>
                <a:lnTo>
                  <a:pt x="15666760" y="3848100"/>
                </a:lnTo>
                <a:cubicBezTo>
                  <a:pt x="15667859" y="3857428"/>
                  <a:pt x="15675540" y="3864561"/>
                  <a:pt x="15685417" y="3864561"/>
                </a:cubicBezTo>
                <a:cubicBezTo>
                  <a:pt x="15695295" y="3864561"/>
                  <a:pt x="15704074" y="3856330"/>
                  <a:pt x="15704074" y="3845904"/>
                </a:cubicBezTo>
                <a:cubicBezTo>
                  <a:pt x="15704074" y="3835478"/>
                  <a:pt x="15695843" y="3827248"/>
                  <a:pt x="15685417" y="3827248"/>
                </a:cubicBezTo>
                <a:close/>
                <a:moveTo>
                  <a:pt x="77370" y="3732318"/>
                </a:moveTo>
                <a:cubicBezTo>
                  <a:pt x="67492" y="3732318"/>
                  <a:pt x="58714" y="3740549"/>
                  <a:pt x="58714" y="3750975"/>
                </a:cubicBezTo>
                <a:cubicBezTo>
                  <a:pt x="58714" y="3761401"/>
                  <a:pt x="66944" y="3769631"/>
                  <a:pt x="77370" y="3769631"/>
                </a:cubicBezTo>
                <a:cubicBezTo>
                  <a:pt x="87796" y="3769631"/>
                  <a:pt x="94928" y="3762498"/>
                  <a:pt x="96026" y="3753169"/>
                </a:cubicBezTo>
                <a:lnTo>
                  <a:pt x="340760" y="3753169"/>
                </a:lnTo>
                <a:lnTo>
                  <a:pt x="531168" y="3943578"/>
                </a:lnTo>
                <a:lnTo>
                  <a:pt x="2615241" y="3943578"/>
                </a:lnTo>
                <a:lnTo>
                  <a:pt x="2970818" y="4299155"/>
                </a:lnTo>
                <a:lnTo>
                  <a:pt x="2970818" y="4299703"/>
                </a:lnTo>
                <a:lnTo>
                  <a:pt x="3600210" y="4299703"/>
                </a:lnTo>
                <a:lnTo>
                  <a:pt x="3896524" y="4003390"/>
                </a:lnTo>
                <a:lnTo>
                  <a:pt x="4295998" y="4003390"/>
                </a:lnTo>
                <a:lnTo>
                  <a:pt x="4389282" y="4096674"/>
                </a:lnTo>
                <a:cubicBezTo>
                  <a:pt x="4383796" y="4103807"/>
                  <a:pt x="4384344" y="4114781"/>
                  <a:pt x="4390928" y="4121366"/>
                </a:cubicBezTo>
                <a:cubicBezTo>
                  <a:pt x="4398062" y="4128500"/>
                  <a:pt x="4410134" y="4128500"/>
                  <a:pt x="4417268" y="4121366"/>
                </a:cubicBezTo>
                <a:cubicBezTo>
                  <a:pt x="4424401" y="4114233"/>
                  <a:pt x="4424401" y="4102161"/>
                  <a:pt x="4417268" y="4095027"/>
                </a:cubicBezTo>
                <a:cubicBezTo>
                  <a:pt x="4410684" y="4088443"/>
                  <a:pt x="4400257" y="4087895"/>
                  <a:pt x="4392575" y="4093381"/>
                </a:cubicBezTo>
                <a:lnTo>
                  <a:pt x="4297645" y="3998450"/>
                </a:lnTo>
                <a:lnTo>
                  <a:pt x="3894328" y="3998450"/>
                </a:lnTo>
                <a:lnTo>
                  <a:pt x="3598016" y="4294765"/>
                </a:lnTo>
                <a:lnTo>
                  <a:pt x="2972464" y="4294765"/>
                </a:lnTo>
                <a:lnTo>
                  <a:pt x="2616888" y="3939189"/>
                </a:lnTo>
                <a:lnTo>
                  <a:pt x="533364" y="3939189"/>
                </a:lnTo>
                <a:lnTo>
                  <a:pt x="342954" y="3748779"/>
                </a:lnTo>
                <a:lnTo>
                  <a:pt x="96026" y="3748779"/>
                </a:lnTo>
                <a:cubicBezTo>
                  <a:pt x="94928" y="3739451"/>
                  <a:pt x="87246" y="3732318"/>
                  <a:pt x="77370" y="3732318"/>
                </a:cubicBezTo>
                <a:close/>
                <a:moveTo>
                  <a:pt x="15683771" y="3693357"/>
                </a:moveTo>
                <a:lnTo>
                  <a:pt x="15683222" y="3693357"/>
                </a:lnTo>
                <a:cubicBezTo>
                  <a:pt x="15673894" y="3693357"/>
                  <a:pt x="15665662" y="3700491"/>
                  <a:pt x="15664565" y="3709820"/>
                </a:cubicBezTo>
                <a:lnTo>
                  <a:pt x="14817329" y="3709820"/>
                </a:lnTo>
                <a:lnTo>
                  <a:pt x="14361884" y="4165265"/>
                </a:lnTo>
                <a:lnTo>
                  <a:pt x="12428711" y="4165265"/>
                </a:lnTo>
                <a:lnTo>
                  <a:pt x="12247081" y="4346894"/>
                </a:lnTo>
                <a:lnTo>
                  <a:pt x="11035488" y="4346894"/>
                </a:lnTo>
                <a:lnTo>
                  <a:pt x="10969092" y="4413290"/>
                </a:lnTo>
                <a:cubicBezTo>
                  <a:pt x="10961959" y="4407804"/>
                  <a:pt x="10950984" y="4408352"/>
                  <a:pt x="10944399" y="4414936"/>
                </a:cubicBezTo>
                <a:cubicBezTo>
                  <a:pt x="10937814" y="4421521"/>
                  <a:pt x="10937265" y="4434141"/>
                  <a:pt x="10944399" y="4441275"/>
                </a:cubicBezTo>
                <a:cubicBezTo>
                  <a:pt x="10951533" y="4448408"/>
                  <a:pt x="10963604" y="4448408"/>
                  <a:pt x="10970738" y="4441275"/>
                </a:cubicBezTo>
                <a:cubicBezTo>
                  <a:pt x="10977323" y="4434690"/>
                  <a:pt x="10977872" y="4424265"/>
                  <a:pt x="10972384" y="4416583"/>
                </a:cubicBezTo>
                <a:lnTo>
                  <a:pt x="11037683" y="4351285"/>
                </a:lnTo>
                <a:lnTo>
                  <a:pt x="12249277" y="4351285"/>
                </a:lnTo>
                <a:lnTo>
                  <a:pt x="12430906" y="4169655"/>
                </a:lnTo>
                <a:lnTo>
                  <a:pt x="14364078" y="4169655"/>
                </a:lnTo>
                <a:lnTo>
                  <a:pt x="14819523" y="3714209"/>
                </a:lnTo>
                <a:lnTo>
                  <a:pt x="15665115" y="3714209"/>
                </a:lnTo>
                <a:cubicBezTo>
                  <a:pt x="15666212" y="3723537"/>
                  <a:pt x="15673894" y="3730671"/>
                  <a:pt x="15683771" y="3730671"/>
                </a:cubicBezTo>
                <a:cubicBezTo>
                  <a:pt x="15693648" y="3730671"/>
                  <a:pt x="15702428" y="3722440"/>
                  <a:pt x="15702428" y="3712015"/>
                </a:cubicBezTo>
                <a:cubicBezTo>
                  <a:pt x="15702428" y="3701589"/>
                  <a:pt x="15694197" y="3693357"/>
                  <a:pt x="15683771" y="3693357"/>
                </a:cubicBezTo>
                <a:close/>
                <a:moveTo>
                  <a:pt x="12974696" y="3689105"/>
                </a:moveTo>
                <a:cubicBezTo>
                  <a:pt x="12969894" y="3689105"/>
                  <a:pt x="12965093" y="3690889"/>
                  <a:pt x="12961526" y="3694456"/>
                </a:cubicBezTo>
                <a:cubicBezTo>
                  <a:pt x="12954942" y="3701041"/>
                  <a:pt x="12954394" y="3711465"/>
                  <a:pt x="12959881" y="3719148"/>
                </a:cubicBezTo>
                <a:lnTo>
                  <a:pt x="12852330" y="3826699"/>
                </a:lnTo>
                <a:lnTo>
                  <a:pt x="11751031" y="3826699"/>
                </a:lnTo>
                <a:lnTo>
                  <a:pt x="11448681" y="4129048"/>
                </a:lnTo>
                <a:lnTo>
                  <a:pt x="10415972" y="4129048"/>
                </a:lnTo>
                <a:lnTo>
                  <a:pt x="10258488" y="4286533"/>
                </a:lnTo>
                <a:lnTo>
                  <a:pt x="10257938" y="4286533"/>
                </a:lnTo>
                <a:lnTo>
                  <a:pt x="9040309" y="4286533"/>
                </a:lnTo>
                <a:lnTo>
                  <a:pt x="9040309" y="4291473"/>
                </a:lnTo>
                <a:lnTo>
                  <a:pt x="10260134" y="4291473"/>
                </a:lnTo>
                <a:lnTo>
                  <a:pt x="10417619" y="4133987"/>
                </a:lnTo>
                <a:lnTo>
                  <a:pt x="11450327" y="4133987"/>
                </a:lnTo>
                <a:lnTo>
                  <a:pt x="11752677" y="3831637"/>
                </a:lnTo>
                <a:lnTo>
                  <a:pt x="12853976" y="3831637"/>
                </a:lnTo>
                <a:lnTo>
                  <a:pt x="12963172" y="3722440"/>
                </a:lnTo>
                <a:cubicBezTo>
                  <a:pt x="12970306" y="3727928"/>
                  <a:pt x="12981281" y="3727379"/>
                  <a:pt x="12987866" y="3720795"/>
                </a:cubicBezTo>
                <a:cubicBezTo>
                  <a:pt x="12994999" y="3713661"/>
                  <a:pt x="12994999" y="3701589"/>
                  <a:pt x="12987866" y="3694456"/>
                </a:cubicBezTo>
                <a:cubicBezTo>
                  <a:pt x="12984299" y="3690889"/>
                  <a:pt x="12979498" y="3689105"/>
                  <a:pt x="12974696" y="3689105"/>
                </a:cubicBezTo>
                <a:close/>
                <a:moveTo>
                  <a:pt x="12164772" y="3515569"/>
                </a:moveTo>
                <a:cubicBezTo>
                  <a:pt x="12154894" y="3515569"/>
                  <a:pt x="12146116" y="3523800"/>
                  <a:pt x="12146116" y="3534226"/>
                </a:cubicBezTo>
                <a:cubicBezTo>
                  <a:pt x="12146116" y="3544652"/>
                  <a:pt x="12154347" y="3552883"/>
                  <a:pt x="12164772" y="3552883"/>
                </a:cubicBezTo>
                <a:cubicBezTo>
                  <a:pt x="12174100" y="3552883"/>
                  <a:pt x="12182331" y="3545749"/>
                  <a:pt x="12183430" y="3536421"/>
                </a:cubicBezTo>
                <a:lnTo>
                  <a:pt x="13138217" y="3536421"/>
                </a:lnTo>
                <a:lnTo>
                  <a:pt x="13656218" y="4054421"/>
                </a:lnTo>
                <a:lnTo>
                  <a:pt x="14248295" y="4054421"/>
                </a:lnTo>
                <a:lnTo>
                  <a:pt x="14525953" y="3776765"/>
                </a:lnTo>
                <a:cubicBezTo>
                  <a:pt x="14533087" y="3782252"/>
                  <a:pt x="14544061" y="3781703"/>
                  <a:pt x="14550645" y="3775118"/>
                </a:cubicBezTo>
                <a:cubicBezTo>
                  <a:pt x="14557779" y="3767985"/>
                  <a:pt x="14557779" y="3755913"/>
                  <a:pt x="14550645" y="3748779"/>
                </a:cubicBezTo>
                <a:cubicBezTo>
                  <a:pt x="14543512" y="3741645"/>
                  <a:pt x="14531440" y="3741645"/>
                  <a:pt x="14524306" y="3748779"/>
                </a:cubicBezTo>
                <a:cubicBezTo>
                  <a:pt x="14517722" y="3755364"/>
                  <a:pt x="14517173" y="3765790"/>
                  <a:pt x="14522660" y="3773472"/>
                </a:cubicBezTo>
                <a:lnTo>
                  <a:pt x="14246650" y="4049483"/>
                </a:lnTo>
                <a:lnTo>
                  <a:pt x="13658961" y="4049483"/>
                </a:lnTo>
                <a:lnTo>
                  <a:pt x="13657864" y="4050031"/>
                </a:lnTo>
                <a:lnTo>
                  <a:pt x="13139863" y="3532031"/>
                </a:lnTo>
                <a:lnTo>
                  <a:pt x="12183430" y="3532031"/>
                </a:lnTo>
                <a:cubicBezTo>
                  <a:pt x="12182331" y="3522703"/>
                  <a:pt x="12174649" y="3515569"/>
                  <a:pt x="12164772" y="3515569"/>
                </a:cubicBezTo>
                <a:close/>
                <a:moveTo>
                  <a:pt x="12627351" y="3354791"/>
                </a:moveTo>
                <a:cubicBezTo>
                  <a:pt x="12618023" y="3354791"/>
                  <a:pt x="12609792" y="3361925"/>
                  <a:pt x="12608695" y="3371254"/>
                </a:cubicBezTo>
                <a:lnTo>
                  <a:pt x="12074781" y="3371254"/>
                </a:lnTo>
                <a:lnTo>
                  <a:pt x="11893151" y="3552883"/>
                </a:lnTo>
                <a:lnTo>
                  <a:pt x="10993784" y="3552883"/>
                </a:lnTo>
                <a:lnTo>
                  <a:pt x="10697472" y="3849197"/>
                </a:lnTo>
                <a:cubicBezTo>
                  <a:pt x="10690337" y="3843710"/>
                  <a:pt x="10679362" y="3844259"/>
                  <a:pt x="10672778" y="3850842"/>
                </a:cubicBezTo>
                <a:cubicBezTo>
                  <a:pt x="10665645" y="3857976"/>
                  <a:pt x="10665645" y="3870048"/>
                  <a:pt x="10672778" y="3877181"/>
                </a:cubicBezTo>
                <a:cubicBezTo>
                  <a:pt x="10679911" y="3884315"/>
                  <a:pt x="10691984" y="3884315"/>
                  <a:pt x="10699117" y="3877181"/>
                </a:cubicBezTo>
                <a:cubicBezTo>
                  <a:pt x="10705702" y="3870597"/>
                  <a:pt x="10706251" y="3860172"/>
                  <a:pt x="10700763" y="3852489"/>
                </a:cubicBezTo>
                <a:lnTo>
                  <a:pt x="10995430" y="3557821"/>
                </a:lnTo>
                <a:lnTo>
                  <a:pt x="11894797" y="3557821"/>
                </a:lnTo>
                <a:lnTo>
                  <a:pt x="12076427" y="3376192"/>
                </a:lnTo>
                <a:lnTo>
                  <a:pt x="12608145" y="3376192"/>
                </a:lnTo>
                <a:cubicBezTo>
                  <a:pt x="12609242" y="3385521"/>
                  <a:pt x="12616925" y="3392655"/>
                  <a:pt x="12626801" y="3392655"/>
                </a:cubicBezTo>
                <a:cubicBezTo>
                  <a:pt x="12636678" y="3392655"/>
                  <a:pt x="12645459" y="3384423"/>
                  <a:pt x="12645459" y="3373997"/>
                </a:cubicBezTo>
                <a:cubicBezTo>
                  <a:pt x="12645459" y="3363572"/>
                  <a:pt x="12637228" y="3355341"/>
                  <a:pt x="12626801" y="3355341"/>
                </a:cubicBezTo>
                <a:close/>
                <a:moveTo>
                  <a:pt x="4118210" y="3273032"/>
                </a:moveTo>
                <a:cubicBezTo>
                  <a:pt x="4108333" y="3273032"/>
                  <a:pt x="4099554" y="3281262"/>
                  <a:pt x="4099554" y="3291688"/>
                </a:cubicBezTo>
                <a:cubicBezTo>
                  <a:pt x="4099554" y="3302114"/>
                  <a:pt x="4107784" y="3310345"/>
                  <a:pt x="4118210" y="3310345"/>
                </a:cubicBezTo>
                <a:cubicBezTo>
                  <a:pt x="4128636" y="3310345"/>
                  <a:pt x="4135770" y="3303212"/>
                  <a:pt x="4136867" y="3293883"/>
                </a:cubicBezTo>
                <a:lnTo>
                  <a:pt x="4675719" y="3293883"/>
                </a:lnTo>
                <a:lnTo>
                  <a:pt x="5210181" y="3828345"/>
                </a:lnTo>
                <a:cubicBezTo>
                  <a:pt x="5204694" y="3835478"/>
                  <a:pt x="5205242" y="3846453"/>
                  <a:pt x="5211826" y="3853038"/>
                </a:cubicBezTo>
                <a:cubicBezTo>
                  <a:pt x="5218962" y="3860172"/>
                  <a:pt x="5231033" y="3860172"/>
                  <a:pt x="5238166" y="3853038"/>
                </a:cubicBezTo>
                <a:cubicBezTo>
                  <a:pt x="5245300" y="3845904"/>
                  <a:pt x="5245300" y="3833832"/>
                  <a:pt x="5238166" y="3826699"/>
                </a:cubicBezTo>
                <a:cubicBezTo>
                  <a:pt x="5231582" y="3820114"/>
                  <a:pt x="5221156" y="3819565"/>
                  <a:pt x="5213474" y="3825052"/>
                </a:cubicBezTo>
                <a:lnTo>
                  <a:pt x="4677366" y="3288944"/>
                </a:lnTo>
                <a:lnTo>
                  <a:pt x="4136585" y="3288944"/>
                </a:lnTo>
                <a:lnTo>
                  <a:pt x="4136867" y="3289493"/>
                </a:lnTo>
                <a:lnTo>
                  <a:pt x="4136319" y="3288944"/>
                </a:lnTo>
                <a:lnTo>
                  <a:pt x="4136585" y="3288944"/>
                </a:lnTo>
                <a:lnTo>
                  <a:pt x="4130831" y="3277764"/>
                </a:lnTo>
                <a:cubicBezTo>
                  <a:pt x="4127539" y="3274815"/>
                  <a:pt x="4123148" y="3273032"/>
                  <a:pt x="4118210" y="3273032"/>
                </a:cubicBezTo>
                <a:close/>
                <a:moveTo>
                  <a:pt x="4958864" y="3183177"/>
                </a:moveTo>
                <a:cubicBezTo>
                  <a:pt x="4954063" y="3183177"/>
                  <a:pt x="4949261" y="3184960"/>
                  <a:pt x="4945694" y="3188527"/>
                </a:cubicBezTo>
                <a:cubicBezTo>
                  <a:pt x="4938560" y="3195660"/>
                  <a:pt x="4938560" y="3207732"/>
                  <a:pt x="4945694" y="3214866"/>
                </a:cubicBezTo>
                <a:cubicBezTo>
                  <a:pt x="4952279" y="3221451"/>
                  <a:pt x="4962704" y="3221999"/>
                  <a:pt x="4970386" y="3216512"/>
                </a:cubicBezTo>
                <a:lnTo>
                  <a:pt x="5116348" y="3362475"/>
                </a:lnTo>
                <a:lnTo>
                  <a:pt x="5342424" y="3362475"/>
                </a:lnTo>
                <a:lnTo>
                  <a:pt x="5723792" y="3743841"/>
                </a:lnTo>
                <a:cubicBezTo>
                  <a:pt x="5718304" y="3750975"/>
                  <a:pt x="5718852" y="3761949"/>
                  <a:pt x="5725438" y="3768533"/>
                </a:cubicBezTo>
                <a:cubicBezTo>
                  <a:pt x="5732022" y="3775118"/>
                  <a:pt x="5744643" y="3775667"/>
                  <a:pt x="5751776" y="3768533"/>
                </a:cubicBezTo>
                <a:cubicBezTo>
                  <a:pt x="5758910" y="3761401"/>
                  <a:pt x="5758910" y="3749328"/>
                  <a:pt x="5751776" y="3742195"/>
                </a:cubicBezTo>
                <a:cubicBezTo>
                  <a:pt x="5745192" y="3735610"/>
                  <a:pt x="5734766" y="3735061"/>
                  <a:pt x="5727084" y="3740549"/>
                </a:cubicBezTo>
                <a:lnTo>
                  <a:pt x="5344071" y="3357535"/>
                </a:lnTo>
                <a:lnTo>
                  <a:pt x="5117995" y="3357535"/>
                </a:lnTo>
                <a:lnTo>
                  <a:pt x="4973678" y="3213220"/>
                </a:lnTo>
                <a:cubicBezTo>
                  <a:pt x="4979166" y="3206087"/>
                  <a:pt x="4978617" y="3195112"/>
                  <a:pt x="4972033" y="3188527"/>
                </a:cubicBezTo>
                <a:cubicBezTo>
                  <a:pt x="4968466" y="3184960"/>
                  <a:pt x="4963665" y="3183177"/>
                  <a:pt x="4958864" y="3183177"/>
                </a:cubicBezTo>
                <a:close/>
                <a:moveTo>
                  <a:pt x="55970" y="2984400"/>
                </a:moveTo>
                <a:cubicBezTo>
                  <a:pt x="46092" y="2984400"/>
                  <a:pt x="37312" y="2992631"/>
                  <a:pt x="37312" y="3003057"/>
                </a:cubicBezTo>
                <a:cubicBezTo>
                  <a:pt x="37312" y="3013483"/>
                  <a:pt x="45544" y="3021714"/>
                  <a:pt x="55970" y="3021714"/>
                </a:cubicBezTo>
                <a:cubicBezTo>
                  <a:pt x="66396" y="3021714"/>
                  <a:pt x="73530" y="3014580"/>
                  <a:pt x="74626" y="3005251"/>
                </a:cubicBezTo>
                <a:lnTo>
                  <a:pt x="544888" y="3005251"/>
                </a:lnTo>
                <a:lnTo>
                  <a:pt x="1083738" y="3544103"/>
                </a:lnTo>
                <a:lnTo>
                  <a:pt x="1490347" y="3544103"/>
                </a:lnTo>
                <a:lnTo>
                  <a:pt x="1594606" y="3439845"/>
                </a:lnTo>
                <a:lnTo>
                  <a:pt x="3079466" y="3439845"/>
                </a:lnTo>
                <a:cubicBezTo>
                  <a:pt x="3080564" y="3449173"/>
                  <a:pt x="3088246" y="3456306"/>
                  <a:pt x="3098124" y="3456306"/>
                </a:cubicBezTo>
                <a:cubicBezTo>
                  <a:pt x="3108000" y="3456306"/>
                  <a:pt x="3116780" y="3448076"/>
                  <a:pt x="3116780" y="3437650"/>
                </a:cubicBezTo>
                <a:cubicBezTo>
                  <a:pt x="3116780" y="3427224"/>
                  <a:pt x="3108548" y="3418993"/>
                  <a:pt x="3098124" y="3418993"/>
                </a:cubicBezTo>
                <a:cubicBezTo>
                  <a:pt x="3087697" y="3418993"/>
                  <a:pt x="3080564" y="3426126"/>
                  <a:pt x="3079466" y="3435455"/>
                </a:cubicBezTo>
                <a:lnTo>
                  <a:pt x="1592960" y="3435455"/>
                </a:lnTo>
                <a:lnTo>
                  <a:pt x="1488701" y="3539714"/>
                </a:lnTo>
                <a:lnTo>
                  <a:pt x="1085934" y="3539714"/>
                </a:lnTo>
                <a:lnTo>
                  <a:pt x="547082" y="3000861"/>
                </a:lnTo>
                <a:lnTo>
                  <a:pt x="74626" y="3000861"/>
                </a:lnTo>
                <a:cubicBezTo>
                  <a:pt x="73530" y="2991534"/>
                  <a:pt x="65846" y="2984400"/>
                  <a:pt x="55970" y="2984400"/>
                </a:cubicBezTo>
                <a:close/>
                <a:moveTo>
                  <a:pt x="15666760" y="2930076"/>
                </a:moveTo>
                <a:cubicBezTo>
                  <a:pt x="15657432" y="2930076"/>
                  <a:pt x="15649201" y="2937209"/>
                  <a:pt x="15648104" y="2946538"/>
                </a:cubicBezTo>
                <a:lnTo>
                  <a:pt x="15219546" y="2946538"/>
                </a:lnTo>
                <a:lnTo>
                  <a:pt x="14996213" y="3169870"/>
                </a:lnTo>
                <a:lnTo>
                  <a:pt x="14421694" y="3169870"/>
                </a:lnTo>
                <a:cubicBezTo>
                  <a:pt x="14420597" y="3160542"/>
                  <a:pt x="14412914" y="3153409"/>
                  <a:pt x="14403039" y="3153409"/>
                </a:cubicBezTo>
                <a:cubicBezTo>
                  <a:pt x="14393161" y="3153409"/>
                  <a:pt x="14384381" y="3161639"/>
                  <a:pt x="14384381" y="3172065"/>
                </a:cubicBezTo>
                <a:cubicBezTo>
                  <a:pt x="14384381" y="3182491"/>
                  <a:pt x="14392612" y="3190722"/>
                  <a:pt x="14403039" y="3190722"/>
                </a:cubicBezTo>
                <a:cubicBezTo>
                  <a:pt x="14413464" y="3190722"/>
                  <a:pt x="14420597" y="3183589"/>
                  <a:pt x="14421694" y="3174261"/>
                </a:cubicBezTo>
                <a:lnTo>
                  <a:pt x="14998409" y="3174261"/>
                </a:lnTo>
                <a:lnTo>
                  <a:pt x="15221742" y="2950927"/>
                </a:lnTo>
                <a:lnTo>
                  <a:pt x="15648104" y="2950927"/>
                </a:lnTo>
                <a:cubicBezTo>
                  <a:pt x="15649201" y="2960256"/>
                  <a:pt x="15656884" y="2967389"/>
                  <a:pt x="15666760" y="2967389"/>
                </a:cubicBezTo>
                <a:cubicBezTo>
                  <a:pt x="15676637" y="2967389"/>
                  <a:pt x="15685417" y="2959158"/>
                  <a:pt x="15685417" y="2948732"/>
                </a:cubicBezTo>
                <a:cubicBezTo>
                  <a:pt x="15685417" y="2938307"/>
                  <a:pt x="15677187" y="2930076"/>
                  <a:pt x="15666760" y="2930076"/>
                </a:cubicBezTo>
                <a:close/>
                <a:moveTo>
                  <a:pt x="3441628" y="2777529"/>
                </a:moveTo>
                <a:lnTo>
                  <a:pt x="3441079" y="2777529"/>
                </a:lnTo>
                <a:lnTo>
                  <a:pt x="3441344" y="2777637"/>
                </a:lnTo>
                <a:close/>
                <a:moveTo>
                  <a:pt x="11909613" y="2741313"/>
                </a:moveTo>
                <a:cubicBezTo>
                  <a:pt x="11899188" y="2741313"/>
                  <a:pt x="11892054" y="2748446"/>
                  <a:pt x="11890957" y="2757775"/>
                </a:cubicBezTo>
                <a:lnTo>
                  <a:pt x="11273637" y="2757775"/>
                </a:lnTo>
                <a:cubicBezTo>
                  <a:pt x="11272540" y="2748446"/>
                  <a:pt x="11264857" y="2741313"/>
                  <a:pt x="11254979" y="2741313"/>
                </a:cubicBezTo>
                <a:cubicBezTo>
                  <a:pt x="11245103" y="2741313"/>
                  <a:pt x="11236322" y="2749544"/>
                  <a:pt x="11236322" y="2759970"/>
                </a:cubicBezTo>
                <a:cubicBezTo>
                  <a:pt x="11236322" y="2770396"/>
                  <a:pt x="11244554" y="2778626"/>
                  <a:pt x="11254979" y="2778626"/>
                </a:cubicBezTo>
                <a:cubicBezTo>
                  <a:pt x="11265405" y="2778626"/>
                  <a:pt x="11272540" y="2771493"/>
                  <a:pt x="11273637" y="2762165"/>
                </a:cubicBezTo>
                <a:lnTo>
                  <a:pt x="11890957" y="2762165"/>
                </a:lnTo>
                <a:cubicBezTo>
                  <a:pt x="11892054" y="2771493"/>
                  <a:pt x="11899735" y="2778626"/>
                  <a:pt x="11909613" y="2778626"/>
                </a:cubicBezTo>
                <a:cubicBezTo>
                  <a:pt x="11919490" y="2778626"/>
                  <a:pt x="11928271" y="2770396"/>
                  <a:pt x="11928271" y="2759970"/>
                </a:cubicBezTo>
                <a:cubicBezTo>
                  <a:pt x="11928271" y="2749544"/>
                  <a:pt x="11920040" y="2741313"/>
                  <a:pt x="11909613" y="2741313"/>
                </a:cubicBezTo>
                <a:close/>
                <a:moveTo>
                  <a:pt x="9326745" y="2650910"/>
                </a:moveTo>
                <a:cubicBezTo>
                  <a:pt x="9321944" y="2650910"/>
                  <a:pt x="9317142" y="2652693"/>
                  <a:pt x="9313576" y="2656260"/>
                </a:cubicBezTo>
                <a:cubicBezTo>
                  <a:pt x="9306992" y="2662845"/>
                  <a:pt x="9306443" y="2673270"/>
                  <a:pt x="9311930" y="2680953"/>
                </a:cubicBezTo>
                <a:lnTo>
                  <a:pt x="9167066" y="2825817"/>
                </a:lnTo>
                <a:lnTo>
                  <a:pt x="9166518" y="2825817"/>
                </a:lnTo>
                <a:lnTo>
                  <a:pt x="9165968" y="2827463"/>
                </a:lnTo>
                <a:lnTo>
                  <a:pt x="9165968" y="3018421"/>
                </a:lnTo>
                <a:lnTo>
                  <a:pt x="8996411" y="3187978"/>
                </a:lnTo>
                <a:cubicBezTo>
                  <a:pt x="8989277" y="3182491"/>
                  <a:pt x="8978303" y="3183040"/>
                  <a:pt x="8971718" y="3189625"/>
                </a:cubicBezTo>
                <a:cubicBezTo>
                  <a:pt x="8964585" y="3196757"/>
                  <a:pt x="8964585" y="3208830"/>
                  <a:pt x="8971718" y="3215963"/>
                </a:cubicBezTo>
                <a:cubicBezTo>
                  <a:pt x="8978851" y="3223096"/>
                  <a:pt x="8990924" y="3223096"/>
                  <a:pt x="8998057" y="3215963"/>
                </a:cubicBezTo>
                <a:cubicBezTo>
                  <a:pt x="9004642" y="3209379"/>
                  <a:pt x="9005191" y="3198953"/>
                  <a:pt x="8999703" y="3191271"/>
                </a:cubicBezTo>
                <a:lnTo>
                  <a:pt x="9170358" y="3020616"/>
                </a:lnTo>
                <a:lnTo>
                  <a:pt x="9170906" y="3020616"/>
                </a:lnTo>
                <a:lnTo>
                  <a:pt x="9170906" y="2828561"/>
                </a:lnTo>
                <a:lnTo>
                  <a:pt x="9315223" y="2684245"/>
                </a:lnTo>
                <a:cubicBezTo>
                  <a:pt x="9322356" y="2689733"/>
                  <a:pt x="9333330" y="2689183"/>
                  <a:pt x="9339916" y="2682599"/>
                </a:cubicBezTo>
                <a:cubicBezTo>
                  <a:pt x="9347048" y="2675466"/>
                  <a:pt x="9347048" y="2663394"/>
                  <a:pt x="9339916" y="2656260"/>
                </a:cubicBezTo>
                <a:cubicBezTo>
                  <a:pt x="9336348" y="2652693"/>
                  <a:pt x="9331547" y="2650910"/>
                  <a:pt x="9326745" y="2650910"/>
                </a:cubicBezTo>
                <a:close/>
                <a:moveTo>
                  <a:pt x="2008896" y="2464342"/>
                </a:moveTo>
                <a:cubicBezTo>
                  <a:pt x="2004095" y="2464342"/>
                  <a:pt x="1999293" y="2466125"/>
                  <a:pt x="1995727" y="2469692"/>
                </a:cubicBezTo>
                <a:cubicBezTo>
                  <a:pt x="1988593" y="2476826"/>
                  <a:pt x="1988593" y="2488897"/>
                  <a:pt x="1995727" y="2496031"/>
                </a:cubicBezTo>
                <a:cubicBezTo>
                  <a:pt x="2002860" y="2503165"/>
                  <a:pt x="2012737" y="2503165"/>
                  <a:pt x="2020419" y="2497678"/>
                </a:cubicBezTo>
                <a:lnTo>
                  <a:pt x="2146627" y="2623885"/>
                </a:lnTo>
                <a:lnTo>
                  <a:pt x="2602621" y="2623885"/>
                </a:lnTo>
                <a:lnTo>
                  <a:pt x="2807846" y="2829110"/>
                </a:lnTo>
                <a:cubicBezTo>
                  <a:pt x="2802358" y="2836243"/>
                  <a:pt x="2802907" y="2847217"/>
                  <a:pt x="2809492" y="2853802"/>
                </a:cubicBezTo>
                <a:cubicBezTo>
                  <a:pt x="2816625" y="2860936"/>
                  <a:pt x="2828697" y="2860936"/>
                  <a:pt x="2835831" y="2853802"/>
                </a:cubicBezTo>
                <a:cubicBezTo>
                  <a:pt x="2842964" y="2846669"/>
                  <a:pt x="2842964" y="2834597"/>
                  <a:pt x="2835831" y="2827463"/>
                </a:cubicBezTo>
                <a:cubicBezTo>
                  <a:pt x="2829246" y="2820878"/>
                  <a:pt x="2818820" y="2820330"/>
                  <a:pt x="2811138" y="2825817"/>
                </a:cubicBezTo>
                <a:lnTo>
                  <a:pt x="2604266" y="2618947"/>
                </a:lnTo>
                <a:lnTo>
                  <a:pt x="2148273" y="2618947"/>
                </a:lnTo>
                <a:lnTo>
                  <a:pt x="2023712" y="2494385"/>
                </a:lnTo>
                <a:cubicBezTo>
                  <a:pt x="2029199" y="2487252"/>
                  <a:pt x="2028651" y="2476277"/>
                  <a:pt x="2022066" y="2469692"/>
                </a:cubicBezTo>
                <a:cubicBezTo>
                  <a:pt x="2018499" y="2466125"/>
                  <a:pt x="2013698" y="2464342"/>
                  <a:pt x="2008896" y="2464342"/>
                </a:cubicBezTo>
                <a:close/>
                <a:moveTo>
                  <a:pt x="77370" y="2377506"/>
                </a:moveTo>
                <a:cubicBezTo>
                  <a:pt x="67492" y="2377506"/>
                  <a:pt x="58714" y="2385737"/>
                  <a:pt x="58714" y="2396163"/>
                </a:cubicBezTo>
                <a:cubicBezTo>
                  <a:pt x="58714" y="2406588"/>
                  <a:pt x="66944" y="2414820"/>
                  <a:pt x="77370" y="2414820"/>
                </a:cubicBezTo>
                <a:cubicBezTo>
                  <a:pt x="87796" y="2414820"/>
                  <a:pt x="94928" y="2407686"/>
                  <a:pt x="96026" y="2398357"/>
                </a:cubicBezTo>
                <a:lnTo>
                  <a:pt x="935582" y="2398357"/>
                </a:lnTo>
                <a:lnTo>
                  <a:pt x="1728496" y="3191271"/>
                </a:lnTo>
                <a:lnTo>
                  <a:pt x="3514060" y="3191271"/>
                </a:lnTo>
                <a:lnTo>
                  <a:pt x="3938776" y="3615987"/>
                </a:lnTo>
                <a:lnTo>
                  <a:pt x="4752542" y="3615987"/>
                </a:lnTo>
                <a:lnTo>
                  <a:pt x="5081230" y="3944675"/>
                </a:lnTo>
                <a:lnTo>
                  <a:pt x="6690103" y="3944675"/>
                </a:lnTo>
                <a:lnTo>
                  <a:pt x="6690103" y="3939737"/>
                </a:lnTo>
                <a:lnTo>
                  <a:pt x="5082876" y="3939737"/>
                </a:lnTo>
                <a:lnTo>
                  <a:pt x="4754188" y="3611049"/>
                </a:lnTo>
                <a:lnTo>
                  <a:pt x="3940422" y="3611049"/>
                </a:lnTo>
                <a:lnTo>
                  <a:pt x="3515706" y="3186331"/>
                </a:lnTo>
                <a:lnTo>
                  <a:pt x="3515706" y="3186881"/>
                </a:lnTo>
                <a:lnTo>
                  <a:pt x="1730142" y="3186881"/>
                </a:lnTo>
                <a:lnTo>
                  <a:pt x="937228" y="2393968"/>
                </a:lnTo>
                <a:lnTo>
                  <a:pt x="96026" y="2393968"/>
                </a:lnTo>
                <a:cubicBezTo>
                  <a:pt x="94928" y="2384640"/>
                  <a:pt x="87246" y="2377506"/>
                  <a:pt x="77370" y="2377506"/>
                </a:cubicBezTo>
                <a:close/>
                <a:moveTo>
                  <a:pt x="12415254" y="2285761"/>
                </a:moveTo>
                <a:lnTo>
                  <a:pt x="12414993" y="2285868"/>
                </a:lnTo>
                <a:lnTo>
                  <a:pt x="12415540" y="2285868"/>
                </a:lnTo>
                <a:close/>
                <a:moveTo>
                  <a:pt x="12414993" y="2248554"/>
                </a:moveTo>
                <a:cubicBezTo>
                  <a:pt x="12404566" y="2248554"/>
                  <a:pt x="12397434" y="2255688"/>
                  <a:pt x="12396335" y="2265017"/>
                </a:cubicBezTo>
                <a:lnTo>
                  <a:pt x="11202302" y="2265017"/>
                </a:lnTo>
                <a:lnTo>
                  <a:pt x="11135905" y="2331412"/>
                </a:lnTo>
                <a:cubicBezTo>
                  <a:pt x="11128772" y="2325925"/>
                  <a:pt x="11117797" y="2326474"/>
                  <a:pt x="11111212" y="2333059"/>
                </a:cubicBezTo>
                <a:cubicBezTo>
                  <a:pt x="11104079" y="2340192"/>
                  <a:pt x="11104079" y="2352264"/>
                  <a:pt x="11111212" y="2359398"/>
                </a:cubicBezTo>
                <a:cubicBezTo>
                  <a:pt x="11118346" y="2366531"/>
                  <a:pt x="11130418" y="2366531"/>
                  <a:pt x="11137551" y="2359398"/>
                </a:cubicBezTo>
                <a:cubicBezTo>
                  <a:pt x="11144136" y="2352813"/>
                  <a:pt x="11144685" y="2342387"/>
                  <a:pt x="11139198" y="2334705"/>
                </a:cubicBezTo>
                <a:lnTo>
                  <a:pt x="11204496" y="2269406"/>
                </a:lnTo>
                <a:lnTo>
                  <a:pt x="12396885" y="2269406"/>
                </a:lnTo>
                <a:cubicBezTo>
                  <a:pt x="12397434" y="2274070"/>
                  <a:pt x="12399629" y="2278185"/>
                  <a:pt x="12402921" y="2281135"/>
                </a:cubicBezTo>
                <a:lnTo>
                  <a:pt x="12415254" y="2285761"/>
                </a:lnTo>
                <a:lnTo>
                  <a:pt x="12428230" y="2280449"/>
                </a:lnTo>
                <a:cubicBezTo>
                  <a:pt x="12431591" y="2277088"/>
                  <a:pt x="12433649" y="2272424"/>
                  <a:pt x="12433649" y="2267211"/>
                </a:cubicBezTo>
                <a:cubicBezTo>
                  <a:pt x="12433649" y="2256786"/>
                  <a:pt x="12425418" y="2248554"/>
                  <a:pt x="12414993" y="2248554"/>
                </a:cubicBezTo>
                <a:close/>
                <a:moveTo>
                  <a:pt x="3602405" y="1914516"/>
                </a:moveTo>
                <a:cubicBezTo>
                  <a:pt x="3597604" y="1914516"/>
                  <a:pt x="3592802" y="1916299"/>
                  <a:pt x="3589235" y="1919866"/>
                </a:cubicBezTo>
                <a:cubicBezTo>
                  <a:pt x="3582102" y="1926999"/>
                  <a:pt x="3582102" y="1939071"/>
                  <a:pt x="3589235" y="1946205"/>
                </a:cubicBezTo>
                <a:cubicBezTo>
                  <a:pt x="3596369" y="1953338"/>
                  <a:pt x="3606246" y="1953338"/>
                  <a:pt x="3613928" y="1947850"/>
                </a:cubicBezTo>
                <a:lnTo>
                  <a:pt x="3759891" y="2093813"/>
                </a:lnTo>
                <a:lnTo>
                  <a:pt x="3985967" y="2093813"/>
                </a:lnTo>
                <a:lnTo>
                  <a:pt x="4367334" y="2475180"/>
                </a:lnTo>
                <a:cubicBezTo>
                  <a:pt x="4361846" y="2482312"/>
                  <a:pt x="4362395" y="2493287"/>
                  <a:pt x="4368980" y="2499872"/>
                </a:cubicBezTo>
                <a:cubicBezTo>
                  <a:pt x="4376112" y="2507006"/>
                  <a:pt x="4388186" y="2507006"/>
                  <a:pt x="4395319" y="2499872"/>
                </a:cubicBezTo>
                <a:cubicBezTo>
                  <a:pt x="4402452" y="2492739"/>
                  <a:pt x="4402452" y="2480667"/>
                  <a:pt x="4395319" y="2473533"/>
                </a:cubicBezTo>
                <a:cubicBezTo>
                  <a:pt x="4388734" y="2466948"/>
                  <a:pt x="4378308" y="2466400"/>
                  <a:pt x="4370626" y="2471887"/>
                </a:cubicBezTo>
                <a:lnTo>
                  <a:pt x="3987613" y="2088874"/>
                </a:lnTo>
                <a:lnTo>
                  <a:pt x="3761536" y="2088874"/>
                </a:lnTo>
                <a:lnTo>
                  <a:pt x="3617221" y="1944558"/>
                </a:lnTo>
                <a:cubicBezTo>
                  <a:pt x="3622708" y="1937425"/>
                  <a:pt x="3622159" y="1926451"/>
                  <a:pt x="3615574" y="1919866"/>
                </a:cubicBezTo>
                <a:cubicBezTo>
                  <a:pt x="3612008" y="1916299"/>
                  <a:pt x="3607206" y="1914516"/>
                  <a:pt x="3602405" y="1914516"/>
                </a:cubicBezTo>
                <a:close/>
                <a:moveTo>
                  <a:pt x="15702977" y="1721226"/>
                </a:moveTo>
                <a:cubicBezTo>
                  <a:pt x="15692551" y="1721226"/>
                  <a:pt x="15685417" y="1728359"/>
                  <a:pt x="15684320" y="1737688"/>
                </a:cubicBezTo>
                <a:lnTo>
                  <a:pt x="15352887" y="1737688"/>
                </a:lnTo>
                <a:lnTo>
                  <a:pt x="13998624" y="3091951"/>
                </a:lnTo>
                <a:lnTo>
                  <a:pt x="13998624" y="3091402"/>
                </a:lnTo>
                <a:lnTo>
                  <a:pt x="12688260" y="3091402"/>
                </a:lnTo>
                <a:lnTo>
                  <a:pt x="12532421" y="3247241"/>
                </a:lnTo>
                <a:lnTo>
                  <a:pt x="11067863" y="3247241"/>
                </a:lnTo>
                <a:lnTo>
                  <a:pt x="10414875" y="3900228"/>
                </a:lnTo>
                <a:lnTo>
                  <a:pt x="10259037" y="3900228"/>
                </a:lnTo>
                <a:lnTo>
                  <a:pt x="10101551" y="4057714"/>
                </a:lnTo>
                <a:lnTo>
                  <a:pt x="9039760" y="4057714"/>
                </a:lnTo>
                <a:lnTo>
                  <a:pt x="9039760" y="4062653"/>
                </a:lnTo>
                <a:lnTo>
                  <a:pt x="10103746" y="4062653"/>
                </a:lnTo>
                <a:lnTo>
                  <a:pt x="10261232" y="3905167"/>
                </a:lnTo>
                <a:lnTo>
                  <a:pt x="10417070" y="3905167"/>
                </a:lnTo>
                <a:lnTo>
                  <a:pt x="11070058" y="3252180"/>
                </a:lnTo>
                <a:lnTo>
                  <a:pt x="12534616" y="3252180"/>
                </a:lnTo>
                <a:lnTo>
                  <a:pt x="12690455" y="3096341"/>
                </a:lnTo>
                <a:lnTo>
                  <a:pt x="14000819" y="3096341"/>
                </a:lnTo>
                <a:lnTo>
                  <a:pt x="15355083" y="1742078"/>
                </a:lnTo>
                <a:lnTo>
                  <a:pt x="15684320" y="1742078"/>
                </a:lnTo>
                <a:cubicBezTo>
                  <a:pt x="15685417" y="1751406"/>
                  <a:pt x="15693100" y="1758539"/>
                  <a:pt x="15702977" y="1758539"/>
                </a:cubicBezTo>
                <a:cubicBezTo>
                  <a:pt x="15712854" y="1758539"/>
                  <a:pt x="15721633" y="1750309"/>
                  <a:pt x="15721633" y="1739882"/>
                </a:cubicBezTo>
                <a:cubicBezTo>
                  <a:pt x="15721633" y="1729456"/>
                  <a:pt x="15713402" y="1721226"/>
                  <a:pt x="15702977" y="1721226"/>
                </a:cubicBezTo>
                <a:close/>
                <a:moveTo>
                  <a:pt x="12427065" y="1718071"/>
                </a:moveTo>
                <a:cubicBezTo>
                  <a:pt x="12422263" y="1718071"/>
                  <a:pt x="12417462" y="1719854"/>
                  <a:pt x="12413896" y="1723421"/>
                </a:cubicBezTo>
                <a:cubicBezTo>
                  <a:pt x="12407310" y="1730006"/>
                  <a:pt x="12406762" y="1740431"/>
                  <a:pt x="12412249" y="1748113"/>
                </a:cubicBezTo>
                <a:lnTo>
                  <a:pt x="12160931" y="1999431"/>
                </a:lnTo>
                <a:lnTo>
                  <a:pt x="10934521" y="1999431"/>
                </a:lnTo>
                <a:lnTo>
                  <a:pt x="10934521" y="1998883"/>
                </a:lnTo>
                <a:lnTo>
                  <a:pt x="10088382" y="2845023"/>
                </a:lnTo>
                <a:lnTo>
                  <a:pt x="10087833" y="2845023"/>
                </a:lnTo>
                <a:lnTo>
                  <a:pt x="10087833" y="3320222"/>
                </a:lnTo>
                <a:lnTo>
                  <a:pt x="9699333" y="3708721"/>
                </a:lnTo>
                <a:lnTo>
                  <a:pt x="8995314" y="3708721"/>
                </a:lnTo>
                <a:lnTo>
                  <a:pt x="8995314" y="3713661"/>
                </a:lnTo>
                <a:lnTo>
                  <a:pt x="9701528" y="3713661"/>
                </a:lnTo>
                <a:lnTo>
                  <a:pt x="10092222" y="3322966"/>
                </a:lnTo>
                <a:lnTo>
                  <a:pt x="10092771" y="3322966"/>
                </a:lnTo>
                <a:lnTo>
                  <a:pt x="10092771" y="2847767"/>
                </a:lnTo>
                <a:lnTo>
                  <a:pt x="10936717" y="2003821"/>
                </a:lnTo>
                <a:lnTo>
                  <a:pt x="12163125" y="2003821"/>
                </a:lnTo>
                <a:lnTo>
                  <a:pt x="12415540" y="1751406"/>
                </a:lnTo>
                <a:cubicBezTo>
                  <a:pt x="12422674" y="1756894"/>
                  <a:pt x="12433649" y="1756344"/>
                  <a:pt x="12440234" y="1749760"/>
                </a:cubicBezTo>
                <a:cubicBezTo>
                  <a:pt x="12447367" y="1742626"/>
                  <a:pt x="12447367" y="1730555"/>
                  <a:pt x="12440234" y="1723421"/>
                </a:cubicBezTo>
                <a:cubicBezTo>
                  <a:pt x="12436668" y="1719854"/>
                  <a:pt x="12431866" y="1718071"/>
                  <a:pt x="12427065" y="1718071"/>
                </a:cubicBezTo>
                <a:close/>
                <a:moveTo>
                  <a:pt x="3845149" y="1685353"/>
                </a:moveTo>
                <a:cubicBezTo>
                  <a:pt x="3840280" y="1685284"/>
                  <a:pt x="3835341" y="1686930"/>
                  <a:pt x="3831774" y="1690497"/>
                </a:cubicBezTo>
                <a:cubicBezTo>
                  <a:pt x="3824640" y="1697631"/>
                  <a:pt x="3824640" y="1709702"/>
                  <a:pt x="3831774" y="1716836"/>
                </a:cubicBezTo>
                <a:cubicBezTo>
                  <a:pt x="3838358" y="1723421"/>
                  <a:pt x="3848784" y="1723970"/>
                  <a:pt x="3856466" y="1718482"/>
                </a:cubicBezTo>
                <a:lnTo>
                  <a:pt x="4202166" y="2064181"/>
                </a:lnTo>
                <a:lnTo>
                  <a:pt x="4745408" y="2064181"/>
                </a:lnTo>
                <a:lnTo>
                  <a:pt x="5736961" y="3055735"/>
                </a:lnTo>
                <a:cubicBezTo>
                  <a:pt x="5731474" y="3062868"/>
                  <a:pt x="5732022" y="3073843"/>
                  <a:pt x="5738606" y="3080427"/>
                </a:cubicBezTo>
                <a:cubicBezTo>
                  <a:pt x="5745741" y="3087561"/>
                  <a:pt x="5757813" y="3087561"/>
                  <a:pt x="5764946" y="3080427"/>
                </a:cubicBezTo>
                <a:cubicBezTo>
                  <a:pt x="5772079" y="3073294"/>
                  <a:pt x="5772079" y="3061222"/>
                  <a:pt x="5764946" y="3054088"/>
                </a:cubicBezTo>
                <a:cubicBezTo>
                  <a:pt x="5758362" y="3047504"/>
                  <a:pt x="5747936" y="3046955"/>
                  <a:pt x="5740254" y="3052442"/>
                </a:cubicBezTo>
                <a:lnTo>
                  <a:pt x="4747054" y="2059243"/>
                </a:lnTo>
                <a:lnTo>
                  <a:pt x="4203812" y="2059243"/>
                </a:lnTo>
                <a:lnTo>
                  <a:pt x="3859759" y="1715189"/>
                </a:lnTo>
                <a:cubicBezTo>
                  <a:pt x="3865247" y="1708057"/>
                  <a:pt x="3864697" y="1697082"/>
                  <a:pt x="3858113" y="1690497"/>
                </a:cubicBezTo>
                <a:cubicBezTo>
                  <a:pt x="3854820" y="1687204"/>
                  <a:pt x="3850019" y="1685421"/>
                  <a:pt x="3845149" y="1685353"/>
                </a:cubicBezTo>
                <a:close/>
                <a:moveTo>
                  <a:pt x="13497086" y="1506124"/>
                </a:moveTo>
                <a:cubicBezTo>
                  <a:pt x="13486661" y="1506124"/>
                  <a:pt x="13479527" y="1513258"/>
                  <a:pt x="13478430" y="1522586"/>
                </a:cubicBezTo>
                <a:lnTo>
                  <a:pt x="12637776" y="1522586"/>
                </a:lnTo>
                <a:lnTo>
                  <a:pt x="12571381" y="1588982"/>
                </a:lnTo>
                <a:cubicBezTo>
                  <a:pt x="12564246" y="1583494"/>
                  <a:pt x="12553272" y="1584044"/>
                  <a:pt x="12546688" y="1590628"/>
                </a:cubicBezTo>
                <a:cubicBezTo>
                  <a:pt x="12539554" y="1597761"/>
                  <a:pt x="12539554" y="1609833"/>
                  <a:pt x="12546688" y="1616967"/>
                </a:cubicBezTo>
                <a:cubicBezTo>
                  <a:pt x="12553821" y="1624101"/>
                  <a:pt x="12565893" y="1624101"/>
                  <a:pt x="12573027" y="1616967"/>
                </a:cubicBezTo>
                <a:cubicBezTo>
                  <a:pt x="12579612" y="1610383"/>
                  <a:pt x="12580159" y="1599957"/>
                  <a:pt x="12574673" y="1592275"/>
                </a:cubicBezTo>
                <a:lnTo>
                  <a:pt x="12639972" y="1526976"/>
                </a:lnTo>
                <a:lnTo>
                  <a:pt x="13478430" y="1526976"/>
                </a:lnTo>
                <a:cubicBezTo>
                  <a:pt x="13479527" y="1536304"/>
                  <a:pt x="13487208" y="1543438"/>
                  <a:pt x="13497086" y="1543438"/>
                </a:cubicBezTo>
                <a:cubicBezTo>
                  <a:pt x="13506963" y="1543438"/>
                  <a:pt x="13515743" y="1535207"/>
                  <a:pt x="13515743" y="1524781"/>
                </a:cubicBezTo>
                <a:cubicBezTo>
                  <a:pt x="13515743" y="1514355"/>
                  <a:pt x="13507512" y="1506124"/>
                  <a:pt x="13497086" y="1506124"/>
                </a:cubicBezTo>
                <a:close/>
                <a:moveTo>
                  <a:pt x="6641266" y="1485410"/>
                </a:moveTo>
                <a:cubicBezTo>
                  <a:pt x="6636465" y="1485410"/>
                  <a:pt x="6631663" y="1487193"/>
                  <a:pt x="6628097" y="1490760"/>
                </a:cubicBezTo>
                <a:cubicBezTo>
                  <a:pt x="6620964" y="1497893"/>
                  <a:pt x="6620964" y="1509965"/>
                  <a:pt x="6628097" y="1517099"/>
                </a:cubicBezTo>
                <a:cubicBezTo>
                  <a:pt x="6634682" y="1523684"/>
                  <a:pt x="6645108" y="1524232"/>
                  <a:pt x="6652789" y="1518744"/>
                </a:cubicBezTo>
                <a:lnTo>
                  <a:pt x="6797106" y="1663061"/>
                </a:lnTo>
                <a:lnTo>
                  <a:pt x="6797106" y="1889137"/>
                </a:lnTo>
                <a:lnTo>
                  <a:pt x="7180118" y="2272150"/>
                </a:lnTo>
                <a:cubicBezTo>
                  <a:pt x="7174632" y="2279283"/>
                  <a:pt x="7175180" y="2290257"/>
                  <a:pt x="7181764" y="2296842"/>
                </a:cubicBezTo>
                <a:cubicBezTo>
                  <a:pt x="7188898" y="2303976"/>
                  <a:pt x="7200970" y="2303976"/>
                  <a:pt x="7208103" y="2296842"/>
                </a:cubicBezTo>
                <a:cubicBezTo>
                  <a:pt x="7215237" y="2289709"/>
                  <a:pt x="7215237" y="2277637"/>
                  <a:pt x="7208103" y="2270503"/>
                </a:cubicBezTo>
                <a:cubicBezTo>
                  <a:pt x="7201518" y="2263918"/>
                  <a:pt x="7191093" y="2263370"/>
                  <a:pt x="7183411" y="2268858"/>
                </a:cubicBezTo>
                <a:lnTo>
                  <a:pt x="6802044" y="1887490"/>
                </a:lnTo>
                <a:lnTo>
                  <a:pt x="6802044" y="1661414"/>
                </a:lnTo>
                <a:lnTo>
                  <a:pt x="6656082" y="1515452"/>
                </a:lnTo>
                <a:cubicBezTo>
                  <a:pt x="6661570" y="1508318"/>
                  <a:pt x="6661020" y="1497345"/>
                  <a:pt x="6654436" y="1490760"/>
                </a:cubicBezTo>
                <a:cubicBezTo>
                  <a:pt x="6650869" y="1487193"/>
                  <a:pt x="6646068" y="1485410"/>
                  <a:pt x="6641266" y="1485410"/>
                </a:cubicBezTo>
                <a:close/>
                <a:moveTo>
                  <a:pt x="33472" y="1395830"/>
                </a:moveTo>
                <a:cubicBezTo>
                  <a:pt x="23594" y="1395830"/>
                  <a:pt x="14814" y="1404061"/>
                  <a:pt x="14814" y="1414487"/>
                </a:cubicBezTo>
                <a:cubicBezTo>
                  <a:pt x="14814" y="1424912"/>
                  <a:pt x="23046" y="1433143"/>
                  <a:pt x="33472" y="1433143"/>
                </a:cubicBezTo>
                <a:cubicBezTo>
                  <a:pt x="43898" y="1433143"/>
                  <a:pt x="51032" y="1426010"/>
                  <a:pt x="52128" y="1416681"/>
                </a:cubicBezTo>
                <a:lnTo>
                  <a:pt x="219492" y="1416681"/>
                </a:lnTo>
                <a:lnTo>
                  <a:pt x="796206" y="1993396"/>
                </a:lnTo>
                <a:lnTo>
                  <a:pt x="1512845" y="1993396"/>
                </a:lnTo>
                <a:lnTo>
                  <a:pt x="1769651" y="2250201"/>
                </a:lnTo>
                <a:lnTo>
                  <a:pt x="2471474" y="2250201"/>
                </a:lnTo>
                <a:lnTo>
                  <a:pt x="3019655" y="2798381"/>
                </a:lnTo>
                <a:lnTo>
                  <a:pt x="3422422" y="2798381"/>
                </a:lnTo>
                <a:cubicBezTo>
                  <a:pt x="3423519" y="2807709"/>
                  <a:pt x="3431202" y="2814843"/>
                  <a:pt x="3441079" y="2814843"/>
                </a:cubicBezTo>
                <a:cubicBezTo>
                  <a:pt x="3450956" y="2814843"/>
                  <a:pt x="3459736" y="2806612"/>
                  <a:pt x="3459736" y="2796186"/>
                </a:cubicBezTo>
                <a:cubicBezTo>
                  <a:pt x="3459736" y="2790973"/>
                  <a:pt x="3457678" y="2786309"/>
                  <a:pt x="3454317" y="2782948"/>
                </a:cubicBezTo>
                <a:lnTo>
                  <a:pt x="3441344" y="2777637"/>
                </a:lnTo>
                <a:lnTo>
                  <a:pt x="3429212" y="2782262"/>
                </a:lnTo>
                <a:cubicBezTo>
                  <a:pt x="3425851" y="2785211"/>
                  <a:pt x="3423519" y="2789327"/>
                  <a:pt x="3422971" y="2793991"/>
                </a:cubicBezTo>
                <a:lnTo>
                  <a:pt x="3021849" y="2793991"/>
                </a:lnTo>
                <a:lnTo>
                  <a:pt x="2473670" y="2245811"/>
                </a:lnTo>
                <a:lnTo>
                  <a:pt x="1771845" y="2245811"/>
                </a:lnTo>
                <a:lnTo>
                  <a:pt x="1515040" y="1989005"/>
                </a:lnTo>
                <a:lnTo>
                  <a:pt x="798400" y="1989005"/>
                </a:lnTo>
                <a:lnTo>
                  <a:pt x="221686" y="1412291"/>
                </a:lnTo>
                <a:lnTo>
                  <a:pt x="52128" y="1412291"/>
                </a:lnTo>
                <a:cubicBezTo>
                  <a:pt x="51032" y="1402963"/>
                  <a:pt x="43348" y="1395830"/>
                  <a:pt x="33472" y="1395830"/>
                </a:cubicBezTo>
                <a:close/>
                <a:moveTo>
                  <a:pt x="9174747" y="1151234"/>
                </a:moveTo>
                <a:cubicBezTo>
                  <a:pt x="9169946" y="1151234"/>
                  <a:pt x="9165145" y="1153017"/>
                  <a:pt x="9161578" y="1156584"/>
                </a:cubicBezTo>
                <a:cubicBezTo>
                  <a:pt x="9154993" y="1163169"/>
                  <a:pt x="9154445" y="1173595"/>
                  <a:pt x="9159932" y="1181277"/>
                </a:cubicBezTo>
                <a:lnTo>
                  <a:pt x="8988180" y="1353028"/>
                </a:lnTo>
                <a:lnTo>
                  <a:pt x="8987631" y="1353028"/>
                </a:lnTo>
                <a:lnTo>
                  <a:pt x="8987631" y="1353577"/>
                </a:lnTo>
                <a:lnTo>
                  <a:pt x="8987631" y="2131126"/>
                </a:lnTo>
                <a:cubicBezTo>
                  <a:pt x="8978303" y="2132223"/>
                  <a:pt x="8971169" y="2139906"/>
                  <a:pt x="8971169" y="2149783"/>
                </a:cubicBezTo>
                <a:cubicBezTo>
                  <a:pt x="8971169" y="2159661"/>
                  <a:pt x="8979400" y="2168440"/>
                  <a:pt x="8989826" y="2168440"/>
                </a:cubicBezTo>
                <a:cubicBezTo>
                  <a:pt x="9000252" y="2168440"/>
                  <a:pt x="9008483" y="2160209"/>
                  <a:pt x="9008483" y="2149783"/>
                </a:cubicBezTo>
                <a:cubicBezTo>
                  <a:pt x="9008483" y="2139357"/>
                  <a:pt x="9001349" y="2132223"/>
                  <a:pt x="8992021" y="2131126"/>
                </a:cubicBezTo>
                <a:lnTo>
                  <a:pt x="8992021" y="1355772"/>
                </a:lnTo>
                <a:lnTo>
                  <a:pt x="9163224" y="1184568"/>
                </a:lnTo>
                <a:cubicBezTo>
                  <a:pt x="9170358" y="1190056"/>
                  <a:pt x="9181332" y="1189508"/>
                  <a:pt x="9187917" y="1182923"/>
                </a:cubicBezTo>
                <a:cubicBezTo>
                  <a:pt x="9195051" y="1175789"/>
                  <a:pt x="9195051" y="1163717"/>
                  <a:pt x="9187917" y="1156584"/>
                </a:cubicBezTo>
                <a:cubicBezTo>
                  <a:pt x="9184350" y="1153017"/>
                  <a:pt x="9179549" y="1151234"/>
                  <a:pt x="9174747" y="1151234"/>
                </a:cubicBezTo>
                <a:close/>
                <a:moveTo>
                  <a:pt x="15646457" y="1093480"/>
                </a:moveTo>
                <a:cubicBezTo>
                  <a:pt x="15636032" y="1093480"/>
                  <a:pt x="15628898" y="1100613"/>
                  <a:pt x="15627801" y="1109942"/>
                </a:cubicBezTo>
                <a:lnTo>
                  <a:pt x="15261799" y="1109942"/>
                </a:lnTo>
                <a:lnTo>
                  <a:pt x="14370115" y="2001627"/>
                </a:lnTo>
                <a:lnTo>
                  <a:pt x="12913787" y="2001627"/>
                </a:lnTo>
                <a:lnTo>
                  <a:pt x="12637776" y="2277637"/>
                </a:lnTo>
                <a:cubicBezTo>
                  <a:pt x="12630644" y="2272150"/>
                  <a:pt x="12619669" y="2272699"/>
                  <a:pt x="12613083" y="2279283"/>
                </a:cubicBezTo>
                <a:cubicBezTo>
                  <a:pt x="12605951" y="2286416"/>
                  <a:pt x="12605951" y="2298489"/>
                  <a:pt x="12613083" y="2305623"/>
                </a:cubicBezTo>
                <a:cubicBezTo>
                  <a:pt x="12620217" y="2312755"/>
                  <a:pt x="12632289" y="2312755"/>
                  <a:pt x="12639422" y="2305623"/>
                </a:cubicBezTo>
                <a:cubicBezTo>
                  <a:pt x="12646556" y="2298489"/>
                  <a:pt x="12646556" y="2288612"/>
                  <a:pt x="12641069" y="2280929"/>
                </a:cubicBezTo>
                <a:lnTo>
                  <a:pt x="12915982" y="2006016"/>
                </a:lnTo>
                <a:lnTo>
                  <a:pt x="14372309" y="2006016"/>
                </a:lnTo>
                <a:lnTo>
                  <a:pt x="15263994" y="1114332"/>
                </a:lnTo>
                <a:lnTo>
                  <a:pt x="15627801" y="1114332"/>
                </a:lnTo>
                <a:cubicBezTo>
                  <a:pt x="15628898" y="1123660"/>
                  <a:pt x="15636580" y="1130793"/>
                  <a:pt x="15646457" y="1130793"/>
                </a:cubicBezTo>
                <a:cubicBezTo>
                  <a:pt x="15656335" y="1130793"/>
                  <a:pt x="15665115" y="1122562"/>
                  <a:pt x="15665115" y="1112137"/>
                </a:cubicBezTo>
                <a:cubicBezTo>
                  <a:pt x="15665115" y="1101710"/>
                  <a:pt x="15656884" y="1093480"/>
                  <a:pt x="15646457" y="1093480"/>
                </a:cubicBezTo>
                <a:close/>
                <a:moveTo>
                  <a:pt x="10528462" y="910342"/>
                </a:moveTo>
                <a:cubicBezTo>
                  <a:pt x="10523661" y="910342"/>
                  <a:pt x="10518859" y="912125"/>
                  <a:pt x="10515293" y="915692"/>
                </a:cubicBezTo>
                <a:cubicBezTo>
                  <a:pt x="10508708" y="922277"/>
                  <a:pt x="10508159" y="932702"/>
                  <a:pt x="10513647" y="940385"/>
                </a:cubicBezTo>
                <a:lnTo>
                  <a:pt x="10258488" y="1195543"/>
                </a:lnTo>
                <a:lnTo>
                  <a:pt x="10258488" y="1450154"/>
                </a:lnTo>
                <a:lnTo>
                  <a:pt x="9748718" y="1959923"/>
                </a:lnTo>
                <a:cubicBezTo>
                  <a:pt x="9741585" y="1954435"/>
                  <a:pt x="9730610" y="1954984"/>
                  <a:pt x="9724026" y="1961569"/>
                </a:cubicBezTo>
                <a:cubicBezTo>
                  <a:pt x="9716892" y="1968703"/>
                  <a:pt x="9716892" y="1980775"/>
                  <a:pt x="9724026" y="1987908"/>
                </a:cubicBezTo>
                <a:cubicBezTo>
                  <a:pt x="9731159" y="1995042"/>
                  <a:pt x="9743231" y="1995042"/>
                  <a:pt x="9750364" y="1987908"/>
                </a:cubicBezTo>
                <a:cubicBezTo>
                  <a:pt x="9757498" y="1980775"/>
                  <a:pt x="9757498" y="1970898"/>
                  <a:pt x="9752011" y="1963215"/>
                </a:cubicBezTo>
                <a:lnTo>
                  <a:pt x="10262329" y="1452897"/>
                </a:lnTo>
                <a:lnTo>
                  <a:pt x="10262878" y="1452897"/>
                </a:lnTo>
                <a:lnTo>
                  <a:pt x="10262878" y="1197738"/>
                </a:lnTo>
                <a:lnTo>
                  <a:pt x="10516939" y="943676"/>
                </a:lnTo>
                <a:cubicBezTo>
                  <a:pt x="10524072" y="949164"/>
                  <a:pt x="10535047" y="948616"/>
                  <a:pt x="10541632" y="942031"/>
                </a:cubicBezTo>
                <a:cubicBezTo>
                  <a:pt x="10548765" y="934897"/>
                  <a:pt x="10548765" y="922825"/>
                  <a:pt x="10541632" y="915692"/>
                </a:cubicBezTo>
                <a:cubicBezTo>
                  <a:pt x="10538065" y="912125"/>
                  <a:pt x="10533264" y="910342"/>
                  <a:pt x="10528462" y="910342"/>
                </a:cubicBezTo>
                <a:close/>
                <a:moveTo>
                  <a:pt x="11855289" y="888804"/>
                </a:moveTo>
                <a:cubicBezTo>
                  <a:pt x="11844863" y="888804"/>
                  <a:pt x="11837730" y="895938"/>
                  <a:pt x="11836631" y="905266"/>
                </a:cubicBezTo>
                <a:lnTo>
                  <a:pt x="10989943" y="905266"/>
                </a:lnTo>
                <a:lnTo>
                  <a:pt x="10868674" y="1026535"/>
                </a:lnTo>
                <a:cubicBezTo>
                  <a:pt x="10861541" y="1021048"/>
                  <a:pt x="10850566" y="1021596"/>
                  <a:pt x="10843981" y="1028181"/>
                </a:cubicBezTo>
                <a:cubicBezTo>
                  <a:pt x="10836848" y="1035315"/>
                  <a:pt x="10836848" y="1047387"/>
                  <a:pt x="10843981" y="1054520"/>
                </a:cubicBezTo>
                <a:cubicBezTo>
                  <a:pt x="10851115" y="1061654"/>
                  <a:pt x="10863187" y="1061654"/>
                  <a:pt x="10870320" y="1054520"/>
                </a:cubicBezTo>
                <a:cubicBezTo>
                  <a:pt x="10876905" y="1047935"/>
                  <a:pt x="10877454" y="1037509"/>
                  <a:pt x="10871966" y="1029827"/>
                </a:cubicBezTo>
                <a:lnTo>
                  <a:pt x="10992139" y="909655"/>
                </a:lnTo>
                <a:lnTo>
                  <a:pt x="11836631" y="909655"/>
                </a:lnTo>
                <a:cubicBezTo>
                  <a:pt x="11837730" y="918984"/>
                  <a:pt x="11845412" y="926118"/>
                  <a:pt x="11855289" y="926118"/>
                </a:cubicBezTo>
                <a:cubicBezTo>
                  <a:pt x="11865166" y="926118"/>
                  <a:pt x="11873946" y="917887"/>
                  <a:pt x="11873946" y="907461"/>
                </a:cubicBezTo>
                <a:cubicBezTo>
                  <a:pt x="11873946" y="897035"/>
                  <a:pt x="11865714" y="888804"/>
                  <a:pt x="11855289" y="888804"/>
                </a:cubicBezTo>
                <a:close/>
                <a:moveTo>
                  <a:pt x="2058830" y="752856"/>
                </a:moveTo>
                <a:cubicBezTo>
                  <a:pt x="2054029" y="752856"/>
                  <a:pt x="2049227" y="754640"/>
                  <a:pt x="2045661" y="758206"/>
                </a:cubicBezTo>
                <a:cubicBezTo>
                  <a:pt x="2038527" y="765340"/>
                  <a:pt x="2038527" y="777412"/>
                  <a:pt x="2045661" y="784545"/>
                </a:cubicBezTo>
                <a:cubicBezTo>
                  <a:pt x="2052246" y="791130"/>
                  <a:pt x="2062672" y="791679"/>
                  <a:pt x="2070354" y="786192"/>
                </a:cubicBezTo>
                <a:lnTo>
                  <a:pt x="2323318" y="1039156"/>
                </a:lnTo>
                <a:lnTo>
                  <a:pt x="3025142" y="1039156"/>
                </a:lnTo>
                <a:cubicBezTo>
                  <a:pt x="3026240" y="1048484"/>
                  <a:pt x="3033922" y="1055617"/>
                  <a:pt x="3043799" y="1055617"/>
                </a:cubicBezTo>
                <a:cubicBezTo>
                  <a:pt x="3053676" y="1055617"/>
                  <a:pt x="3062456" y="1047387"/>
                  <a:pt x="3062456" y="1036961"/>
                </a:cubicBezTo>
                <a:cubicBezTo>
                  <a:pt x="3062456" y="1026535"/>
                  <a:pt x="3054225" y="1018304"/>
                  <a:pt x="3043799" y="1018304"/>
                </a:cubicBezTo>
                <a:cubicBezTo>
                  <a:pt x="3033372" y="1018304"/>
                  <a:pt x="3026240" y="1025437"/>
                  <a:pt x="3025142" y="1034766"/>
                </a:cubicBezTo>
                <a:lnTo>
                  <a:pt x="2325512" y="1034766"/>
                </a:lnTo>
                <a:lnTo>
                  <a:pt x="2073647" y="782900"/>
                </a:lnTo>
                <a:cubicBezTo>
                  <a:pt x="2079134" y="775766"/>
                  <a:pt x="2078585" y="764791"/>
                  <a:pt x="2072000" y="758206"/>
                </a:cubicBezTo>
                <a:cubicBezTo>
                  <a:pt x="2068433" y="754640"/>
                  <a:pt x="2063631" y="752856"/>
                  <a:pt x="2058830" y="752856"/>
                </a:cubicBezTo>
                <a:close/>
                <a:moveTo>
                  <a:pt x="9086952" y="747780"/>
                </a:moveTo>
                <a:cubicBezTo>
                  <a:pt x="9076526" y="747780"/>
                  <a:pt x="9068294" y="756011"/>
                  <a:pt x="9068294" y="766437"/>
                </a:cubicBezTo>
                <a:cubicBezTo>
                  <a:pt x="9068294" y="776863"/>
                  <a:pt x="9075428" y="783997"/>
                  <a:pt x="9084757" y="785094"/>
                </a:cubicBezTo>
                <a:lnTo>
                  <a:pt x="9084757" y="966724"/>
                </a:lnTo>
                <a:lnTo>
                  <a:pt x="8528345" y="1523134"/>
                </a:lnTo>
                <a:lnTo>
                  <a:pt x="8527797" y="1523134"/>
                </a:lnTo>
                <a:lnTo>
                  <a:pt x="8527248" y="1523134"/>
                </a:lnTo>
                <a:lnTo>
                  <a:pt x="8527248" y="2683696"/>
                </a:lnTo>
                <a:lnTo>
                  <a:pt x="8318730" y="2892213"/>
                </a:lnTo>
                <a:lnTo>
                  <a:pt x="8318182" y="2892213"/>
                </a:lnTo>
                <a:lnTo>
                  <a:pt x="8318182" y="3225840"/>
                </a:lnTo>
                <a:lnTo>
                  <a:pt x="8323120" y="3225840"/>
                </a:lnTo>
                <a:lnTo>
                  <a:pt x="8323120" y="2894957"/>
                </a:lnTo>
                <a:lnTo>
                  <a:pt x="8531638" y="2686440"/>
                </a:lnTo>
                <a:lnTo>
                  <a:pt x="8532186" y="2686440"/>
                </a:lnTo>
                <a:lnTo>
                  <a:pt x="8532186" y="1525878"/>
                </a:lnTo>
                <a:lnTo>
                  <a:pt x="9088598" y="969467"/>
                </a:lnTo>
                <a:lnTo>
                  <a:pt x="9089146" y="969467"/>
                </a:lnTo>
                <a:lnTo>
                  <a:pt x="9089146" y="785094"/>
                </a:lnTo>
                <a:cubicBezTo>
                  <a:pt x="9098474" y="783997"/>
                  <a:pt x="9105608" y="776315"/>
                  <a:pt x="9105608" y="766437"/>
                </a:cubicBezTo>
                <a:cubicBezTo>
                  <a:pt x="9105608" y="756561"/>
                  <a:pt x="9097377" y="747780"/>
                  <a:pt x="9086952" y="747780"/>
                </a:cubicBezTo>
                <a:close/>
                <a:moveTo>
                  <a:pt x="9961625" y="705117"/>
                </a:moveTo>
                <a:cubicBezTo>
                  <a:pt x="9956824" y="705117"/>
                  <a:pt x="9952023" y="706900"/>
                  <a:pt x="9948456" y="710467"/>
                </a:cubicBezTo>
                <a:cubicBezTo>
                  <a:pt x="9941322" y="717600"/>
                  <a:pt x="9941322" y="727478"/>
                  <a:pt x="9946810" y="735160"/>
                </a:cubicBezTo>
                <a:lnTo>
                  <a:pt x="9173650" y="1508318"/>
                </a:lnTo>
                <a:lnTo>
                  <a:pt x="9173650" y="1507770"/>
                </a:lnTo>
                <a:lnTo>
                  <a:pt x="9173102" y="1507770"/>
                </a:lnTo>
                <a:lnTo>
                  <a:pt x="9173102" y="1703666"/>
                </a:lnTo>
                <a:lnTo>
                  <a:pt x="9293273" y="1823838"/>
                </a:lnTo>
                <a:lnTo>
                  <a:pt x="9293273" y="2141004"/>
                </a:lnTo>
                <a:lnTo>
                  <a:pt x="8559074" y="2875203"/>
                </a:lnTo>
                <a:lnTo>
                  <a:pt x="8558525" y="2875203"/>
                </a:lnTo>
                <a:lnTo>
                  <a:pt x="8558525" y="3232426"/>
                </a:lnTo>
                <a:lnTo>
                  <a:pt x="8563464" y="3232426"/>
                </a:lnTo>
                <a:lnTo>
                  <a:pt x="8563464" y="2877947"/>
                </a:lnTo>
                <a:lnTo>
                  <a:pt x="9297663" y="2143748"/>
                </a:lnTo>
                <a:lnTo>
                  <a:pt x="9298212" y="2143748"/>
                </a:lnTo>
                <a:lnTo>
                  <a:pt x="9298212" y="1822192"/>
                </a:lnTo>
                <a:lnTo>
                  <a:pt x="9178041" y="1702020"/>
                </a:lnTo>
                <a:lnTo>
                  <a:pt x="9178041" y="1510514"/>
                </a:lnTo>
                <a:lnTo>
                  <a:pt x="9950101" y="738452"/>
                </a:lnTo>
                <a:cubicBezTo>
                  <a:pt x="9957236" y="743939"/>
                  <a:pt x="9968210" y="743391"/>
                  <a:pt x="9974795" y="736806"/>
                </a:cubicBezTo>
                <a:cubicBezTo>
                  <a:pt x="9981928" y="729672"/>
                  <a:pt x="9981928" y="717600"/>
                  <a:pt x="9974795" y="710467"/>
                </a:cubicBezTo>
                <a:cubicBezTo>
                  <a:pt x="9971228" y="706900"/>
                  <a:pt x="9966427" y="705117"/>
                  <a:pt x="9961625" y="705117"/>
                </a:cubicBezTo>
                <a:close/>
                <a:moveTo>
                  <a:pt x="6732354" y="645717"/>
                </a:moveTo>
                <a:cubicBezTo>
                  <a:pt x="6721930" y="645717"/>
                  <a:pt x="6713699" y="653948"/>
                  <a:pt x="6713699" y="664374"/>
                </a:cubicBezTo>
                <a:cubicBezTo>
                  <a:pt x="6713699" y="669587"/>
                  <a:pt x="6715482" y="673977"/>
                  <a:pt x="6718432" y="677200"/>
                </a:cubicBezTo>
                <a:lnTo>
                  <a:pt x="6729612" y="682758"/>
                </a:lnTo>
                <a:lnTo>
                  <a:pt x="6729612" y="682482"/>
                </a:lnTo>
                <a:lnTo>
                  <a:pt x="6730160" y="683030"/>
                </a:lnTo>
                <a:lnTo>
                  <a:pt x="6729612" y="682758"/>
                </a:lnTo>
                <a:lnTo>
                  <a:pt x="6729612" y="1223529"/>
                </a:lnTo>
                <a:lnTo>
                  <a:pt x="7265720" y="1759636"/>
                </a:lnTo>
                <a:cubicBezTo>
                  <a:pt x="7260232" y="1766770"/>
                  <a:pt x="7260781" y="1777745"/>
                  <a:pt x="7267366" y="1784330"/>
                </a:cubicBezTo>
                <a:cubicBezTo>
                  <a:pt x="7274500" y="1791463"/>
                  <a:pt x="7286572" y="1791463"/>
                  <a:pt x="7293705" y="1784330"/>
                </a:cubicBezTo>
                <a:cubicBezTo>
                  <a:pt x="7300839" y="1777196"/>
                  <a:pt x="7300839" y="1765124"/>
                  <a:pt x="7293705" y="1757991"/>
                </a:cubicBezTo>
                <a:cubicBezTo>
                  <a:pt x="7287120" y="1751406"/>
                  <a:pt x="7276695" y="1750857"/>
                  <a:pt x="7269012" y="1756344"/>
                </a:cubicBezTo>
                <a:lnTo>
                  <a:pt x="6734550" y="1221882"/>
                </a:lnTo>
                <a:lnTo>
                  <a:pt x="6734550" y="683030"/>
                </a:lnTo>
                <a:cubicBezTo>
                  <a:pt x="6743879" y="681933"/>
                  <a:pt x="6751012" y="674251"/>
                  <a:pt x="6751012" y="664374"/>
                </a:cubicBezTo>
                <a:cubicBezTo>
                  <a:pt x="6751012" y="654496"/>
                  <a:pt x="6742780" y="645717"/>
                  <a:pt x="6732354" y="645717"/>
                </a:cubicBezTo>
                <a:close/>
                <a:moveTo>
                  <a:pt x="10619003" y="642013"/>
                </a:moveTo>
                <a:cubicBezTo>
                  <a:pt x="10614201" y="642013"/>
                  <a:pt x="10609400" y="643797"/>
                  <a:pt x="10605833" y="647363"/>
                </a:cubicBezTo>
                <a:cubicBezTo>
                  <a:pt x="10598700" y="654496"/>
                  <a:pt x="10598700" y="664374"/>
                  <a:pt x="10604187" y="672056"/>
                </a:cubicBezTo>
                <a:lnTo>
                  <a:pt x="9547334" y="1728908"/>
                </a:lnTo>
                <a:lnTo>
                  <a:pt x="9546786" y="1728908"/>
                </a:lnTo>
                <a:lnTo>
                  <a:pt x="9546237" y="1728908"/>
                </a:lnTo>
                <a:lnTo>
                  <a:pt x="9546237" y="1992846"/>
                </a:lnTo>
                <a:lnTo>
                  <a:pt x="8674855" y="2864228"/>
                </a:lnTo>
                <a:lnTo>
                  <a:pt x="8674306" y="2864228"/>
                </a:lnTo>
                <a:lnTo>
                  <a:pt x="8674306" y="3259313"/>
                </a:lnTo>
                <a:lnTo>
                  <a:pt x="8679246" y="3259313"/>
                </a:lnTo>
                <a:lnTo>
                  <a:pt x="8679246" y="2866972"/>
                </a:lnTo>
                <a:lnTo>
                  <a:pt x="9550628" y="1995590"/>
                </a:lnTo>
                <a:lnTo>
                  <a:pt x="9551176" y="1995590"/>
                </a:lnTo>
                <a:lnTo>
                  <a:pt x="9551176" y="1731652"/>
                </a:lnTo>
                <a:lnTo>
                  <a:pt x="10607479" y="675348"/>
                </a:lnTo>
                <a:cubicBezTo>
                  <a:pt x="10614612" y="680836"/>
                  <a:pt x="10625587" y="680287"/>
                  <a:pt x="10632172" y="673703"/>
                </a:cubicBezTo>
                <a:cubicBezTo>
                  <a:pt x="10639306" y="666569"/>
                  <a:pt x="10639306" y="654496"/>
                  <a:pt x="10632172" y="647363"/>
                </a:cubicBezTo>
                <a:cubicBezTo>
                  <a:pt x="10628606" y="643797"/>
                  <a:pt x="10623804" y="642013"/>
                  <a:pt x="10619003" y="642013"/>
                </a:cubicBezTo>
                <a:close/>
                <a:moveTo>
                  <a:pt x="8361532" y="559155"/>
                </a:moveTo>
                <a:cubicBezTo>
                  <a:pt x="8356730" y="559155"/>
                  <a:pt x="8351929" y="560939"/>
                  <a:pt x="8348362" y="564506"/>
                </a:cubicBezTo>
                <a:cubicBezTo>
                  <a:pt x="8341777" y="571090"/>
                  <a:pt x="8341228" y="581516"/>
                  <a:pt x="8346716" y="589198"/>
                </a:cubicBezTo>
                <a:lnTo>
                  <a:pt x="8076192" y="859721"/>
                </a:lnTo>
                <a:lnTo>
                  <a:pt x="8075643" y="859721"/>
                </a:lnTo>
                <a:lnTo>
                  <a:pt x="8075643" y="1055617"/>
                </a:lnTo>
                <a:lnTo>
                  <a:pt x="8195816" y="1175789"/>
                </a:lnTo>
                <a:lnTo>
                  <a:pt x="8195816" y="2295745"/>
                </a:lnTo>
                <a:lnTo>
                  <a:pt x="8195268" y="2295745"/>
                </a:lnTo>
                <a:lnTo>
                  <a:pt x="7973032" y="2517980"/>
                </a:lnTo>
                <a:lnTo>
                  <a:pt x="7972482" y="2517980"/>
                </a:lnTo>
                <a:lnTo>
                  <a:pt x="7972482" y="3202245"/>
                </a:lnTo>
                <a:lnTo>
                  <a:pt x="7977421" y="3202245"/>
                </a:lnTo>
                <a:lnTo>
                  <a:pt x="7977421" y="2520724"/>
                </a:lnTo>
                <a:lnTo>
                  <a:pt x="8199656" y="2298489"/>
                </a:lnTo>
                <a:lnTo>
                  <a:pt x="8200204" y="2298489"/>
                </a:lnTo>
                <a:lnTo>
                  <a:pt x="8200204" y="1174143"/>
                </a:lnTo>
                <a:lnTo>
                  <a:pt x="8080034" y="1053972"/>
                </a:lnTo>
                <a:lnTo>
                  <a:pt x="8080034" y="862465"/>
                </a:lnTo>
                <a:lnTo>
                  <a:pt x="8350008" y="592490"/>
                </a:lnTo>
                <a:cubicBezTo>
                  <a:pt x="8357142" y="597977"/>
                  <a:pt x="8368116" y="597428"/>
                  <a:pt x="8374701" y="590844"/>
                </a:cubicBezTo>
                <a:cubicBezTo>
                  <a:pt x="8381834" y="583711"/>
                  <a:pt x="8381834" y="571638"/>
                  <a:pt x="8374701" y="564506"/>
                </a:cubicBezTo>
                <a:cubicBezTo>
                  <a:pt x="8371134" y="560939"/>
                  <a:pt x="8366333" y="559155"/>
                  <a:pt x="8361532" y="559155"/>
                </a:cubicBezTo>
                <a:close/>
                <a:moveTo>
                  <a:pt x="9196696" y="544202"/>
                </a:moveTo>
                <a:lnTo>
                  <a:pt x="9196148" y="544202"/>
                </a:lnTo>
                <a:lnTo>
                  <a:pt x="9196148" y="544750"/>
                </a:lnTo>
                <a:close/>
                <a:moveTo>
                  <a:pt x="9731159" y="425265"/>
                </a:moveTo>
                <a:cubicBezTo>
                  <a:pt x="9726358" y="425265"/>
                  <a:pt x="9721556" y="427048"/>
                  <a:pt x="9717990" y="430615"/>
                </a:cubicBezTo>
                <a:cubicBezTo>
                  <a:pt x="9710856" y="437749"/>
                  <a:pt x="9710856" y="447626"/>
                  <a:pt x="9716344" y="455308"/>
                </a:cubicBezTo>
                <a:lnTo>
                  <a:pt x="8747837" y="1423815"/>
                </a:lnTo>
                <a:lnTo>
                  <a:pt x="8747288" y="1423815"/>
                </a:lnTo>
                <a:lnTo>
                  <a:pt x="8747288" y="1828228"/>
                </a:lnTo>
                <a:lnTo>
                  <a:pt x="8854291" y="1935230"/>
                </a:lnTo>
                <a:lnTo>
                  <a:pt x="8854291" y="2265017"/>
                </a:lnTo>
                <a:lnTo>
                  <a:pt x="8684733" y="2434574"/>
                </a:lnTo>
                <a:cubicBezTo>
                  <a:pt x="8677599" y="2429086"/>
                  <a:pt x="8666624" y="2429635"/>
                  <a:pt x="8660040" y="2436219"/>
                </a:cubicBezTo>
                <a:cubicBezTo>
                  <a:pt x="8652907" y="2443353"/>
                  <a:pt x="8652907" y="2455425"/>
                  <a:pt x="8660040" y="2462558"/>
                </a:cubicBezTo>
                <a:cubicBezTo>
                  <a:pt x="8667174" y="2469692"/>
                  <a:pt x="8679246" y="2469692"/>
                  <a:pt x="8686379" y="2462558"/>
                </a:cubicBezTo>
                <a:cubicBezTo>
                  <a:pt x="8693513" y="2455425"/>
                  <a:pt x="8693513" y="2445548"/>
                  <a:pt x="8688025" y="2437866"/>
                </a:cubicBezTo>
                <a:lnTo>
                  <a:pt x="8858679" y="2267211"/>
                </a:lnTo>
                <a:lnTo>
                  <a:pt x="8859229" y="2267211"/>
                </a:lnTo>
                <a:lnTo>
                  <a:pt x="8859229" y="1932486"/>
                </a:lnTo>
                <a:lnTo>
                  <a:pt x="8752227" y="1825485"/>
                </a:lnTo>
                <a:lnTo>
                  <a:pt x="8752227" y="1426010"/>
                </a:lnTo>
                <a:lnTo>
                  <a:pt x="9719635" y="458600"/>
                </a:lnTo>
                <a:cubicBezTo>
                  <a:pt x="9726769" y="464088"/>
                  <a:pt x="9737744" y="463539"/>
                  <a:pt x="9744329" y="456954"/>
                </a:cubicBezTo>
                <a:cubicBezTo>
                  <a:pt x="9751462" y="449821"/>
                  <a:pt x="9751462" y="437749"/>
                  <a:pt x="9744329" y="430615"/>
                </a:cubicBezTo>
                <a:cubicBezTo>
                  <a:pt x="9740762" y="427048"/>
                  <a:pt x="9735960" y="425265"/>
                  <a:pt x="9731159" y="425265"/>
                </a:cubicBezTo>
                <a:close/>
                <a:moveTo>
                  <a:pt x="5143236" y="372038"/>
                </a:moveTo>
                <a:cubicBezTo>
                  <a:pt x="5138435" y="372038"/>
                  <a:pt x="5133634" y="373822"/>
                  <a:pt x="5130067" y="377389"/>
                </a:cubicBezTo>
                <a:cubicBezTo>
                  <a:pt x="5122933" y="384522"/>
                  <a:pt x="5122933" y="396594"/>
                  <a:pt x="5130067" y="403728"/>
                </a:cubicBezTo>
                <a:cubicBezTo>
                  <a:pt x="5136652" y="410313"/>
                  <a:pt x="5147077" y="410861"/>
                  <a:pt x="5154760" y="405373"/>
                </a:cubicBezTo>
                <a:lnTo>
                  <a:pt x="5498812" y="749427"/>
                </a:lnTo>
                <a:lnTo>
                  <a:pt x="5498812" y="1292668"/>
                </a:lnTo>
                <a:lnTo>
                  <a:pt x="6492012" y="2285868"/>
                </a:lnTo>
                <a:cubicBezTo>
                  <a:pt x="6486526" y="2293001"/>
                  <a:pt x="6487074" y="2303976"/>
                  <a:pt x="6493658" y="2310561"/>
                </a:cubicBezTo>
                <a:cubicBezTo>
                  <a:pt x="6500243" y="2317146"/>
                  <a:pt x="6512864" y="2317695"/>
                  <a:pt x="6519997" y="2310561"/>
                </a:cubicBezTo>
                <a:cubicBezTo>
                  <a:pt x="6527130" y="2303427"/>
                  <a:pt x="6527130" y="2291356"/>
                  <a:pt x="6519997" y="2284222"/>
                </a:cubicBezTo>
                <a:cubicBezTo>
                  <a:pt x="6512864" y="2277088"/>
                  <a:pt x="6502987" y="2277088"/>
                  <a:pt x="6495304" y="2282575"/>
                </a:cubicBezTo>
                <a:lnTo>
                  <a:pt x="5503751" y="1291022"/>
                </a:lnTo>
                <a:lnTo>
                  <a:pt x="5503751" y="747780"/>
                </a:lnTo>
                <a:lnTo>
                  <a:pt x="5158052" y="402081"/>
                </a:lnTo>
                <a:cubicBezTo>
                  <a:pt x="5163540" y="394948"/>
                  <a:pt x="5162991" y="383974"/>
                  <a:pt x="5156406" y="377389"/>
                </a:cubicBezTo>
                <a:cubicBezTo>
                  <a:pt x="5152839" y="373822"/>
                  <a:pt x="5148038" y="372038"/>
                  <a:pt x="5143236" y="372038"/>
                </a:cubicBezTo>
                <a:close/>
                <a:moveTo>
                  <a:pt x="30180" y="329238"/>
                </a:moveTo>
                <a:cubicBezTo>
                  <a:pt x="25378" y="329238"/>
                  <a:pt x="20578" y="331021"/>
                  <a:pt x="17010" y="334587"/>
                </a:cubicBezTo>
                <a:cubicBezTo>
                  <a:pt x="9876" y="341721"/>
                  <a:pt x="9876" y="353794"/>
                  <a:pt x="17010" y="360926"/>
                </a:cubicBezTo>
                <a:cubicBezTo>
                  <a:pt x="23594" y="367511"/>
                  <a:pt x="34020" y="368060"/>
                  <a:pt x="41702" y="362573"/>
                </a:cubicBezTo>
                <a:lnTo>
                  <a:pt x="560800" y="881671"/>
                </a:lnTo>
                <a:lnTo>
                  <a:pt x="1124344" y="881671"/>
                </a:lnTo>
                <a:lnTo>
                  <a:pt x="1953474" y="1710800"/>
                </a:lnTo>
                <a:lnTo>
                  <a:pt x="2496168" y="1710800"/>
                </a:lnTo>
                <a:lnTo>
                  <a:pt x="3193602" y="2408235"/>
                </a:lnTo>
                <a:lnTo>
                  <a:pt x="3588687" y="2408235"/>
                </a:lnTo>
                <a:lnTo>
                  <a:pt x="4287219" y="3106766"/>
                </a:lnTo>
                <a:lnTo>
                  <a:pt x="5315537" y="3106766"/>
                </a:lnTo>
                <a:lnTo>
                  <a:pt x="5924078" y="3715307"/>
                </a:lnTo>
                <a:lnTo>
                  <a:pt x="6682420" y="3715307"/>
                </a:lnTo>
                <a:lnTo>
                  <a:pt x="6682420" y="3710368"/>
                </a:lnTo>
                <a:lnTo>
                  <a:pt x="5926273" y="3710368"/>
                </a:lnTo>
                <a:lnTo>
                  <a:pt x="5317732" y="3101828"/>
                </a:lnTo>
                <a:lnTo>
                  <a:pt x="4289414" y="3101828"/>
                </a:lnTo>
                <a:lnTo>
                  <a:pt x="3590882" y="2403296"/>
                </a:lnTo>
                <a:lnTo>
                  <a:pt x="3195797" y="2403296"/>
                </a:lnTo>
                <a:lnTo>
                  <a:pt x="2498362" y="1705861"/>
                </a:lnTo>
                <a:lnTo>
                  <a:pt x="1955669" y="1705861"/>
                </a:lnTo>
                <a:lnTo>
                  <a:pt x="1126540" y="876732"/>
                </a:lnTo>
                <a:lnTo>
                  <a:pt x="562996" y="876732"/>
                </a:lnTo>
                <a:lnTo>
                  <a:pt x="44994" y="359280"/>
                </a:lnTo>
                <a:cubicBezTo>
                  <a:pt x="50482" y="352147"/>
                  <a:pt x="49934" y="341172"/>
                  <a:pt x="43348" y="334587"/>
                </a:cubicBezTo>
                <a:cubicBezTo>
                  <a:pt x="39782" y="331021"/>
                  <a:pt x="34982" y="329238"/>
                  <a:pt x="30180" y="329238"/>
                </a:cubicBezTo>
                <a:close/>
                <a:moveTo>
                  <a:pt x="8003760" y="292473"/>
                </a:moveTo>
                <a:cubicBezTo>
                  <a:pt x="7998959" y="292473"/>
                  <a:pt x="7994157" y="294256"/>
                  <a:pt x="7990591" y="297823"/>
                </a:cubicBezTo>
                <a:cubicBezTo>
                  <a:pt x="7984007" y="304407"/>
                  <a:pt x="7983457" y="314833"/>
                  <a:pt x="7988944" y="322515"/>
                </a:cubicBezTo>
                <a:lnTo>
                  <a:pt x="7868774" y="442687"/>
                </a:lnTo>
                <a:lnTo>
                  <a:pt x="7868774" y="1451251"/>
                </a:lnTo>
                <a:lnTo>
                  <a:pt x="7746406" y="1573618"/>
                </a:lnTo>
                <a:lnTo>
                  <a:pt x="7746406" y="3202794"/>
                </a:lnTo>
                <a:lnTo>
                  <a:pt x="7751346" y="3202794"/>
                </a:lnTo>
                <a:lnTo>
                  <a:pt x="7751346" y="1575812"/>
                </a:lnTo>
                <a:lnTo>
                  <a:pt x="7873712" y="1453446"/>
                </a:lnTo>
                <a:lnTo>
                  <a:pt x="7873712" y="444334"/>
                </a:lnTo>
                <a:lnTo>
                  <a:pt x="7992238" y="325808"/>
                </a:lnTo>
                <a:cubicBezTo>
                  <a:pt x="7999370" y="331296"/>
                  <a:pt x="8010345" y="330746"/>
                  <a:pt x="8016930" y="324162"/>
                </a:cubicBezTo>
                <a:cubicBezTo>
                  <a:pt x="8024064" y="317028"/>
                  <a:pt x="8024064" y="304957"/>
                  <a:pt x="8016930" y="297823"/>
                </a:cubicBezTo>
                <a:cubicBezTo>
                  <a:pt x="8013363" y="294256"/>
                  <a:pt x="8008561" y="292473"/>
                  <a:pt x="8003760" y="292473"/>
                </a:cubicBezTo>
                <a:close/>
                <a:moveTo>
                  <a:pt x="11430573" y="181629"/>
                </a:moveTo>
                <a:cubicBezTo>
                  <a:pt x="11425772" y="181629"/>
                  <a:pt x="11420971" y="183413"/>
                  <a:pt x="11417404" y="186979"/>
                </a:cubicBezTo>
                <a:cubicBezTo>
                  <a:pt x="11410819" y="193564"/>
                  <a:pt x="11410269" y="203990"/>
                  <a:pt x="11415757" y="211673"/>
                </a:cubicBezTo>
                <a:lnTo>
                  <a:pt x="11160598" y="466832"/>
                </a:lnTo>
                <a:lnTo>
                  <a:pt x="11160049" y="466832"/>
                </a:lnTo>
                <a:lnTo>
                  <a:pt x="11160049" y="614439"/>
                </a:lnTo>
                <a:cubicBezTo>
                  <a:pt x="11150721" y="615537"/>
                  <a:pt x="11143588" y="623219"/>
                  <a:pt x="11143588" y="633096"/>
                </a:cubicBezTo>
                <a:cubicBezTo>
                  <a:pt x="11143588" y="642973"/>
                  <a:pt x="11151818" y="651753"/>
                  <a:pt x="11162244" y="651753"/>
                </a:cubicBezTo>
                <a:lnTo>
                  <a:pt x="11162793" y="651205"/>
                </a:lnTo>
                <a:cubicBezTo>
                  <a:pt x="11173219" y="651205"/>
                  <a:pt x="11181450" y="642973"/>
                  <a:pt x="11181450" y="632548"/>
                </a:cubicBezTo>
                <a:cubicBezTo>
                  <a:pt x="11181450" y="622122"/>
                  <a:pt x="11174316" y="614988"/>
                  <a:pt x="11164988" y="613891"/>
                </a:cubicBezTo>
                <a:lnTo>
                  <a:pt x="11164988" y="469026"/>
                </a:lnTo>
                <a:lnTo>
                  <a:pt x="11419049" y="214965"/>
                </a:lnTo>
                <a:cubicBezTo>
                  <a:pt x="11426183" y="220452"/>
                  <a:pt x="11437158" y="219903"/>
                  <a:pt x="11443743" y="213318"/>
                </a:cubicBezTo>
                <a:cubicBezTo>
                  <a:pt x="11450876" y="206185"/>
                  <a:pt x="11450876" y="194113"/>
                  <a:pt x="11443743" y="186979"/>
                </a:cubicBezTo>
                <a:cubicBezTo>
                  <a:pt x="11440176" y="183413"/>
                  <a:pt x="11435374" y="181629"/>
                  <a:pt x="11430573" y="181629"/>
                </a:cubicBezTo>
                <a:close/>
                <a:moveTo>
                  <a:pt x="9575320" y="150352"/>
                </a:moveTo>
                <a:cubicBezTo>
                  <a:pt x="9570519" y="150352"/>
                  <a:pt x="9565717" y="152135"/>
                  <a:pt x="9562151" y="155702"/>
                </a:cubicBezTo>
                <a:cubicBezTo>
                  <a:pt x="9555565" y="162287"/>
                  <a:pt x="9555016" y="172712"/>
                  <a:pt x="9560504" y="180394"/>
                </a:cubicBezTo>
                <a:lnTo>
                  <a:pt x="9196696" y="544202"/>
                </a:lnTo>
                <a:lnTo>
                  <a:pt x="9196698" y="544202"/>
                </a:lnTo>
                <a:lnTo>
                  <a:pt x="9196148" y="544750"/>
                </a:lnTo>
                <a:lnTo>
                  <a:pt x="9196148" y="788935"/>
                </a:lnTo>
                <a:cubicBezTo>
                  <a:pt x="9186820" y="790033"/>
                  <a:pt x="9179687" y="797715"/>
                  <a:pt x="9179687" y="807592"/>
                </a:cubicBezTo>
                <a:cubicBezTo>
                  <a:pt x="9179687" y="817469"/>
                  <a:pt x="9187917" y="826249"/>
                  <a:pt x="9198343" y="826249"/>
                </a:cubicBezTo>
                <a:cubicBezTo>
                  <a:pt x="9208769" y="826249"/>
                  <a:pt x="9217000" y="818018"/>
                  <a:pt x="9217000" y="807592"/>
                </a:cubicBezTo>
                <a:cubicBezTo>
                  <a:pt x="9217000" y="797166"/>
                  <a:pt x="9209867" y="790033"/>
                  <a:pt x="9200538" y="788935"/>
                </a:cubicBezTo>
                <a:lnTo>
                  <a:pt x="9200538" y="546946"/>
                </a:lnTo>
                <a:lnTo>
                  <a:pt x="9563797" y="183687"/>
                </a:lnTo>
                <a:cubicBezTo>
                  <a:pt x="9570930" y="189175"/>
                  <a:pt x="9581905" y="188626"/>
                  <a:pt x="9588489" y="182041"/>
                </a:cubicBezTo>
                <a:cubicBezTo>
                  <a:pt x="9595623" y="174908"/>
                  <a:pt x="9595623" y="162836"/>
                  <a:pt x="9588489" y="155702"/>
                </a:cubicBezTo>
                <a:cubicBezTo>
                  <a:pt x="9584922" y="152135"/>
                  <a:pt x="9580121" y="150352"/>
                  <a:pt x="9575320" y="150352"/>
                </a:cubicBezTo>
                <a:close/>
                <a:moveTo>
                  <a:pt x="1234090" y="127716"/>
                </a:moveTo>
                <a:cubicBezTo>
                  <a:pt x="1223665" y="127716"/>
                  <a:pt x="1215434" y="135948"/>
                  <a:pt x="1215434" y="146373"/>
                </a:cubicBezTo>
                <a:cubicBezTo>
                  <a:pt x="1215434" y="156799"/>
                  <a:pt x="1222567" y="163933"/>
                  <a:pt x="1231896" y="165030"/>
                </a:cubicBezTo>
                <a:lnTo>
                  <a:pt x="1230798" y="165030"/>
                </a:lnTo>
                <a:lnTo>
                  <a:pt x="1230798" y="477257"/>
                </a:lnTo>
                <a:lnTo>
                  <a:pt x="1971034" y="1217492"/>
                </a:lnTo>
                <a:lnTo>
                  <a:pt x="3161228" y="1217492"/>
                </a:lnTo>
                <a:lnTo>
                  <a:pt x="3676483" y="1732749"/>
                </a:lnTo>
                <a:cubicBezTo>
                  <a:pt x="3670996" y="1739882"/>
                  <a:pt x="3671545" y="1750857"/>
                  <a:pt x="3678130" y="1757442"/>
                </a:cubicBezTo>
                <a:cubicBezTo>
                  <a:pt x="3685264" y="1764576"/>
                  <a:pt x="3697335" y="1764576"/>
                  <a:pt x="3704469" y="1757442"/>
                </a:cubicBezTo>
                <a:cubicBezTo>
                  <a:pt x="3711602" y="1750309"/>
                  <a:pt x="3711602" y="1738237"/>
                  <a:pt x="3704469" y="1731103"/>
                </a:cubicBezTo>
                <a:cubicBezTo>
                  <a:pt x="3697884" y="1724518"/>
                  <a:pt x="3687458" y="1723970"/>
                  <a:pt x="3679776" y="1729456"/>
                </a:cubicBezTo>
                <a:lnTo>
                  <a:pt x="3163422" y="1213103"/>
                </a:lnTo>
                <a:lnTo>
                  <a:pt x="1973229" y="1213103"/>
                </a:lnTo>
                <a:lnTo>
                  <a:pt x="1236286" y="475611"/>
                </a:lnTo>
                <a:lnTo>
                  <a:pt x="1236286" y="165030"/>
                </a:lnTo>
                <a:cubicBezTo>
                  <a:pt x="1245614" y="163933"/>
                  <a:pt x="1252747" y="156251"/>
                  <a:pt x="1252747" y="146373"/>
                </a:cubicBezTo>
                <a:cubicBezTo>
                  <a:pt x="1252747" y="136497"/>
                  <a:pt x="1244516" y="127716"/>
                  <a:pt x="1234090" y="127716"/>
                </a:cubicBezTo>
                <a:close/>
                <a:moveTo>
                  <a:pt x="12673444" y="85053"/>
                </a:moveTo>
                <a:cubicBezTo>
                  <a:pt x="12668643" y="85053"/>
                  <a:pt x="12663841" y="86837"/>
                  <a:pt x="12660274" y="90404"/>
                </a:cubicBezTo>
                <a:cubicBezTo>
                  <a:pt x="12653689" y="96988"/>
                  <a:pt x="12653141" y="107414"/>
                  <a:pt x="12658628" y="115096"/>
                </a:cubicBezTo>
                <a:lnTo>
                  <a:pt x="11994118" y="779607"/>
                </a:lnTo>
                <a:lnTo>
                  <a:pt x="10936717" y="779607"/>
                </a:lnTo>
                <a:lnTo>
                  <a:pt x="10717774" y="998550"/>
                </a:lnTo>
                <a:lnTo>
                  <a:pt x="10717226" y="998550"/>
                </a:lnTo>
                <a:lnTo>
                  <a:pt x="10717226" y="1374429"/>
                </a:lnTo>
                <a:lnTo>
                  <a:pt x="9451307" y="2640347"/>
                </a:lnTo>
                <a:lnTo>
                  <a:pt x="9450759" y="2640347"/>
                </a:lnTo>
                <a:lnTo>
                  <a:pt x="9450759" y="2640896"/>
                </a:lnTo>
                <a:lnTo>
                  <a:pt x="9450759" y="2952025"/>
                </a:lnTo>
                <a:lnTo>
                  <a:pt x="9278458" y="3124325"/>
                </a:lnTo>
                <a:cubicBezTo>
                  <a:pt x="9271324" y="3118839"/>
                  <a:pt x="9260349" y="3119387"/>
                  <a:pt x="9253764" y="3125971"/>
                </a:cubicBezTo>
                <a:cubicBezTo>
                  <a:pt x="9246632" y="3133106"/>
                  <a:pt x="9246632" y="3145178"/>
                  <a:pt x="9253764" y="3152311"/>
                </a:cubicBezTo>
                <a:cubicBezTo>
                  <a:pt x="9260898" y="3159445"/>
                  <a:pt x="9272970" y="3159445"/>
                  <a:pt x="9280104" y="3152311"/>
                </a:cubicBezTo>
                <a:cubicBezTo>
                  <a:pt x="9286688" y="3145726"/>
                  <a:pt x="9287238" y="3135300"/>
                  <a:pt x="9281750" y="3127618"/>
                </a:cubicBezTo>
                <a:lnTo>
                  <a:pt x="9455148" y="2954220"/>
                </a:lnTo>
                <a:lnTo>
                  <a:pt x="9455697" y="2954220"/>
                </a:lnTo>
                <a:lnTo>
                  <a:pt x="9455697" y="2642542"/>
                </a:lnTo>
                <a:lnTo>
                  <a:pt x="10721614" y="1376624"/>
                </a:lnTo>
                <a:lnTo>
                  <a:pt x="10722164" y="1376624"/>
                </a:lnTo>
                <a:lnTo>
                  <a:pt x="10722164" y="1000745"/>
                </a:lnTo>
                <a:lnTo>
                  <a:pt x="10938912" y="783997"/>
                </a:lnTo>
                <a:lnTo>
                  <a:pt x="11996312" y="783997"/>
                </a:lnTo>
                <a:lnTo>
                  <a:pt x="12661921" y="118388"/>
                </a:lnTo>
                <a:cubicBezTo>
                  <a:pt x="12669055" y="123875"/>
                  <a:pt x="12680029" y="123327"/>
                  <a:pt x="12686613" y="116743"/>
                </a:cubicBezTo>
                <a:cubicBezTo>
                  <a:pt x="12693747" y="109609"/>
                  <a:pt x="12693747" y="97536"/>
                  <a:pt x="12686613" y="90404"/>
                </a:cubicBezTo>
                <a:cubicBezTo>
                  <a:pt x="12683047" y="86837"/>
                  <a:pt x="12678245" y="85053"/>
                  <a:pt x="12673444" y="85053"/>
                </a:cubicBezTo>
                <a:close/>
                <a:moveTo>
                  <a:pt x="5508690" y="82858"/>
                </a:moveTo>
                <a:cubicBezTo>
                  <a:pt x="5503888" y="82858"/>
                  <a:pt x="5499087" y="84642"/>
                  <a:pt x="5495520" y="88208"/>
                </a:cubicBezTo>
                <a:cubicBezTo>
                  <a:pt x="5488386" y="95342"/>
                  <a:pt x="5488386" y="107414"/>
                  <a:pt x="5495520" y="114547"/>
                </a:cubicBezTo>
                <a:cubicBezTo>
                  <a:pt x="5502105" y="121132"/>
                  <a:pt x="5512532" y="121681"/>
                  <a:pt x="5520212" y="116193"/>
                </a:cubicBezTo>
                <a:lnTo>
                  <a:pt x="6066748" y="662728"/>
                </a:lnTo>
                <a:lnTo>
                  <a:pt x="6066748" y="1160425"/>
                </a:lnTo>
                <a:lnTo>
                  <a:pt x="6354830" y="1448508"/>
                </a:lnTo>
                <a:cubicBezTo>
                  <a:pt x="6349342" y="1455641"/>
                  <a:pt x="6349891" y="1466615"/>
                  <a:pt x="6356476" y="1473200"/>
                </a:cubicBezTo>
                <a:cubicBezTo>
                  <a:pt x="6363610" y="1480334"/>
                  <a:pt x="6375682" y="1480334"/>
                  <a:pt x="6382815" y="1473200"/>
                </a:cubicBezTo>
                <a:cubicBezTo>
                  <a:pt x="6389948" y="1466067"/>
                  <a:pt x="6389948" y="1453995"/>
                  <a:pt x="6382815" y="1446861"/>
                </a:cubicBezTo>
                <a:cubicBezTo>
                  <a:pt x="6376230" y="1440276"/>
                  <a:pt x="6365804" y="1439727"/>
                  <a:pt x="6358122" y="1445215"/>
                </a:cubicBezTo>
                <a:lnTo>
                  <a:pt x="6071686" y="1158779"/>
                </a:lnTo>
                <a:lnTo>
                  <a:pt x="6071686" y="661081"/>
                </a:lnTo>
                <a:lnTo>
                  <a:pt x="5523506" y="112902"/>
                </a:lnTo>
                <a:cubicBezTo>
                  <a:pt x="5528993" y="105768"/>
                  <a:pt x="5528444" y="94793"/>
                  <a:pt x="5521859" y="88208"/>
                </a:cubicBezTo>
                <a:cubicBezTo>
                  <a:pt x="5518293" y="84642"/>
                  <a:pt x="5513491" y="82858"/>
                  <a:pt x="5508690" y="82858"/>
                </a:cubicBezTo>
                <a:close/>
                <a:moveTo>
                  <a:pt x="13440567" y="68454"/>
                </a:moveTo>
                <a:cubicBezTo>
                  <a:pt x="13430142" y="68454"/>
                  <a:pt x="13421911" y="76685"/>
                  <a:pt x="13421911" y="87111"/>
                </a:cubicBezTo>
                <a:cubicBezTo>
                  <a:pt x="13421911" y="97536"/>
                  <a:pt x="13429044" y="104670"/>
                  <a:pt x="13438372" y="105768"/>
                </a:cubicBezTo>
                <a:lnTo>
                  <a:pt x="13438372" y="253924"/>
                </a:lnTo>
                <a:lnTo>
                  <a:pt x="13058652" y="633645"/>
                </a:lnTo>
                <a:lnTo>
                  <a:pt x="13058103" y="634194"/>
                </a:lnTo>
                <a:lnTo>
                  <a:pt x="12642716" y="634194"/>
                </a:lnTo>
                <a:lnTo>
                  <a:pt x="11792185" y="1484723"/>
                </a:lnTo>
                <a:lnTo>
                  <a:pt x="10808863" y="1484723"/>
                </a:lnTo>
                <a:lnTo>
                  <a:pt x="9714149" y="2579438"/>
                </a:lnTo>
                <a:lnTo>
                  <a:pt x="9713600" y="2579438"/>
                </a:lnTo>
                <a:lnTo>
                  <a:pt x="9713600" y="3027200"/>
                </a:lnTo>
                <a:lnTo>
                  <a:pt x="9267483" y="3473318"/>
                </a:lnTo>
                <a:lnTo>
                  <a:pt x="9040309" y="3473318"/>
                </a:lnTo>
                <a:lnTo>
                  <a:pt x="9040309" y="3478256"/>
                </a:lnTo>
                <a:lnTo>
                  <a:pt x="9269678" y="3478256"/>
                </a:lnTo>
                <a:lnTo>
                  <a:pt x="9717990" y="3029944"/>
                </a:lnTo>
                <a:lnTo>
                  <a:pt x="9718538" y="3029944"/>
                </a:lnTo>
                <a:lnTo>
                  <a:pt x="9718538" y="2582182"/>
                </a:lnTo>
                <a:lnTo>
                  <a:pt x="10811057" y="1489663"/>
                </a:lnTo>
                <a:lnTo>
                  <a:pt x="11794379" y="1489663"/>
                </a:lnTo>
                <a:lnTo>
                  <a:pt x="12644910" y="639132"/>
                </a:lnTo>
                <a:lnTo>
                  <a:pt x="13060298" y="639132"/>
                </a:lnTo>
                <a:lnTo>
                  <a:pt x="13442213" y="257217"/>
                </a:lnTo>
                <a:lnTo>
                  <a:pt x="13442762" y="257217"/>
                </a:lnTo>
                <a:lnTo>
                  <a:pt x="13442762" y="105768"/>
                </a:lnTo>
                <a:cubicBezTo>
                  <a:pt x="13452091" y="104670"/>
                  <a:pt x="13459225" y="96988"/>
                  <a:pt x="13459225" y="87111"/>
                </a:cubicBezTo>
                <a:cubicBezTo>
                  <a:pt x="13459225" y="77234"/>
                  <a:pt x="13450994" y="68454"/>
                  <a:pt x="13440567" y="68454"/>
                </a:cubicBezTo>
                <a:close/>
                <a:moveTo>
                  <a:pt x="3523593" y="66054"/>
                </a:moveTo>
                <a:cubicBezTo>
                  <a:pt x="3518724" y="65985"/>
                  <a:pt x="3513785" y="67631"/>
                  <a:pt x="3510218" y="71197"/>
                </a:cubicBezTo>
                <a:cubicBezTo>
                  <a:pt x="3503085" y="78331"/>
                  <a:pt x="3503085" y="90404"/>
                  <a:pt x="3510218" y="97536"/>
                </a:cubicBezTo>
                <a:cubicBezTo>
                  <a:pt x="3517352" y="104670"/>
                  <a:pt x="3527230" y="104670"/>
                  <a:pt x="3534912" y="99183"/>
                </a:cubicBezTo>
                <a:lnTo>
                  <a:pt x="3534363" y="99732"/>
                </a:lnTo>
                <a:lnTo>
                  <a:pt x="4713032" y="1278401"/>
                </a:lnTo>
                <a:lnTo>
                  <a:pt x="5114702" y="1278401"/>
                </a:lnTo>
                <a:lnTo>
                  <a:pt x="6142472" y="2306171"/>
                </a:lnTo>
                <a:lnTo>
                  <a:pt x="6142472" y="2360495"/>
                </a:lnTo>
                <a:lnTo>
                  <a:pt x="6719186" y="2937209"/>
                </a:lnTo>
                <a:lnTo>
                  <a:pt x="6719186" y="3015129"/>
                </a:lnTo>
                <a:cubicBezTo>
                  <a:pt x="6709858" y="3016226"/>
                  <a:pt x="6702724" y="3023908"/>
                  <a:pt x="6702724" y="3033785"/>
                </a:cubicBezTo>
                <a:cubicBezTo>
                  <a:pt x="6702724" y="3043663"/>
                  <a:pt x="6710955" y="3052442"/>
                  <a:pt x="6721381" y="3052442"/>
                </a:cubicBezTo>
                <a:cubicBezTo>
                  <a:pt x="6731806" y="3052442"/>
                  <a:pt x="6740038" y="3044212"/>
                  <a:pt x="6740038" y="3033785"/>
                </a:cubicBezTo>
                <a:cubicBezTo>
                  <a:pt x="6740038" y="3023359"/>
                  <a:pt x="6732904" y="3016226"/>
                  <a:pt x="6723576" y="3015129"/>
                </a:cubicBezTo>
                <a:lnTo>
                  <a:pt x="6723576" y="2935563"/>
                </a:lnTo>
                <a:lnTo>
                  <a:pt x="6146862" y="2358849"/>
                </a:lnTo>
                <a:lnTo>
                  <a:pt x="6146862" y="2304525"/>
                </a:lnTo>
                <a:lnTo>
                  <a:pt x="5116348" y="1274011"/>
                </a:lnTo>
                <a:lnTo>
                  <a:pt x="4714678" y="1274011"/>
                </a:lnTo>
                <a:lnTo>
                  <a:pt x="3538204" y="95891"/>
                </a:lnTo>
                <a:cubicBezTo>
                  <a:pt x="3543691" y="88757"/>
                  <a:pt x="3543142" y="77782"/>
                  <a:pt x="3536557" y="71197"/>
                </a:cubicBezTo>
                <a:cubicBezTo>
                  <a:pt x="3533264" y="67905"/>
                  <a:pt x="3528463" y="66122"/>
                  <a:pt x="3523593" y="66054"/>
                </a:cubicBezTo>
                <a:close/>
                <a:moveTo>
                  <a:pt x="12317867" y="62556"/>
                </a:moveTo>
                <a:cubicBezTo>
                  <a:pt x="12313066" y="62556"/>
                  <a:pt x="12308264" y="64339"/>
                  <a:pt x="12304698" y="67906"/>
                </a:cubicBezTo>
                <a:cubicBezTo>
                  <a:pt x="12298114" y="74490"/>
                  <a:pt x="12297564" y="84916"/>
                  <a:pt x="12303051" y="92598"/>
                </a:cubicBezTo>
                <a:lnTo>
                  <a:pt x="12047893" y="347757"/>
                </a:lnTo>
                <a:lnTo>
                  <a:pt x="12047344" y="347757"/>
                </a:lnTo>
                <a:lnTo>
                  <a:pt x="12047344" y="464636"/>
                </a:lnTo>
                <a:lnTo>
                  <a:pt x="11840474" y="671507"/>
                </a:lnTo>
                <a:lnTo>
                  <a:pt x="11451424" y="671507"/>
                </a:lnTo>
                <a:cubicBezTo>
                  <a:pt x="11450327" y="662179"/>
                  <a:pt x="11442645" y="655046"/>
                  <a:pt x="11432768" y="655046"/>
                </a:cubicBezTo>
                <a:cubicBezTo>
                  <a:pt x="11422890" y="655046"/>
                  <a:pt x="11414110" y="663276"/>
                  <a:pt x="11414110" y="673703"/>
                </a:cubicBezTo>
                <a:cubicBezTo>
                  <a:pt x="11414110" y="684128"/>
                  <a:pt x="11422341" y="692359"/>
                  <a:pt x="11432768" y="692359"/>
                </a:cubicBezTo>
                <a:cubicBezTo>
                  <a:pt x="11443193" y="692359"/>
                  <a:pt x="11450327" y="685226"/>
                  <a:pt x="11451424" y="675897"/>
                </a:cubicBezTo>
                <a:lnTo>
                  <a:pt x="11843217" y="675897"/>
                </a:lnTo>
                <a:lnTo>
                  <a:pt x="12051735" y="466832"/>
                </a:lnTo>
                <a:lnTo>
                  <a:pt x="12052282" y="466832"/>
                </a:lnTo>
                <a:lnTo>
                  <a:pt x="12052282" y="349952"/>
                </a:lnTo>
                <a:lnTo>
                  <a:pt x="12306344" y="95891"/>
                </a:lnTo>
                <a:cubicBezTo>
                  <a:pt x="12313478" y="101377"/>
                  <a:pt x="12324453" y="100829"/>
                  <a:pt x="12331037" y="94245"/>
                </a:cubicBezTo>
                <a:cubicBezTo>
                  <a:pt x="12338171" y="87111"/>
                  <a:pt x="12338171" y="75038"/>
                  <a:pt x="12331037" y="67906"/>
                </a:cubicBezTo>
                <a:cubicBezTo>
                  <a:pt x="12327470" y="64339"/>
                  <a:pt x="12322669" y="62556"/>
                  <a:pt x="12317867" y="62556"/>
                </a:cubicBezTo>
                <a:close/>
                <a:moveTo>
                  <a:pt x="2080437" y="62212"/>
                </a:moveTo>
                <a:cubicBezTo>
                  <a:pt x="2075567" y="62144"/>
                  <a:pt x="2070628" y="63790"/>
                  <a:pt x="2067062" y="67356"/>
                </a:cubicBezTo>
                <a:cubicBezTo>
                  <a:pt x="2059928" y="74490"/>
                  <a:pt x="2059928" y="86563"/>
                  <a:pt x="2067062" y="93695"/>
                </a:cubicBezTo>
                <a:cubicBezTo>
                  <a:pt x="2070355" y="96988"/>
                  <a:pt x="2074607" y="98771"/>
                  <a:pt x="2078997" y="99045"/>
                </a:cubicBezTo>
                <a:lnTo>
                  <a:pt x="2091754" y="95342"/>
                </a:lnTo>
                <a:lnTo>
                  <a:pt x="2091205" y="94793"/>
                </a:lnTo>
                <a:lnTo>
                  <a:pt x="2091754" y="95342"/>
                </a:lnTo>
                <a:lnTo>
                  <a:pt x="2091754" y="95342"/>
                </a:lnTo>
                <a:lnTo>
                  <a:pt x="2475316" y="478903"/>
                </a:lnTo>
                <a:lnTo>
                  <a:pt x="2979049" y="478903"/>
                </a:lnTo>
                <a:lnTo>
                  <a:pt x="3953592" y="1453446"/>
                </a:lnTo>
                <a:lnTo>
                  <a:pt x="4179668" y="1453446"/>
                </a:lnTo>
                <a:lnTo>
                  <a:pt x="4465556" y="1739334"/>
                </a:lnTo>
                <a:lnTo>
                  <a:pt x="4727848" y="1739334"/>
                </a:lnTo>
                <a:cubicBezTo>
                  <a:pt x="4728946" y="1748662"/>
                  <a:pt x="4736628" y="1755795"/>
                  <a:pt x="4746505" y="1755795"/>
                </a:cubicBezTo>
                <a:cubicBezTo>
                  <a:pt x="4756382" y="1755795"/>
                  <a:pt x="4765162" y="1747565"/>
                  <a:pt x="4765162" y="1737139"/>
                </a:cubicBezTo>
                <a:cubicBezTo>
                  <a:pt x="4765162" y="1726714"/>
                  <a:pt x="4756932" y="1718482"/>
                  <a:pt x="4746505" y="1718482"/>
                </a:cubicBezTo>
                <a:cubicBezTo>
                  <a:pt x="4736079" y="1718482"/>
                  <a:pt x="4728946" y="1725615"/>
                  <a:pt x="4727848" y="1734944"/>
                </a:cubicBezTo>
                <a:lnTo>
                  <a:pt x="4467751" y="1734944"/>
                </a:lnTo>
                <a:lnTo>
                  <a:pt x="4181863" y="1449057"/>
                </a:lnTo>
                <a:lnTo>
                  <a:pt x="3955787" y="1449057"/>
                </a:lnTo>
                <a:lnTo>
                  <a:pt x="2981244" y="474514"/>
                </a:lnTo>
                <a:lnTo>
                  <a:pt x="2477511" y="474514"/>
                </a:lnTo>
                <a:lnTo>
                  <a:pt x="2095046" y="92049"/>
                </a:lnTo>
                <a:cubicBezTo>
                  <a:pt x="2100534" y="84916"/>
                  <a:pt x="2099985" y="73941"/>
                  <a:pt x="2093401" y="67356"/>
                </a:cubicBezTo>
                <a:cubicBezTo>
                  <a:pt x="2090108" y="64064"/>
                  <a:pt x="2085307" y="62281"/>
                  <a:pt x="2080437" y="62212"/>
                </a:cubicBezTo>
                <a:close/>
                <a:moveTo>
                  <a:pt x="3829579" y="60360"/>
                </a:moveTo>
                <a:cubicBezTo>
                  <a:pt x="3824777" y="60360"/>
                  <a:pt x="3819976" y="62144"/>
                  <a:pt x="3816410" y="65710"/>
                </a:cubicBezTo>
                <a:cubicBezTo>
                  <a:pt x="3809276" y="72844"/>
                  <a:pt x="3809276" y="84916"/>
                  <a:pt x="3816410" y="92049"/>
                </a:cubicBezTo>
                <a:cubicBezTo>
                  <a:pt x="3823542" y="99183"/>
                  <a:pt x="3833420" y="99183"/>
                  <a:pt x="3841102" y="93695"/>
                </a:cubicBezTo>
                <a:lnTo>
                  <a:pt x="4375564" y="628158"/>
                </a:lnTo>
                <a:cubicBezTo>
                  <a:pt x="4370077" y="635291"/>
                  <a:pt x="4370626" y="646265"/>
                  <a:pt x="4377210" y="652850"/>
                </a:cubicBezTo>
                <a:cubicBezTo>
                  <a:pt x="4384344" y="659984"/>
                  <a:pt x="4396416" y="659984"/>
                  <a:pt x="4403550" y="652850"/>
                </a:cubicBezTo>
                <a:cubicBezTo>
                  <a:pt x="4410684" y="645717"/>
                  <a:pt x="4410684" y="633645"/>
                  <a:pt x="4403550" y="626511"/>
                </a:cubicBezTo>
                <a:cubicBezTo>
                  <a:pt x="4396416" y="619378"/>
                  <a:pt x="4386538" y="619378"/>
                  <a:pt x="4378856" y="624866"/>
                </a:cubicBezTo>
                <a:lnTo>
                  <a:pt x="3844394" y="90404"/>
                </a:lnTo>
                <a:cubicBezTo>
                  <a:pt x="3849882" y="83270"/>
                  <a:pt x="3849333" y="72295"/>
                  <a:pt x="3842748" y="65710"/>
                </a:cubicBezTo>
                <a:cubicBezTo>
                  <a:pt x="3839182" y="62144"/>
                  <a:pt x="3834380" y="60360"/>
                  <a:pt x="3829579" y="60360"/>
                </a:cubicBezTo>
                <a:close/>
                <a:moveTo>
                  <a:pt x="6405312" y="58715"/>
                </a:moveTo>
                <a:cubicBezTo>
                  <a:pt x="6400511" y="58714"/>
                  <a:pt x="6395710" y="60498"/>
                  <a:pt x="6392143" y="64065"/>
                </a:cubicBezTo>
                <a:cubicBezTo>
                  <a:pt x="6385010" y="71197"/>
                  <a:pt x="6385010" y="83270"/>
                  <a:pt x="6392143" y="90404"/>
                </a:cubicBezTo>
                <a:cubicBezTo>
                  <a:pt x="6398728" y="96988"/>
                  <a:pt x="6409154" y="97536"/>
                  <a:pt x="6416836" y="92049"/>
                </a:cubicBezTo>
                <a:lnTo>
                  <a:pt x="6647852" y="323064"/>
                </a:lnTo>
                <a:lnTo>
                  <a:pt x="6647852" y="1283889"/>
                </a:lnTo>
                <a:lnTo>
                  <a:pt x="7273951" y="1909988"/>
                </a:lnTo>
                <a:lnTo>
                  <a:pt x="7273951" y="3239559"/>
                </a:lnTo>
                <a:lnTo>
                  <a:pt x="7278890" y="3239559"/>
                </a:lnTo>
                <a:lnTo>
                  <a:pt x="7278890" y="1907794"/>
                </a:lnTo>
                <a:lnTo>
                  <a:pt x="6652789" y="1281694"/>
                </a:lnTo>
                <a:lnTo>
                  <a:pt x="6652789" y="321418"/>
                </a:lnTo>
                <a:lnTo>
                  <a:pt x="6420129" y="88757"/>
                </a:lnTo>
                <a:cubicBezTo>
                  <a:pt x="6425616" y="81623"/>
                  <a:pt x="6425067" y="70649"/>
                  <a:pt x="6418482" y="64065"/>
                </a:cubicBezTo>
                <a:cubicBezTo>
                  <a:pt x="6414915" y="60498"/>
                  <a:pt x="6410114" y="58714"/>
                  <a:pt x="6405312" y="58715"/>
                </a:cubicBezTo>
                <a:close/>
                <a:moveTo>
                  <a:pt x="9445271" y="55422"/>
                </a:moveTo>
                <a:cubicBezTo>
                  <a:pt x="9440470" y="55422"/>
                  <a:pt x="9435668" y="57205"/>
                  <a:pt x="9432102" y="60772"/>
                </a:cubicBezTo>
                <a:cubicBezTo>
                  <a:pt x="9425517" y="67356"/>
                  <a:pt x="9424968" y="77782"/>
                  <a:pt x="9430456" y="85464"/>
                </a:cubicBezTo>
                <a:lnTo>
                  <a:pt x="8428477" y="1087444"/>
                </a:lnTo>
                <a:lnTo>
                  <a:pt x="8427928" y="1087444"/>
                </a:lnTo>
                <a:lnTo>
                  <a:pt x="8427928" y="2614007"/>
                </a:lnTo>
                <a:lnTo>
                  <a:pt x="8206241" y="2835694"/>
                </a:lnTo>
                <a:lnTo>
                  <a:pt x="8205692" y="2835694"/>
                </a:lnTo>
                <a:lnTo>
                  <a:pt x="8205144" y="2836243"/>
                </a:lnTo>
                <a:lnTo>
                  <a:pt x="8205144" y="3230230"/>
                </a:lnTo>
                <a:lnTo>
                  <a:pt x="8210082" y="3230230"/>
                </a:lnTo>
                <a:lnTo>
                  <a:pt x="8210082" y="2837889"/>
                </a:lnTo>
                <a:lnTo>
                  <a:pt x="8431769" y="2616203"/>
                </a:lnTo>
                <a:lnTo>
                  <a:pt x="8432317" y="2616203"/>
                </a:lnTo>
                <a:lnTo>
                  <a:pt x="8432317" y="1090187"/>
                </a:lnTo>
                <a:lnTo>
                  <a:pt x="9433748" y="88757"/>
                </a:lnTo>
                <a:cubicBezTo>
                  <a:pt x="9440882" y="94245"/>
                  <a:pt x="9451856" y="93695"/>
                  <a:pt x="9458441" y="87111"/>
                </a:cubicBezTo>
                <a:cubicBezTo>
                  <a:pt x="9465574" y="79978"/>
                  <a:pt x="9465574" y="67906"/>
                  <a:pt x="9458441" y="60772"/>
                </a:cubicBezTo>
                <a:cubicBezTo>
                  <a:pt x="9454874" y="57205"/>
                  <a:pt x="9450072" y="55422"/>
                  <a:pt x="9445271" y="55422"/>
                </a:cubicBezTo>
                <a:close/>
                <a:moveTo>
                  <a:pt x="7811705" y="51581"/>
                </a:moveTo>
                <a:cubicBezTo>
                  <a:pt x="7806904" y="51581"/>
                  <a:pt x="7802103" y="53364"/>
                  <a:pt x="7798536" y="56931"/>
                </a:cubicBezTo>
                <a:cubicBezTo>
                  <a:pt x="7791952" y="63515"/>
                  <a:pt x="7791402" y="73941"/>
                  <a:pt x="7796889" y="81623"/>
                </a:cubicBezTo>
                <a:lnTo>
                  <a:pt x="7438570" y="439943"/>
                </a:lnTo>
                <a:lnTo>
                  <a:pt x="7438570" y="843260"/>
                </a:lnTo>
                <a:lnTo>
                  <a:pt x="7533499" y="938190"/>
                </a:lnTo>
                <a:cubicBezTo>
                  <a:pt x="7528012" y="945323"/>
                  <a:pt x="7528562" y="956298"/>
                  <a:pt x="7535146" y="962882"/>
                </a:cubicBezTo>
                <a:lnTo>
                  <a:pt x="7534597" y="962882"/>
                </a:lnTo>
                <a:cubicBezTo>
                  <a:pt x="7541731" y="970015"/>
                  <a:pt x="7553802" y="970015"/>
                  <a:pt x="7560936" y="962882"/>
                </a:cubicBezTo>
                <a:cubicBezTo>
                  <a:pt x="7568070" y="955749"/>
                  <a:pt x="7568070" y="943676"/>
                  <a:pt x="7560936" y="936544"/>
                </a:cubicBezTo>
                <a:cubicBezTo>
                  <a:pt x="7554351" y="929959"/>
                  <a:pt x="7543925" y="929410"/>
                  <a:pt x="7536243" y="934897"/>
                </a:cubicBezTo>
                <a:lnTo>
                  <a:pt x="7442959" y="841613"/>
                </a:lnTo>
                <a:lnTo>
                  <a:pt x="7442959" y="442138"/>
                </a:lnTo>
                <a:lnTo>
                  <a:pt x="7800182" y="84916"/>
                </a:lnTo>
                <a:cubicBezTo>
                  <a:pt x="7807315" y="90404"/>
                  <a:pt x="7818290" y="89854"/>
                  <a:pt x="7824874" y="83270"/>
                </a:cubicBezTo>
                <a:cubicBezTo>
                  <a:pt x="7832008" y="76137"/>
                  <a:pt x="7832008" y="64065"/>
                  <a:pt x="7824874" y="56931"/>
                </a:cubicBezTo>
                <a:cubicBezTo>
                  <a:pt x="7821307" y="53364"/>
                  <a:pt x="7816506" y="51581"/>
                  <a:pt x="7811705" y="51581"/>
                </a:cubicBezTo>
                <a:close/>
                <a:moveTo>
                  <a:pt x="10497734" y="48837"/>
                </a:moveTo>
                <a:cubicBezTo>
                  <a:pt x="10492932" y="48837"/>
                  <a:pt x="10488131" y="50620"/>
                  <a:pt x="10484564" y="54187"/>
                </a:cubicBezTo>
                <a:cubicBezTo>
                  <a:pt x="10477979" y="60772"/>
                  <a:pt x="10477430" y="71197"/>
                  <a:pt x="10482918" y="78879"/>
                </a:cubicBezTo>
                <a:lnTo>
                  <a:pt x="10090028" y="471770"/>
                </a:lnTo>
                <a:lnTo>
                  <a:pt x="10089479" y="471770"/>
                </a:lnTo>
                <a:lnTo>
                  <a:pt x="10089479" y="839419"/>
                </a:lnTo>
                <a:lnTo>
                  <a:pt x="9924312" y="1004586"/>
                </a:lnTo>
                <a:cubicBezTo>
                  <a:pt x="9917178" y="999098"/>
                  <a:pt x="9906204" y="999647"/>
                  <a:pt x="9899619" y="1006232"/>
                </a:cubicBezTo>
                <a:cubicBezTo>
                  <a:pt x="9892485" y="1013366"/>
                  <a:pt x="9892485" y="1025437"/>
                  <a:pt x="9899619" y="1032571"/>
                </a:cubicBezTo>
                <a:cubicBezTo>
                  <a:pt x="9906752" y="1039704"/>
                  <a:pt x="9918824" y="1039704"/>
                  <a:pt x="9925958" y="1032571"/>
                </a:cubicBezTo>
                <a:cubicBezTo>
                  <a:pt x="9932543" y="1025986"/>
                  <a:pt x="9933091" y="1015561"/>
                  <a:pt x="9927604" y="1007879"/>
                </a:cubicBezTo>
                <a:lnTo>
                  <a:pt x="10093869" y="841613"/>
                </a:lnTo>
                <a:lnTo>
                  <a:pt x="10094418" y="841613"/>
                </a:lnTo>
                <a:lnTo>
                  <a:pt x="10094418" y="473965"/>
                </a:lnTo>
                <a:lnTo>
                  <a:pt x="10486210" y="82172"/>
                </a:lnTo>
                <a:cubicBezTo>
                  <a:pt x="10493344" y="87660"/>
                  <a:pt x="10504318" y="87111"/>
                  <a:pt x="10510903" y="80526"/>
                </a:cubicBezTo>
                <a:cubicBezTo>
                  <a:pt x="10518036" y="73393"/>
                  <a:pt x="10518036" y="61321"/>
                  <a:pt x="10510903" y="54187"/>
                </a:cubicBezTo>
                <a:cubicBezTo>
                  <a:pt x="10507336" y="50620"/>
                  <a:pt x="10502535" y="48837"/>
                  <a:pt x="10497734" y="48837"/>
                </a:cubicBezTo>
                <a:close/>
                <a:moveTo>
                  <a:pt x="7029971" y="45202"/>
                </a:moveTo>
                <a:cubicBezTo>
                  <a:pt x="7025102" y="45133"/>
                  <a:pt x="7020163" y="46779"/>
                  <a:pt x="7016596" y="50346"/>
                </a:cubicBezTo>
                <a:cubicBezTo>
                  <a:pt x="7009463" y="57480"/>
                  <a:pt x="7009463" y="69551"/>
                  <a:pt x="7016596" y="76685"/>
                </a:cubicBezTo>
                <a:cubicBezTo>
                  <a:pt x="7019889" y="79978"/>
                  <a:pt x="7024142" y="81761"/>
                  <a:pt x="7028532" y="82035"/>
                </a:cubicBezTo>
                <a:lnTo>
                  <a:pt x="7040865" y="78454"/>
                </a:lnTo>
                <a:lnTo>
                  <a:pt x="7040742" y="78331"/>
                </a:lnTo>
                <a:lnTo>
                  <a:pt x="7041290" y="78331"/>
                </a:lnTo>
                <a:lnTo>
                  <a:pt x="7040865" y="78454"/>
                </a:lnTo>
                <a:lnTo>
                  <a:pt x="7268464" y="306054"/>
                </a:lnTo>
                <a:lnTo>
                  <a:pt x="7268464" y="1389793"/>
                </a:lnTo>
                <a:lnTo>
                  <a:pt x="7506612" y="1627942"/>
                </a:lnTo>
                <a:lnTo>
                  <a:pt x="7506612" y="3202245"/>
                </a:lnTo>
                <a:lnTo>
                  <a:pt x="7511550" y="3202245"/>
                </a:lnTo>
                <a:lnTo>
                  <a:pt x="7511550" y="1625747"/>
                </a:lnTo>
                <a:lnTo>
                  <a:pt x="7273402" y="1387598"/>
                </a:lnTo>
                <a:lnTo>
                  <a:pt x="7273402" y="303859"/>
                </a:lnTo>
                <a:lnTo>
                  <a:pt x="7044582" y="75038"/>
                </a:lnTo>
                <a:cubicBezTo>
                  <a:pt x="7050070" y="67906"/>
                  <a:pt x="7049520" y="56931"/>
                  <a:pt x="7042936" y="50346"/>
                </a:cubicBezTo>
                <a:cubicBezTo>
                  <a:pt x="7039643" y="47054"/>
                  <a:pt x="7034841" y="45270"/>
                  <a:pt x="7029971" y="45202"/>
                </a:cubicBezTo>
                <a:close/>
                <a:moveTo>
                  <a:pt x="4452386" y="43350"/>
                </a:moveTo>
                <a:cubicBezTo>
                  <a:pt x="4447585" y="43350"/>
                  <a:pt x="4442783" y="45133"/>
                  <a:pt x="4439216" y="48699"/>
                </a:cubicBezTo>
                <a:cubicBezTo>
                  <a:pt x="4432083" y="55833"/>
                  <a:pt x="4432083" y="67906"/>
                  <a:pt x="4439216" y="75038"/>
                </a:cubicBezTo>
                <a:cubicBezTo>
                  <a:pt x="4445802" y="81623"/>
                  <a:pt x="4456228" y="82172"/>
                  <a:pt x="4463910" y="76685"/>
                </a:cubicBezTo>
                <a:lnTo>
                  <a:pt x="4464458" y="77234"/>
                </a:lnTo>
                <a:lnTo>
                  <a:pt x="4608774" y="221549"/>
                </a:lnTo>
                <a:lnTo>
                  <a:pt x="4608774" y="447626"/>
                </a:lnTo>
                <a:lnTo>
                  <a:pt x="5077938" y="916789"/>
                </a:lnTo>
                <a:lnTo>
                  <a:pt x="5077938" y="1060007"/>
                </a:lnTo>
                <a:cubicBezTo>
                  <a:pt x="5068610" y="1061105"/>
                  <a:pt x="5061476" y="1068787"/>
                  <a:pt x="5061476" y="1078664"/>
                </a:cubicBezTo>
                <a:cubicBezTo>
                  <a:pt x="5061476" y="1088541"/>
                  <a:pt x="5069706" y="1097321"/>
                  <a:pt x="5080132" y="1097321"/>
                </a:cubicBezTo>
                <a:cubicBezTo>
                  <a:pt x="5090558" y="1097321"/>
                  <a:pt x="5098790" y="1089090"/>
                  <a:pt x="5098790" y="1078664"/>
                </a:cubicBezTo>
                <a:cubicBezTo>
                  <a:pt x="5098790" y="1068239"/>
                  <a:pt x="5091656" y="1061105"/>
                  <a:pt x="5082327" y="1060007"/>
                </a:cubicBezTo>
                <a:lnTo>
                  <a:pt x="5082327" y="914594"/>
                </a:lnTo>
                <a:lnTo>
                  <a:pt x="4613164" y="445431"/>
                </a:lnTo>
                <a:lnTo>
                  <a:pt x="4613164" y="219355"/>
                </a:lnTo>
                <a:lnTo>
                  <a:pt x="4467202" y="73393"/>
                </a:lnTo>
                <a:cubicBezTo>
                  <a:pt x="4472689" y="66259"/>
                  <a:pt x="4472140" y="55284"/>
                  <a:pt x="4465556" y="48699"/>
                </a:cubicBezTo>
                <a:cubicBezTo>
                  <a:pt x="4461989" y="45133"/>
                  <a:pt x="4457188" y="43350"/>
                  <a:pt x="4452386" y="43350"/>
                </a:cubicBezTo>
                <a:close/>
                <a:moveTo>
                  <a:pt x="11888213" y="29083"/>
                </a:moveTo>
                <a:cubicBezTo>
                  <a:pt x="11883411" y="29083"/>
                  <a:pt x="11878610" y="30866"/>
                  <a:pt x="11875043" y="34433"/>
                </a:cubicBezTo>
                <a:cubicBezTo>
                  <a:pt x="11868458" y="41017"/>
                  <a:pt x="11867910" y="51443"/>
                  <a:pt x="11873397" y="59125"/>
                </a:cubicBezTo>
                <a:lnTo>
                  <a:pt x="11618239" y="314285"/>
                </a:lnTo>
                <a:lnTo>
                  <a:pt x="11617689" y="314285"/>
                </a:lnTo>
                <a:lnTo>
                  <a:pt x="11617689" y="416897"/>
                </a:lnTo>
                <a:lnTo>
                  <a:pt x="11462948" y="571638"/>
                </a:lnTo>
                <a:lnTo>
                  <a:pt x="11376249" y="571638"/>
                </a:lnTo>
                <a:lnTo>
                  <a:pt x="11279124" y="668763"/>
                </a:lnTo>
                <a:lnTo>
                  <a:pt x="11279671" y="668215"/>
                </a:lnTo>
                <a:cubicBezTo>
                  <a:pt x="11272540" y="662728"/>
                  <a:pt x="11261565" y="663276"/>
                  <a:pt x="11254979" y="669861"/>
                </a:cubicBezTo>
                <a:cubicBezTo>
                  <a:pt x="11247846" y="676995"/>
                  <a:pt x="11247846" y="689067"/>
                  <a:pt x="11254979" y="696200"/>
                </a:cubicBezTo>
                <a:cubicBezTo>
                  <a:pt x="11262113" y="703334"/>
                  <a:pt x="11274184" y="703334"/>
                  <a:pt x="11281318" y="696200"/>
                </a:cubicBezTo>
                <a:cubicBezTo>
                  <a:pt x="11287903" y="689615"/>
                  <a:pt x="11288452" y="679189"/>
                  <a:pt x="11282965" y="671507"/>
                </a:cubicBezTo>
                <a:lnTo>
                  <a:pt x="11378443" y="576029"/>
                </a:lnTo>
                <a:lnTo>
                  <a:pt x="11465142" y="576029"/>
                </a:lnTo>
                <a:lnTo>
                  <a:pt x="11622079" y="419092"/>
                </a:lnTo>
                <a:lnTo>
                  <a:pt x="11622628" y="419092"/>
                </a:lnTo>
                <a:lnTo>
                  <a:pt x="11622628" y="316480"/>
                </a:lnTo>
                <a:lnTo>
                  <a:pt x="11876689" y="62418"/>
                </a:lnTo>
                <a:cubicBezTo>
                  <a:pt x="11883823" y="67906"/>
                  <a:pt x="11894797" y="67356"/>
                  <a:pt x="11901382" y="60772"/>
                </a:cubicBezTo>
                <a:cubicBezTo>
                  <a:pt x="11908516" y="53639"/>
                  <a:pt x="11908516" y="41567"/>
                  <a:pt x="11901382" y="34433"/>
                </a:cubicBezTo>
                <a:cubicBezTo>
                  <a:pt x="11897815" y="30866"/>
                  <a:pt x="11893014" y="29083"/>
                  <a:pt x="11888213" y="29083"/>
                </a:cubicBezTo>
                <a:close/>
                <a:moveTo>
                  <a:pt x="14013990" y="19754"/>
                </a:moveTo>
                <a:cubicBezTo>
                  <a:pt x="14009188" y="19754"/>
                  <a:pt x="14004386" y="21538"/>
                  <a:pt x="14000819" y="25104"/>
                </a:cubicBezTo>
                <a:cubicBezTo>
                  <a:pt x="13994235" y="31689"/>
                  <a:pt x="13993686" y="42115"/>
                  <a:pt x="13999173" y="49797"/>
                </a:cubicBezTo>
                <a:lnTo>
                  <a:pt x="13179921" y="869050"/>
                </a:lnTo>
                <a:lnTo>
                  <a:pt x="12643813" y="869050"/>
                </a:lnTo>
                <a:lnTo>
                  <a:pt x="12374935" y="1137927"/>
                </a:lnTo>
                <a:lnTo>
                  <a:pt x="12374386" y="1137927"/>
                </a:lnTo>
                <a:lnTo>
                  <a:pt x="12374386" y="1230662"/>
                </a:lnTo>
                <a:lnTo>
                  <a:pt x="11985338" y="1619711"/>
                </a:lnTo>
                <a:lnTo>
                  <a:pt x="10850018" y="1619711"/>
                </a:lnTo>
                <a:lnTo>
                  <a:pt x="10752892" y="1716836"/>
                </a:lnTo>
                <a:cubicBezTo>
                  <a:pt x="10745759" y="1711348"/>
                  <a:pt x="10734784" y="1711898"/>
                  <a:pt x="10728200" y="1718482"/>
                </a:cubicBezTo>
                <a:cubicBezTo>
                  <a:pt x="10721066" y="1725615"/>
                  <a:pt x="10721066" y="1737688"/>
                  <a:pt x="10728200" y="1744821"/>
                </a:cubicBezTo>
                <a:cubicBezTo>
                  <a:pt x="10735333" y="1751954"/>
                  <a:pt x="10747406" y="1751954"/>
                  <a:pt x="10754538" y="1744821"/>
                </a:cubicBezTo>
                <a:cubicBezTo>
                  <a:pt x="10761123" y="1738237"/>
                  <a:pt x="10761672" y="1727811"/>
                  <a:pt x="10756185" y="1720128"/>
                </a:cubicBezTo>
                <a:lnTo>
                  <a:pt x="10851663" y="1624649"/>
                </a:lnTo>
                <a:lnTo>
                  <a:pt x="11986984" y="1624649"/>
                </a:lnTo>
                <a:lnTo>
                  <a:pt x="12378228" y="1233405"/>
                </a:lnTo>
                <a:lnTo>
                  <a:pt x="12378776" y="1233405"/>
                </a:lnTo>
                <a:lnTo>
                  <a:pt x="12378776" y="1140671"/>
                </a:lnTo>
                <a:lnTo>
                  <a:pt x="12645459" y="873988"/>
                </a:lnTo>
                <a:lnTo>
                  <a:pt x="13181567" y="873988"/>
                </a:lnTo>
                <a:lnTo>
                  <a:pt x="14002466" y="53090"/>
                </a:lnTo>
                <a:cubicBezTo>
                  <a:pt x="14009598" y="58577"/>
                  <a:pt x="14020573" y="58028"/>
                  <a:pt x="14027159" y="51443"/>
                </a:cubicBezTo>
                <a:cubicBezTo>
                  <a:pt x="14034292" y="44310"/>
                  <a:pt x="14034292" y="32238"/>
                  <a:pt x="14027159" y="25104"/>
                </a:cubicBezTo>
                <a:cubicBezTo>
                  <a:pt x="14023592" y="21538"/>
                  <a:pt x="14018791" y="19754"/>
                  <a:pt x="14013990" y="19754"/>
                </a:cubicBezTo>
                <a:close/>
                <a:moveTo>
                  <a:pt x="15502142" y="0"/>
                </a:moveTo>
                <a:cubicBezTo>
                  <a:pt x="15497341" y="0"/>
                  <a:pt x="15492539" y="1784"/>
                  <a:pt x="15488973" y="5350"/>
                </a:cubicBezTo>
                <a:cubicBezTo>
                  <a:pt x="15482388" y="11935"/>
                  <a:pt x="15481838" y="22360"/>
                  <a:pt x="15487326" y="30043"/>
                </a:cubicBezTo>
                <a:lnTo>
                  <a:pt x="15189365" y="328003"/>
                </a:lnTo>
                <a:lnTo>
                  <a:pt x="14634602" y="328003"/>
                </a:lnTo>
                <a:lnTo>
                  <a:pt x="13882293" y="1080311"/>
                </a:lnTo>
                <a:lnTo>
                  <a:pt x="12793067" y="1080311"/>
                </a:lnTo>
                <a:lnTo>
                  <a:pt x="12792519" y="1080859"/>
                </a:lnTo>
                <a:cubicBezTo>
                  <a:pt x="12791420" y="1071530"/>
                  <a:pt x="12783739" y="1064397"/>
                  <a:pt x="12773861" y="1064397"/>
                </a:cubicBezTo>
                <a:cubicBezTo>
                  <a:pt x="12763984" y="1064397"/>
                  <a:pt x="12755204" y="1072628"/>
                  <a:pt x="12755204" y="1083053"/>
                </a:cubicBezTo>
                <a:cubicBezTo>
                  <a:pt x="12755204" y="1093480"/>
                  <a:pt x="12763436" y="1101710"/>
                  <a:pt x="12773861" y="1101710"/>
                </a:cubicBezTo>
                <a:cubicBezTo>
                  <a:pt x="12784287" y="1101710"/>
                  <a:pt x="12791420" y="1094577"/>
                  <a:pt x="12792519" y="1085249"/>
                </a:cubicBezTo>
                <a:lnTo>
                  <a:pt x="13883940" y="1085249"/>
                </a:lnTo>
                <a:lnTo>
                  <a:pt x="14636248" y="332941"/>
                </a:lnTo>
                <a:lnTo>
                  <a:pt x="15191012" y="332941"/>
                </a:lnTo>
                <a:lnTo>
                  <a:pt x="15490618" y="33335"/>
                </a:lnTo>
                <a:cubicBezTo>
                  <a:pt x="15497753" y="38823"/>
                  <a:pt x="15508727" y="38274"/>
                  <a:pt x="15515312" y="31689"/>
                </a:cubicBezTo>
                <a:cubicBezTo>
                  <a:pt x="15522445" y="24556"/>
                  <a:pt x="15522445" y="12484"/>
                  <a:pt x="15515312" y="5350"/>
                </a:cubicBezTo>
                <a:cubicBezTo>
                  <a:pt x="15511745" y="1784"/>
                  <a:pt x="15506943" y="0"/>
                  <a:pt x="15502142" y="0"/>
                </a:cubicBezTo>
                <a:close/>
              </a:path>
            </a:pathLst>
          </a:custGeom>
          <a:solidFill>
            <a:srgbClr val="0C32A4"/>
          </a:solidFill>
          <a:ln w="57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62C62FE-A553-C502-A2A1-0412D5B51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355685" y="1258016"/>
            <a:ext cx="4132576" cy="4132566"/>
          </a:xfrm>
          <a:prstGeom prst="ellipse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0CA63A6B-229A-798F-E7DA-EA4C2C378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3142534" y="-206676"/>
            <a:ext cx="14600031" cy="7773294"/>
          </a:xfrm>
          <a:custGeom>
            <a:avLst/>
            <a:gdLst>
              <a:gd name="connsiteX0" fmla="*/ 11527700 w 15276297"/>
              <a:gd name="connsiteY0" fmla="*/ 2279933 h 8133350"/>
              <a:gd name="connsiteX1" fmla="*/ 11504734 w 15276297"/>
              <a:gd name="connsiteY1" fmla="*/ 2302899 h 8133350"/>
              <a:gd name="connsiteX2" fmla="*/ 11527700 w 15276297"/>
              <a:gd name="connsiteY2" fmla="*/ 2325865 h 8133350"/>
              <a:gd name="connsiteX3" fmla="*/ 11550666 w 15276297"/>
              <a:gd name="connsiteY3" fmla="*/ 2302899 h 8133350"/>
              <a:gd name="connsiteX4" fmla="*/ 11527700 w 15276297"/>
              <a:gd name="connsiteY4" fmla="*/ 2279933 h 8133350"/>
              <a:gd name="connsiteX5" fmla="*/ 11631046 w 15276297"/>
              <a:gd name="connsiteY5" fmla="*/ 2279933 h 8133350"/>
              <a:gd name="connsiteX6" fmla="*/ 11608080 w 15276297"/>
              <a:gd name="connsiteY6" fmla="*/ 2302899 h 8133350"/>
              <a:gd name="connsiteX7" fmla="*/ 11631046 w 15276297"/>
              <a:gd name="connsiteY7" fmla="*/ 2325865 h 8133350"/>
              <a:gd name="connsiteX8" fmla="*/ 11654012 w 15276297"/>
              <a:gd name="connsiteY8" fmla="*/ 2302899 h 8133350"/>
              <a:gd name="connsiteX9" fmla="*/ 11631046 w 15276297"/>
              <a:gd name="connsiteY9" fmla="*/ 2279933 h 8133350"/>
              <a:gd name="connsiteX10" fmla="*/ 11734967 w 15276297"/>
              <a:gd name="connsiteY10" fmla="*/ 2279933 h 8133350"/>
              <a:gd name="connsiteX11" fmla="*/ 11712001 w 15276297"/>
              <a:gd name="connsiteY11" fmla="*/ 2302899 h 8133350"/>
              <a:gd name="connsiteX12" fmla="*/ 11734967 w 15276297"/>
              <a:gd name="connsiteY12" fmla="*/ 2325865 h 8133350"/>
              <a:gd name="connsiteX13" fmla="*/ 11757933 w 15276297"/>
              <a:gd name="connsiteY13" fmla="*/ 2302899 h 8133350"/>
              <a:gd name="connsiteX14" fmla="*/ 11734967 w 15276297"/>
              <a:gd name="connsiteY14" fmla="*/ 2279933 h 8133350"/>
              <a:gd name="connsiteX15" fmla="*/ 11734967 w 15276297"/>
              <a:gd name="connsiteY15" fmla="*/ 2365481 h 8133350"/>
              <a:gd name="connsiteX16" fmla="*/ 11712001 w 15276297"/>
              <a:gd name="connsiteY16" fmla="*/ 2388447 h 8133350"/>
              <a:gd name="connsiteX17" fmla="*/ 11734967 w 15276297"/>
              <a:gd name="connsiteY17" fmla="*/ 2411413 h 8133350"/>
              <a:gd name="connsiteX18" fmla="*/ 11757933 w 15276297"/>
              <a:gd name="connsiteY18" fmla="*/ 2388447 h 8133350"/>
              <a:gd name="connsiteX19" fmla="*/ 11734967 w 15276297"/>
              <a:gd name="connsiteY19" fmla="*/ 2365481 h 8133350"/>
              <a:gd name="connsiteX20" fmla="*/ 11631046 w 15276297"/>
              <a:gd name="connsiteY20" fmla="*/ 2365481 h 8133350"/>
              <a:gd name="connsiteX21" fmla="*/ 11608080 w 15276297"/>
              <a:gd name="connsiteY21" fmla="*/ 2388447 h 8133350"/>
              <a:gd name="connsiteX22" fmla="*/ 11631046 w 15276297"/>
              <a:gd name="connsiteY22" fmla="*/ 2411413 h 8133350"/>
              <a:gd name="connsiteX23" fmla="*/ 11654012 w 15276297"/>
              <a:gd name="connsiteY23" fmla="*/ 2388447 h 8133350"/>
              <a:gd name="connsiteX24" fmla="*/ 11631046 w 15276297"/>
              <a:gd name="connsiteY24" fmla="*/ 2365481 h 8133350"/>
              <a:gd name="connsiteX25" fmla="*/ 11320433 w 15276297"/>
              <a:gd name="connsiteY25" fmla="*/ 2279933 h 8133350"/>
              <a:gd name="connsiteX26" fmla="*/ 11297467 w 15276297"/>
              <a:gd name="connsiteY26" fmla="*/ 2302899 h 8133350"/>
              <a:gd name="connsiteX27" fmla="*/ 11320433 w 15276297"/>
              <a:gd name="connsiteY27" fmla="*/ 2325865 h 8133350"/>
              <a:gd name="connsiteX28" fmla="*/ 11343399 w 15276297"/>
              <a:gd name="connsiteY28" fmla="*/ 2302899 h 8133350"/>
              <a:gd name="connsiteX29" fmla="*/ 11320433 w 15276297"/>
              <a:gd name="connsiteY29" fmla="*/ 2279933 h 8133350"/>
              <a:gd name="connsiteX30" fmla="*/ 11424354 w 15276297"/>
              <a:gd name="connsiteY30" fmla="*/ 2365481 h 8133350"/>
              <a:gd name="connsiteX31" fmla="*/ 11401388 w 15276297"/>
              <a:gd name="connsiteY31" fmla="*/ 2388447 h 8133350"/>
              <a:gd name="connsiteX32" fmla="*/ 11424354 w 15276297"/>
              <a:gd name="connsiteY32" fmla="*/ 2411413 h 8133350"/>
              <a:gd name="connsiteX33" fmla="*/ 11447320 w 15276297"/>
              <a:gd name="connsiteY33" fmla="*/ 2388447 h 8133350"/>
              <a:gd name="connsiteX34" fmla="*/ 11424354 w 15276297"/>
              <a:gd name="connsiteY34" fmla="*/ 2365481 h 8133350"/>
              <a:gd name="connsiteX35" fmla="*/ 11527700 w 15276297"/>
              <a:gd name="connsiteY35" fmla="*/ 2365481 h 8133350"/>
              <a:gd name="connsiteX36" fmla="*/ 11504734 w 15276297"/>
              <a:gd name="connsiteY36" fmla="*/ 2388447 h 8133350"/>
              <a:gd name="connsiteX37" fmla="*/ 11527700 w 15276297"/>
              <a:gd name="connsiteY37" fmla="*/ 2411413 h 8133350"/>
              <a:gd name="connsiteX38" fmla="*/ 11550666 w 15276297"/>
              <a:gd name="connsiteY38" fmla="*/ 2388447 h 8133350"/>
              <a:gd name="connsiteX39" fmla="*/ 11527700 w 15276297"/>
              <a:gd name="connsiteY39" fmla="*/ 2365481 h 8133350"/>
              <a:gd name="connsiteX40" fmla="*/ 11424354 w 15276297"/>
              <a:gd name="connsiteY40" fmla="*/ 2279933 h 8133350"/>
              <a:gd name="connsiteX41" fmla="*/ 11401388 w 15276297"/>
              <a:gd name="connsiteY41" fmla="*/ 2302899 h 8133350"/>
              <a:gd name="connsiteX42" fmla="*/ 11424354 w 15276297"/>
              <a:gd name="connsiteY42" fmla="*/ 2325865 h 8133350"/>
              <a:gd name="connsiteX43" fmla="*/ 11447320 w 15276297"/>
              <a:gd name="connsiteY43" fmla="*/ 2302899 h 8133350"/>
              <a:gd name="connsiteX44" fmla="*/ 11424354 w 15276297"/>
              <a:gd name="connsiteY44" fmla="*/ 2279933 h 8133350"/>
              <a:gd name="connsiteX45" fmla="*/ 11320433 w 15276297"/>
              <a:gd name="connsiteY45" fmla="*/ 2365481 h 8133350"/>
              <a:gd name="connsiteX46" fmla="*/ 11297467 w 15276297"/>
              <a:gd name="connsiteY46" fmla="*/ 2388447 h 8133350"/>
              <a:gd name="connsiteX47" fmla="*/ 11320433 w 15276297"/>
              <a:gd name="connsiteY47" fmla="*/ 2411413 h 8133350"/>
              <a:gd name="connsiteX48" fmla="*/ 11343399 w 15276297"/>
              <a:gd name="connsiteY48" fmla="*/ 2388447 h 8133350"/>
              <a:gd name="connsiteX49" fmla="*/ 11320433 w 15276297"/>
              <a:gd name="connsiteY49" fmla="*/ 2365481 h 8133350"/>
              <a:gd name="connsiteX50" fmla="*/ 3048715 w 15276297"/>
              <a:gd name="connsiteY50" fmla="*/ 3916249 h 8133350"/>
              <a:gd name="connsiteX51" fmla="*/ 3025749 w 15276297"/>
              <a:gd name="connsiteY51" fmla="*/ 3939215 h 8133350"/>
              <a:gd name="connsiteX52" fmla="*/ 3048715 w 15276297"/>
              <a:gd name="connsiteY52" fmla="*/ 3962181 h 8133350"/>
              <a:gd name="connsiteX53" fmla="*/ 3071680 w 15276297"/>
              <a:gd name="connsiteY53" fmla="*/ 3939215 h 8133350"/>
              <a:gd name="connsiteX54" fmla="*/ 3048715 w 15276297"/>
              <a:gd name="connsiteY54" fmla="*/ 3916249 h 8133350"/>
              <a:gd name="connsiteX55" fmla="*/ 2737527 w 15276297"/>
              <a:gd name="connsiteY55" fmla="*/ 4001797 h 8133350"/>
              <a:gd name="connsiteX56" fmla="*/ 2714562 w 15276297"/>
              <a:gd name="connsiteY56" fmla="*/ 4024763 h 8133350"/>
              <a:gd name="connsiteX57" fmla="*/ 2737527 w 15276297"/>
              <a:gd name="connsiteY57" fmla="*/ 4047729 h 8133350"/>
              <a:gd name="connsiteX58" fmla="*/ 2760493 w 15276297"/>
              <a:gd name="connsiteY58" fmla="*/ 4024763 h 8133350"/>
              <a:gd name="connsiteX59" fmla="*/ 2737527 w 15276297"/>
              <a:gd name="connsiteY59" fmla="*/ 4001797 h 8133350"/>
              <a:gd name="connsiteX60" fmla="*/ 2634181 w 15276297"/>
              <a:gd name="connsiteY60" fmla="*/ 4001797 h 8133350"/>
              <a:gd name="connsiteX61" fmla="*/ 2611215 w 15276297"/>
              <a:gd name="connsiteY61" fmla="*/ 4024763 h 8133350"/>
              <a:gd name="connsiteX62" fmla="*/ 2634181 w 15276297"/>
              <a:gd name="connsiteY62" fmla="*/ 4047729 h 8133350"/>
              <a:gd name="connsiteX63" fmla="*/ 2657147 w 15276297"/>
              <a:gd name="connsiteY63" fmla="*/ 4024763 h 8133350"/>
              <a:gd name="connsiteX64" fmla="*/ 2634181 w 15276297"/>
              <a:gd name="connsiteY64" fmla="*/ 4001797 h 8133350"/>
              <a:gd name="connsiteX65" fmla="*/ 2944794 w 15276297"/>
              <a:gd name="connsiteY65" fmla="*/ 4001797 h 8133350"/>
              <a:gd name="connsiteX66" fmla="*/ 2921828 w 15276297"/>
              <a:gd name="connsiteY66" fmla="*/ 4024763 h 8133350"/>
              <a:gd name="connsiteX67" fmla="*/ 2944794 w 15276297"/>
              <a:gd name="connsiteY67" fmla="*/ 4047729 h 8133350"/>
              <a:gd name="connsiteX68" fmla="*/ 2967760 w 15276297"/>
              <a:gd name="connsiteY68" fmla="*/ 4024763 h 8133350"/>
              <a:gd name="connsiteX69" fmla="*/ 2944794 w 15276297"/>
              <a:gd name="connsiteY69" fmla="*/ 4001797 h 8133350"/>
              <a:gd name="connsiteX70" fmla="*/ 2737527 w 15276297"/>
              <a:gd name="connsiteY70" fmla="*/ 3916249 h 8133350"/>
              <a:gd name="connsiteX71" fmla="*/ 2714562 w 15276297"/>
              <a:gd name="connsiteY71" fmla="*/ 3939215 h 8133350"/>
              <a:gd name="connsiteX72" fmla="*/ 2737527 w 15276297"/>
              <a:gd name="connsiteY72" fmla="*/ 3962181 h 8133350"/>
              <a:gd name="connsiteX73" fmla="*/ 2760493 w 15276297"/>
              <a:gd name="connsiteY73" fmla="*/ 3939215 h 8133350"/>
              <a:gd name="connsiteX74" fmla="*/ 2737527 w 15276297"/>
              <a:gd name="connsiteY74" fmla="*/ 3916249 h 8133350"/>
              <a:gd name="connsiteX75" fmla="*/ 2634181 w 15276297"/>
              <a:gd name="connsiteY75" fmla="*/ 3916249 h 8133350"/>
              <a:gd name="connsiteX76" fmla="*/ 2611215 w 15276297"/>
              <a:gd name="connsiteY76" fmla="*/ 3939215 h 8133350"/>
              <a:gd name="connsiteX77" fmla="*/ 2634181 w 15276297"/>
              <a:gd name="connsiteY77" fmla="*/ 3962181 h 8133350"/>
              <a:gd name="connsiteX78" fmla="*/ 2657147 w 15276297"/>
              <a:gd name="connsiteY78" fmla="*/ 3939215 h 8133350"/>
              <a:gd name="connsiteX79" fmla="*/ 2634181 w 15276297"/>
              <a:gd name="connsiteY79" fmla="*/ 3916249 h 8133350"/>
              <a:gd name="connsiteX80" fmla="*/ 2841448 w 15276297"/>
              <a:gd name="connsiteY80" fmla="*/ 3916249 h 8133350"/>
              <a:gd name="connsiteX81" fmla="*/ 2818482 w 15276297"/>
              <a:gd name="connsiteY81" fmla="*/ 3939215 h 8133350"/>
              <a:gd name="connsiteX82" fmla="*/ 2841448 w 15276297"/>
              <a:gd name="connsiteY82" fmla="*/ 3962181 h 8133350"/>
              <a:gd name="connsiteX83" fmla="*/ 2864414 w 15276297"/>
              <a:gd name="connsiteY83" fmla="*/ 3939215 h 8133350"/>
              <a:gd name="connsiteX84" fmla="*/ 2841448 w 15276297"/>
              <a:gd name="connsiteY84" fmla="*/ 3916249 h 8133350"/>
              <a:gd name="connsiteX85" fmla="*/ 2944794 w 15276297"/>
              <a:gd name="connsiteY85" fmla="*/ 3916249 h 8133350"/>
              <a:gd name="connsiteX86" fmla="*/ 2921828 w 15276297"/>
              <a:gd name="connsiteY86" fmla="*/ 3939215 h 8133350"/>
              <a:gd name="connsiteX87" fmla="*/ 2944794 w 15276297"/>
              <a:gd name="connsiteY87" fmla="*/ 3962181 h 8133350"/>
              <a:gd name="connsiteX88" fmla="*/ 2967760 w 15276297"/>
              <a:gd name="connsiteY88" fmla="*/ 3939215 h 8133350"/>
              <a:gd name="connsiteX89" fmla="*/ 2944794 w 15276297"/>
              <a:gd name="connsiteY89" fmla="*/ 3916249 h 8133350"/>
              <a:gd name="connsiteX90" fmla="*/ 3048715 w 15276297"/>
              <a:gd name="connsiteY90" fmla="*/ 4001797 h 8133350"/>
              <a:gd name="connsiteX91" fmla="*/ 3025749 w 15276297"/>
              <a:gd name="connsiteY91" fmla="*/ 4024763 h 8133350"/>
              <a:gd name="connsiteX92" fmla="*/ 3048715 w 15276297"/>
              <a:gd name="connsiteY92" fmla="*/ 4047729 h 8133350"/>
              <a:gd name="connsiteX93" fmla="*/ 3071680 w 15276297"/>
              <a:gd name="connsiteY93" fmla="*/ 4024763 h 8133350"/>
              <a:gd name="connsiteX94" fmla="*/ 3048715 w 15276297"/>
              <a:gd name="connsiteY94" fmla="*/ 4001797 h 8133350"/>
              <a:gd name="connsiteX95" fmla="*/ 2841448 w 15276297"/>
              <a:gd name="connsiteY95" fmla="*/ 4001797 h 8133350"/>
              <a:gd name="connsiteX96" fmla="*/ 2818482 w 15276297"/>
              <a:gd name="connsiteY96" fmla="*/ 4024763 h 8133350"/>
              <a:gd name="connsiteX97" fmla="*/ 2841448 w 15276297"/>
              <a:gd name="connsiteY97" fmla="*/ 4047729 h 8133350"/>
              <a:gd name="connsiteX98" fmla="*/ 2864414 w 15276297"/>
              <a:gd name="connsiteY98" fmla="*/ 4024763 h 8133350"/>
              <a:gd name="connsiteX99" fmla="*/ 2841448 w 15276297"/>
              <a:gd name="connsiteY99" fmla="*/ 4001797 h 8133350"/>
              <a:gd name="connsiteX100" fmla="*/ 6635404 w 15276297"/>
              <a:gd name="connsiteY100" fmla="*/ 7527627 h 8133350"/>
              <a:gd name="connsiteX101" fmla="*/ 6658370 w 15276297"/>
              <a:gd name="connsiteY101" fmla="*/ 7504661 h 8133350"/>
              <a:gd name="connsiteX102" fmla="*/ 6635404 w 15276297"/>
              <a:gd name="connsiteY102" fmla="*/ 7481695 h 8133350"/>
              <a:gd name="connsiteX103" fmla="*/ 6612438 w 15276297"/>
              <a:gd name="connsiteY103" fmla="*/ 7504661 h 8133350"/>
              <a:gd name="connsiteX104" fmla="*/ 6635404 w 15276297"/>
              <a:gd name="connsiteY104" fmla="*/ 7527627 h 8133350"/>
              <a:gd name="connsiteX105" fmla="*/ 6720952 w 15276297"/>
              <a:gd name="connsiteY105" fmla="*/ 7481121 h 8133350"/>
              <a:gd name="connsiteX106" fmla="*/ 6697986 w 15276297"/>
              <a:gd name="connsiteY106" fmla="*/ 7504087 h 8133350"/>
              <a:gd name="connsiteX107" fmla="*/ 6720952 w 15276297"/>
              <a:gd name="connsiteY107" fmla="*/ 7527053 h 8133350"/>
              <a:gd name="connsiteX108" fmla="*/ 6743918 w 15276297"/>
              <a:gd name="connsiteY108" fmla="*/ 7504087 h 8133350"/>
              <a:gd name="connsiteX109" fmla="*/ 6720952 w 15276297"/>
              <a:gd name="connsiteY109" fmla="*/ 7481121 h 8133350"/>
              <a:gd name="connsiteX110" fmla="*/ 6635404 w 15276297"/>
              <a:gd name="connsiteY110" fmla="*/ 7630973 h 8133350"/>
              <a:gd name="connsiteX111" fmla="*/ 6658370 w 15276297"/>
              <a:gd name="connsiteY111" fmla="*/ 7608007 h 8133350"/>
              <a:gd name="connsiteX112" fmla="*/ 6635404 w 15276297"/>
              <a:gd name="connsiteY112" fmla="*/ 7585041 h 8133350"/>
              <a:gd name="connsiteX113" fmla="*/ 6612438 w 15276297"/>
              <a:gd name="connsiteY113" fmla="*/ 7608007 h 8133350"/>
              <a:gd name="connsiteX114" fmla="*/ 6635404 w 15276297"/>
              <a:gd name="connsiteY114" fmla="*/ 7630973 h 8133350"/>
              <a:gd name="connsiteX115" fmla="*/ 6720952 w 15276297"/>
              <a:gd name="connsiteY115" fmla="*/ 7688388 h 8133350"/>
              <a:gd name="connsiteX116" fmla="*/ 6697986 w 15276297"/>
              <a:gd name="connsiteY116" fmla="*/ 7711353 h 8133350"/>
              <a:gd name="connsiteX117" fmla="*/ 6720952 w 15276297"/>
              <a:gd name="connsiteY117" fmla="*/ 7734319 h 8133350"/>
              <a:gd name="connsiteX118" fmla="*/ 6743918 w 15276297"/>
              <a:gd name="connsiteY118" fmla="*/ 7711353 h 8133350"/>
              <a:gd name="connsiteX119" fmla="*/ 6720952 w 15276297"/>
              <a:gd name="connsiteY119" fmla="*/ 7688388 h 8133350"/>
              <a:gd name="connsiteX120" fmla="*/ 6635404 w 15276297"/>
              <a:gd name="connsiteY120" fmla="*/ 7895654 h 8133350"/>
              <a:gd name="connsiteX121" fmla="*/ 6612438 w 15276297"/>
              <a:gd name="connsiteY121" fmla="*/ 7918620 h 8133350"/>
              <a:gd name="connsiteX122" fmla="*/ 6635404 w 15276297"/>
              <a:gd name="connsiteY122" fmla="*/ 7941586 h 8133350"/>
              <a:gd name="connsiteX123" fmla="*/ 6658370 w 15276297"/>
              <a:gd name="connsiteY123" fmla="*/ 7918620 h 8133350"/>
              <a:gd name="connsiteX124" fmla="*/ 6635404 w 15276297"/>
              <a:gd name="connsiteY124" fmla="*/ 7895654 h 8133350"/>
              <a:gd name="connsiteX125" fmla="*/ 6720952 w 15276297"/>
              <a:gd name="connsiteY125" fmla="*/ 7584467 h 8133350"/>
              <a:gd name="connsiteX126" fmla="*/ 6697986 w 15276297"/>
              <a:gd name="connsiteY126" fmla="*/ 7607433 h 8133350"/>
              <a:gd name="connsiteX127" fmla="*/ 6720952 w 15276297"/>
              <a:gd name="connsiteY127" fmla="*/ 7630399 h 8133350"/>
              <a:gd name="connsiteX128" fmla="*/ 6743918 w 15276297"/>
              <a:gd name="connsiteY128" fmla="*/ 7607433 h 8133350"/>
              <a:gd name="connsiteX129" fmla="*/ 6720952 w 15276297"/>
              <a:gd name="connsiteY129" fmla="*/ 7584467 h 8133350"/>
              <a:gd name="connsiteX130" fmla="*/ 6720952 w 15276297"/>
              <a:gd name="connsiteY130" fmla="*/ 7791734 h 8133350"/>
              <a:gd name="connsiteX131" fmla="*/ 6697986 w 15276297"/>
              <a:gd name="connsiteY131" fmla="*/ 7814700 h 8133350"/>
              <a:gd name="connsiteX132" fmla="*/ 6720952 w 15276297"/>
              <a:gd name="connsiteY132" fmla="*/ 7837665 h 8133350"/>
              <a:gd name="connsiteX133" fmla="*/ 6743918 w 15276297"/>
              <a:gd name="connsiteY133" fmla="*/ 7814700 h 8133350"/>
              <a:gd name="connsiteX134" fmla="*/ 6720952 w 15276297"/>
              <a:gd name="connsiteY134" fmla="*/ 7791734 h 8133350"/>
              <a:gd name="connsiteX135" fmla="*/ 6635404 w 15276297"/>
              <a:gd name="connsiteY135" fmla="*/ 7791734 h 8133350"/>
              <a:gd name="connsiteX136" fmla="*/ 6612438 w 15276297"/>
              <a:gd name="connsiteY136" fmla="*/ 7814700 h 8133350"/>
              <a:gd name="connsiteX137" fmla="*/ 6635404 w 15276297"/>
              <a:gd name="connsiteY137" fmla="*/ 7837665 h 8133350"/>
              <a:gd name="connsiteX138" fmla="*/ 6658370 w 15276297"/>
              <a:gd name="connsiteY138" fmla="*/ 7814700 h 8133350"/>
              <a:gd name="connsiteX139" fmla="*/ 6635404 w 15276297"/>
              <a:gd name="connsiteY139" fmla="*/ 7791734 h 8133350"/>
              <a:gd name="connsiteX140" fmla="*/ 6720952 w 15276297"/>
              <a:gd name="connsiteY140" fmla="*/ 7895654 h 8133350"/>
              <a:gd name="connsiteX141" fmla="*/ 6697986 w 15276297"/>
              <a:gd name="connsiteY141" fmla="*/ 7918620 h 8133350"/>
              <a:gd name="connsiteX142" fmla="*/ 6720952 w 15276297"/>
              <a:gd name="connsiteY142" fmla="*/ 7941586 h 8133350"/>
              <a:gd name="connsiteX143" fmla="*/ 6743918 w 15276297"/>
              <a:gd name="connsiteY143" fmla="*/ 7918620 h 8133350"/>
              <a:gd name="connsiteX144" fmla="*/ 6720952 w 15276297"/>
              <a:gd name="connsiteY144" fmla="*/ 7895654 h 8133350"/>
              <a:gd name="connsiteX145" fmla="*/ 6635404 w 15276297"/>
              <a:gd name="connsiteY145" fmla="*/ 7688388 h 8133350"/>
              <a:gd name="connsiteX146" fmla="*/ 6612438 w 15276297"/>
              <a:gd name="connsiteY146" fmla="*/ 7711353 h 8133350"/>
              <a:gd name="connsiteX147" fmla="*/ 6635404 w 15276297"/>
              <a:gd name="connsiteY147" fmla="*/ 7734319 h 8133350"/>
              <a:gd name="connsiteX148" fmla="*/ 6658370 w 15276297"/>
              <a:gd name="connsiteY148" fmla="*/ 7711353 h 8133350"/>
              <a:gd name="connsiteX149" fmla="*/ 6635404 w 15276297"/>
              <a:gd name="connsiteY149" fmla="*/ 7688388 h 8133350"/>
              <a:gd name="connsiteX150" fmla="*/ 1923963 w 15276297"/>
              <a:gd name="connsiteY150" fmla="*/ 2088743 h 8133350"/>
              <a:gd name="connsiteX151" fmla="*/ 1900997 w 15276297"/>
              <a:gd name="connsiteY151" fmla="*/ 2111709 h 8133350"/>
              <a:gd name="connsiteX152" fmla="*/ 1923963 w 15276297"/>
              <a:gd name="connsiteY152" fmla="*/ 2134675 h 8133350"/>
              <a:gd name="connsiteX153" fmla="*/ 1946929 w 15276297"/>
              <a:gd name="connsiteY153" fmla="*/ 2111709 h 8133350"/>
              <a:gd name="connsiteX154" fmla="*/ 1923963 w 15276297"/>
              <a:gd name="connsiteY154" fmla="*/ 2088743 h 8133350"/>
              <a:gd name="connsiteX155" fmla="*/ 1923963 w 15276297"/>
              <a:gd name="connsiteY155" fmla="*/ 2174290 h 8133350"/>
              <a:gd name="connsiteX156" fmla="*/ 1900997 w 15276297"/>
              <a:gd name="connsiteY156" fmla="*/ 2197256 h 8133350"/>
              <a:gd name="connsiteX157" fmla="*/ 1923963 w 15276297"/>
              <a:gd name="connsiteY157" fmla="*/ 2220222 h 8133350"/>
              <a:gd name="connsiteX158" fmla="*/ 1946929 w 15276297"/>
              <a:gd name="connsiteY158" fmla="*/ 2197256 h 8133350"/>
              <a:gd name="connsiteX159" fmla="*/ 1923963 w 15276297"/>
              <a:gd name="connsiteY159" fmla="*/ 2174290 h 8133350"/>
              <a:gd name="connsiteX160" fmla="*/ 1716696 w 15276297"/>
              <a:gd name="connsiteY160" fmla="*/ 2174290 h 8133350"/>
              <a:gd name="connsiteX161" fmla="*/ 1693730 w 15276297"/>
              <a:gd name="connsiteY161" fmla="*/ 2197256 h 8133350"/>
              <a:gd name="connsiteX162" fmla="*/ 1716696 w 15276297"/>
              <a:gd name="connsiteY162" fmla="*/ 2220222 h 8133350"/>
              <a:gd name="connsiteX163" fmla="*/ 1739662 w 15276297"/>
              <a:gd name="connsiteY163" fmla="*/ 2197256 h 8133350"/>
              <a:gd name="connsiteX164" fmla="*/ 1716696 w 15276297"/>
              <a:gd name="connsiteY164" fmla="*/ 2174290 h 8133350"/>
              <a:gd name="connsiteX165" fmla="*/ 1820616 w 15276297"/>
              <a:gd name="connsiteY165" fmla="*/ 2174290 h 8133350"/>
              <a:gd name="connsiteX166" fmla="*/ 1797651 w 15276297"/>
              <a:gd name="connsiteY166" fmla="*/ 2197256 h 8133350"/>
              <a:gd name="connsiteX167" fmla="*/ 1820616 w 15276297"/>
              <a:gd name="connsiteY167" fmla="*/ 2220222 h 8133350"/>
              <a:gd name="connsiteX168" fmla="*/ 1843582 w 15276297"/>
              <a:gd name="connsiteY168" fmla="*/ 2197256 h 8133350"/>
              <a:gd name="connsiteX169" fmla="*/ 1820616 w 15276297"/>
              <a:gd name="connsiteY169" fmla="*/ 2174290 h 8133350"/>
              <a:gd name="connsiteX170" fmla="*/ 2131229 w 15276297"/>
              <a:gd name="connsiteY170" fmla="*/ 2134675 h 8133350"/>
              <a:gd name="connsiteX171" fmla="*/ 2154195 w 15276297"/>
              <a:gd name="connsiteY171" fmla="*/ 2111709 h 8133350"/>
              <a:gd name="connsiteX172" fmla="*/ 2131229 w 15276297"/>
              <a:gd name="connsiteY172" fmla="*/ 2088743 h 8133350"/>
              <a:gd name="connsiteX173" fmla="*/ 2108264 w 15276297"/>
              <a:gd name="connsiteY173" fmla="*/ 2111709 h 8133350"/>
              <a:gd name="connsiteX174" fmla="*/ 2131229 w 15276297"/>
              <a:gd name="connsiteY174" fmla="*/ 2134675 h 8133350"/>
              <a:gd name="connsiteX175" fmla="*/ 2027309 w 15276297"/>
              <a:gd name="connsiteY175" fmla="*/ 2134675 h 8133350"/>
              <a:gd name="connsiteX176" fmla="*/ 2050275 w 15276297"/>
              <a:gd name="connsiteY176" fmla="*/ 2111709 h 8133350"/>
              <a:gd name="connsiteX177" fmla="*/ 2027309 w 15276297"/>
              <a:gd name="connsiteY177" fmla="*/ 2088743 h 8133350"/>
              <a:gd name="connsiteX178" fmla="*/ 2004343 w 15276297"/>
              <a:gd name="connsiteY178" fmla="*/ 2111709 h 8133350"/>
              <a:gd name="connsiteX179" fmla="*/ 2027309 w 15276297"/>
              <a:gd name="connsiteY179" fmla="*/ 2134675 h 8133350"/>
              <a:gd name="connsiteX180" fmla="*/ 1820616 w 15276297"/>
              <a:gd name="connsiteY180" fmla="*/ 2134675 h 8133350"/>
              <a:gd name="connsiteX181" fmla="*/ 1843582 w 15276297"/>
              <a:gd name="connsiteY181" fmla="*/ 2111709 h 8133350"/>
              <a:gd name="connsiteX182" fmla="*/ 1820616 w 15276297"/>
              <a:gd name="connsiteY182" fmla="*/ 2088743 h 8133350"/>
              <a:gd name="connsiteX183" fmla="*/ 1797651 w 15276297"/>
              <a:gd name="connsiteY183" fmla="*/ 2111709 h 8133350"/>
              <a:gd name="connsiteX184" fmla="*/ 1820616 w 15276297"/>
              <a:gd name="connsiteY184" fmla="*/ 2134675 h 8133350"/>
              <a:gd name="connsiteX185" fmla="*/ 1716696 w 15276297"/>
              <a:gd name="connsiteY185" fmla="*/ 2088743 h 8133350"/>
              <a:gd name="connsiteX186" fmla="*/ 1693730 w 15276297"/>
              <a:gd name="connsiteY186" fmla="*/ 2111709 h 8133350"/>
              <a:gd name="connsiteX187" fmla="*/ 1716696 w 15276297"/>
              <a:gd name="connsiteY187" fmla="*/ 2134675 h 8133350"/>
              <a:gd name="connsiteX188" fmla="*/ 1739662 w 15276297"/>
              <a:gd name="connsiteY188" fmla="*/ 2111709 h 8133350"/>
              <a:gd name="connsiteX189" fmla="*/ 1716696 w 15276297"/>
              <a:gd name="connsiteY189" fmla="*/ 2088743 h 8133350"/>
              <a:gd name="connsiteX190" fmla="*/ 2131229 w 15276297"/>
              <a:gd name="connsiteY190" fmla="*/ 2220796 h 8133350"/>
              <a:gd name="connsiteX191" fmla="*/ 2154195 w 15276297"/>
              <a:gd name="connsiteY191" fmla="*/ 2197831 h 8133350"/>
              <a:gd name="connsiteX192" fmla="*/ 2131229 w 15276297"/>
              <a:gd name="connsiteY192" fmla="*/ 2174865 h 8133350"/>
              <a:gd name="connsiteX193" fmla="*/ 2108264 w 15276297"/>
              <a:gd name="connsiteY193" fmla="*/ 2197831 h 8133350"/>
              <a:gd name="connsiteX194" fmla="*/ 2131229 w 15276297"/>
              <a:gd name="connsiteY194" fmla="*/ 2220796 h 8133350"/>
              <a:gd name="connsiteX195" fmla="*/ 2027309 w 15276297"/>
              <a:gd name="connsiteY195" fmla="*/ 2174290 h 8133350"/>
              <a:gd name="connsiteX196" fmla="*/ 2004343 w 15276297"/>
              <a:gd name="connsiteY196" fmla="*/ 2197256 h 8133350"/>
              <a:gd name="connsiteX197" fmla="*/ 2027309 w 15276297"/>
              <a:gd name="connsiteY197" fmla="*/ 2220222 h 8133350"/>
              <a:gd name="connsiteX198" fmla="*/ 2050275 w 15276297"/>
              <a:gd name="connsiteY198" fmla="*/ 2197256 h 8133350"/>
              <a:gd name="connsiteX199" fmla="*/ 2027309 w 15276297"/>
              <a:gd name="connsiteY199" fmla="*/ 2174290 h 8133350"/>
              <a:gd name="connsiteX200" fmla="*/ 1820616 w 15276297"/>
              <a:gd name="connsiteY200" fmla="*/ 2306918 h 8133350"/>
              <a:gd name="connsiteX201" fmla="*/ 1843582 w 15276297"/>
              <a:gd name="connsiteY201" fmla="*/ 2283952 h 8133350"/>
              <a:gd name="connsiteX202" fmla="*/ 1820616 w 15276297"/>
              <a:gd name="connsiteY202" fmla="*/ 2260987 h 8133350"/>
              <a:gd name="connsiteX203" fmla="*/ 1797651 w 15276297"/>
              <a:gd name="connsiteY203" fmla="*/ 2283952 h 8133350"/>
              <a:gd name="connsiteX204" fmla="*/ 1820616 w 15276297"/>
              <a:gd name="connsiteY204" fmla="*/ 2306918 h 8133350"/>
              <a:gd name="connsiteX205" fmla="*/ 1716696 w 15276297"/>
              <a:gd name="connsiteY205" fmla="*/ 2345960 h 8133350"/>
              <a:gd name="connsiteX206" fmla="*/ 1716696 w 15276297"/>
              <a:gd name="connsiteY206" fmla="*/ 2345960 h 8133350"/>
              <a:gd name="connsiteX207" fmla="*/ 1707510 w 15276297"/>
              <a:gd name="connsiteY207" fmla="*/ 2347683 h 8133350"/>
              <a:gd name="connsiteX208" fmla="*/ 1693156 w 15276297"/>
              <a:gd name="connsiteY208" fmla="*/ 2368926 h 8133350"/>
              <a:gd name="connsiteX209" fmla="*/ 1707510 w 15276297"/>
              <a:gd name="connsiteY209" fmla="*/ 2390169 h 8133350"/>
              <a:gd name="connsiteX210" fmla="*/ 1716696 w 15276297"/>
              <a:gd name="connsiteY210" fmla="*/ 2391892 h 8133350"/>
              <a:gd name="connsiteX211" fmla="*/ 1716696 w 15276297"/>
              <a:gd name="connsiteY211" fmla="*/ 2391892 h 8133350"/>
              <a:gd name="connsiteX212" fmla="*/ 1739662 w 15276297"/>
              <a:gd name="connsiteY212" fmla="*/ 2368926 h 8133350"/>
              <a:gd name="connsiteX213" fmla="*/ 1716696 w 15276297"/>
              <a:gd name="connsiteY213" fmla="*/ 2345960 h 8133350"/>
              <a:gd name="connsiteX214" fmla="*/ 2027309 w 15276297"/>
              <a:gd name="connsiteY214" fmla="*/ 2306918 h 8133350"/>
              <a:gd name="connsiteX215" fmla="*/ 2050275 w 15276297"/>
              <a:gd name="connsiteY215" fmla="*/ 2283952 h 8133350"/>
              <a:gd name="connsiteX216" fmla="*/ 2027309 w 15276297"/>
              <a:gd name="connsiteY216" fmla="*/ 2260987 h 8133350"/>
              <a:gd name="connsiteX217" fmla="*/ 2004343 w 15276297"/>
              <a:gd name="connsiteY217" fmla="*/ 2283952 h 8133350"/>
              <a:gd name="connsiteX218" fmla="*/ 2027309 w 15276297"/>
              <a:gd name="connsiteY218" fmla="*/ 2306918 h 8133350"/>
              <a:gd name="connsiteX219" fmla="*/ 2122043 w 15276297"/>
              <a:gd name="connsiteY219" fmla="*/ 2390743 h 8133350"/>
              <a:gd name="connsiteX220" fmla="*/ 2131229 w 15276297"/>
              <a:gd name="connsiteY220" fmla="*/ 2392466 h 8133350"/>
              <a:gd name="connsiteX221" fmla="*/ 2154195 w 15276297"/>
              <a:gd name="connsiteY221" fmla="*/ 2369500 h 8133350"/>
              <a:gd name="connsiteX222" fmla="*/ 2131229 w 15276297"/>
              <a:gd name="connsiteY222" fmla="*/ 2346534 h 8133350"/>
              <a:gd name="connsiteX223" fmla="*/ 2131229 w 15276297"/>
              <a:gd name="connsiteY223" fmla="*/ 2346534 h 8133350"/>
              <a:gd name="connsiteX224" fmla="*/ 2122043 w 15276297"/>
              <a:gd name="connsiteY224" fmla="*/ 2348257 h 8133350"/>
              <a:gd name="connsiteX225" fmla="*/ 2107689 w 15276297"/>
              <a:gd name="connsiteY225" fmla="*/ 2369500 h 8133350"/>
              <a:gd name="connsiteX226" fmla="*/ 2109412 w 15276297"/>
              <a:gd name="connsiteY226" fmla="*/ 2378687 h 8133350"/>
              <a:gd name="connsiteX227" fmla="*/ 2121469 w 15276297"/>
              <a:gd name="connsiteY227" fmla="*/ 2390743 h 8133350"/>
              <a:gd name="connsiteX228" fmla="*/ 2131229 w 15276297"/>
              <a:gd name="connsiteY228" fmla="*/ 2306918 h 8133350"/>
              <a:gd name="connsiteX229" fmla="*/ 2154195 w 15276297"/>
              <a:gd name="connsiteY229" fmla="*/ 2283952 h 8133350"/>
              <a:gd name="connsiteX230" fmla="*/ 2131229 w 15276297"/>
              <a:gd name="connsiteY230" fmla="*/ 2260987 h 8133350"/>
              <a:gd name="connsiteX231" fmla="*/ 2108264 w 15276297"/>
              <a:gd name="connsiteY231" fmla="*/ 2283952 h 8133350"/>
              <a:gd name="connsiteX232" fmla="*/ 2131229 w 15276297"/>
              <a:gd name="connsiteY232" fmla="*/ 2306918 h 8133350"/>
              <a:gd name="connsiteX233" fmla="*/ 1716696 w 15276297"/>
              <a:gd name="connsiteY233" fmla="*/ 2260412 h 8133350"/>
              <a:gd name="connsiteX234" fmla="*/ 1693730 w 15276297"/>
              <a:gd name="connsiteY234" fmla="*/ 2283378 h 8133350"/>
              <a:gd name="connsiteX235" fmla="*/ 1716696 w 15276297"/>
              <a:gd name="connsiteY235" fmla="*/ 2306344 h 8133350"/>
              <a:gd name="connsiteX236" fmla="*/ 1739662 w 15276297"/>
              <a:gd name="connsiteY236" fmla="*/ 2283378 h 8133350"/>
              <a:gd name="connsiteX237" fmla="*/ 1716696 w 15276297"/>
              <a:gd name="connsiteY237" fmla="*/ 2260412 h 8133350"/>
              <a:gd name="connsiteX238" fmla="*/ 1923963 w 15276297"/>
              <a:gd name="connsiteY238" fmla="*/ 2260412 h 8133350"/>
              <a:gd name="connsiteX239" fmla="*/ 1900997 w 15276297"/>
              <a:gd name="connsiteY239" fmla="*/ 2283378 h 8133350"/>
              <a:gd name="connsiteX240" fmla="*/ 1923963 w 15276297"/>
              <a:gd name="connsiteY240" fmla="*/ 2306344 h 8133350"/>
              <a:gd name="connsiteX241" fmla="*/ 1946929 w 15276297"/>
              <a:gd name="connsiteY241" fmla="*/ 2283378 h 8133350"/>
              <a:gd name="connsiteX242" fmla="*/ 1923963 w 15276297"/>
              <a:gd name="connsiteY242" fmla="*/ 2260412 h 8133350"/>
              <a:gd name="connsiteX243" fmla="*/ 1923963 w 15276297"/>
              <a:gd name="connsiteY243" fmla="*/ 2345960 h 8133350"/>
              <a:gd name="connsiteX244" fmla="*/ 1923963 w 15276297"/>
              <a:gd name="connsiteY244" fmla="*/ 2345960 h 8133350"/>
              <a:gd name="connsiteX245" fmla="*/ 1914777 w 15276297"/>
              <a:gd name="connsiteY245" fmla="*/ 2347683 h 8133350"/>
              <a:gd name="connsiteX246" fmla="*/ 1900423 w 15276297"/>
              <a:gd name="connsiteY246" fmla="*/ 2368926 h 8133350"/>
              <a:gd name="connsiteX247" fmla="*/ 1914777 w 15276297"/>
              <a:gd name="connsiteY247" fmla="*/ 2390169 h 8133350"/>
              <a:gd name="connsiteX248" fmla="*/ 1923963 w 15276297"/>
              <a:gd name="connsiteY248" fmla="*/ 2391892 h 8133350"/>
              <a:gd name="connsiteX249" fmla="*/ 1923963 w 15276297"/>
              <a:gd name="connsiteY249" fmla="*/ 2391892 h 8133350"/>
              <a:gd name="connsiteX250" fmla="*/ 1946929 w 15276297"/>
              <a:gd name="connsiteY250" fmla="*/ 2368926 h 8133350"/>
              <a:gd name="connsiteX251" fmla="*/ 1923963 w 15276297"/>
              <a:gd name="connsiteY251" fmla="*/ 2345960 h 8133350"/>
              <a:gd name="connsiteX252" fmla="*/ 1829229 w 15276297"/>
              <a:gd name="connsiteY252" fmla="*/ 2348257 h 8133350"/>
              <a:gd name="connsiteX253" fmla="*/ 1820042 w 15276297"/>
              <a:gd name="connsiteY253" fmla="*/ 2346534 h 8133350"/>
              <a:gd name="connsiteX254" fmla="*/ 1797077 w 15276297"/>
              <a:gd name="connsiteY254" fmla="*/ 2369500 h 8133350"/>
              <a:gd name="connsiteX255" fmla="*/ 1820042 w 15276297"/>
              <a:gd name="connsiteY255" fmla="*/ 2392466 h 8133350"/>
              <a:gd name="connsiteX256" fmla="*/ 1829229 w 15276297"/>
              <a:gd name="connsiteY256" fmla="*/ 2390743 h 8133350"/>
              <a:gd name="connsiteX257" fmla="*/ 1843582 w 15276297"/>
              <a:gd name="connsiteY257" fmla="*/ 2369500 h 8133350"/>
              <a:gd name="connsiteX258" fmla="*/ 1829229 w 15276297"/>
              <a:gd name="connsiteY258" fmla="*/ 2348257 h 8133350"/>
              <a:gd name="connsiteX259" fmla="*/ 2036495 w 15276297"/>
              <a:gd name="connsiteY259" fmla="*/ 2348257 h 8133350"/>
              <a:gd name="connsiteX260" fmla="*/ 2027309 w 15276297"/>
              <a:gd name="connsiteY260" fmla="*/ 2346534 h 8133350"/>
              <a:gd name="connsiteX261" fmla="*/ 2004343 w 15276297"/>
              <a:gd name="connsiteY261" fmla="*/ 2369500 h 8133350"/>
              <a:gd name="connsiteX262" fmla="*/ 2027309 w 15276297"/>
              <a:gd name="connsiteY262" fmla="*/ 2392466 h 8133350"/>
              <a:gd name="connsiteX263" fmla="*/ 2036495 w 15276297"/>
              <a:gd name="connsiteY263" fmla="*/ 2390743 h 8133350"/>
              <a:gd name="connsiteX264" fmla="*/ 2050849 w 15276297"/>
              <a:gd name="connsiteY264" fmla="*/ 2369500 h 8133350"/>
              <a:gd name="connsiteX265" fmla="*/ 2036495 w 15276297"/>
              <a:gd name="connsiteY265" fmla="*/ 2348257 h 8133350"/>
              <a:gd name="connsiteX266" fmla="*/ 1923963 w 15276297"/>
              <a:gd name="connsiteY266" fmla="*/ 2432082 h 8133350"/>
              <a:gd name="connsiteX267" fmla="*/ 1923963 w 15276297"/>
              <a:gd name="connsiteY267" fmla="*/ 2432082 h 8133350"/>
              <a:gd name="connsiteX268" fmla="*/ 1914777 w 15276297"/>
              <a:gd name="connsiteY268" fmla="*/ 2433804 h 8133350"/>
              <a:gd name="connsiteX269" fmla="*/ 1900423 w 15276297"/>
              <a:gd name="connsiteY269" fmla="*/ 2455048 h 8133350"/>
              <a:gd name="connsiteX270" fmla="*/ 1914777 w 15276297"/>
              <a:gd name="connsiteY270" fmla="*/ 2476291 h 8133350"/>
              <a:gd name="connsiteX271" fmla="*/ 1923963 w 15276297"/>
              <a:gd name="connsiteY271" fmla="*/ 2478014 h 8133350"/>
              <a:gd name="connsiteX272" fmla="*/ 1923963 w 15276297"/>
              <a:gd name="connsiteY272" fmla="*/ 2478014 h 8133350"/>
              <a:gd name="connsiteX273" fmla="*/ 1946929 w 15276297"/>
              <a:gd name="connsiteY273" fmla="*/ 2455048 h 8133350"/>
              <a:gd name="connsiteX274" fmla="*/ 1923963 w 15276297"/>
              <a:gd name="connsiteY274" fmla="*/ 2432082 h 8133350"/>
              <a:gd name="connsiteX275" fmla="*/ 2122043 w 15276297"/>
              <a:gd name="connsiteY275" fmla="*/ 2476865 h 8133350"/>
              <a:gd name="connsiteX276" fmla="*/ 2131229 w 15276297"/>
              <a:gd name="connsiteY276" fmla="*/ 2478588 h 8133350"/>
              <a:gd name="connsiteX277" fmla="*/ 2154195 w 15276297"/>
              <a:gd name="connsiteY277" fmla="*/ 2455622 h 8133350"/>
              <a:gd name="connsiteX278" fmla="*/ 2131229 w 15276297"/>
              <a:gd name="connsiteY278" fmla="*/ 2432656 h 8133350"/>
              <a:gd name="connsiteX279" fmla="*/ 2131229 w 15276297"/>
              <a:gd name="connsiteY279" fmla="*/ 2432656 h 8133350"/>
              <a:gd name="connsiteX280" fmla="*/ 2122043 w 15276297"/>
              <a:gd name="connsiteY280" fmla="*/ 2434379 h 8133350"/>
              <a:gd name="connsiteX281" fmla="*/ 2107689 w 15276297"/>
              <a:gd name="connsiteY281" fmla="*/ 2455622 h 8133350"/>
              <a:gd name="connsiteX282" fmla="*/ 2109412 w 15276297"/>
              <a:gd name="connsiteY282" fmla="*/ 2464808 h 8133350"/>
              <a:gd name="connsiteX283" fmla="*/ 2121469 w 15276297"/>
              <a:gd name="connsiteY283" fmla="*/ 2476865 h 8133350"/>
              <a:gd name="connsiteX284" fmla="*/ 2036495 w 15276297"/>
              <a:gd name="connsiteY284" fmla="*/ 2433804 h 8133350"/>
              <a:gd name="connsiteX285" fmla="*/ 2027309 w 15276297"/>
              <a:gd name="connsiteY285" fmla="*/ 2432082 h 8133350"/>
              <a:gd name="connsiteX286" fmla="*/ 2004343 w 15276297"/>
              <a:gd name="connsiteY286" fmla="*/ 2455048 h 8133350"/>
              <a:gd name="connsiteX287" fmla="*/ 2027309 w 15276297"/>
              <a:gd name="connsiteY287" fmla="*/ 2478014 h 8133350"/>
              <a:gd name="connsiteX288" fmla="*/ 2036495 w 15276297"/>
              <a:gd name="connsiteY288" fmla="*/ 2476291 h 8133350"/>
              <a:gd name="connsiteX289" fmla="*/ 2050849 w 15276297"/>
              <a:gd name="connsiteY289" fmla="*/ 2455048 h 8133350"/>
              <a:gd name="connsiteX290" fmla="*/ 2036495 w 15276297"/>
              <a:gd name="connsiteY290" fmla="*/ 2433804 h 8133350"/>
              <a:gd name="connsiteX291" fmla="*/ 1716696 w 15276297"/>
              <a:gd name="connsiteY291" fmla="*/ 2432082 h 8133350"/>
              <a:gd name="connsiteX292" fmla="*/ 1716696 w 15276297"/>
              <a:gd name="connsiteY292" fmla="*/ 2432082 h 8133350"/>
              <a:gd name="connsiteX293" fmla="*/ 1707510 w 15276297"/>
              <a:gd name="connsiteY293" fmla="*/ 2433804 h 8133350"/>
              <a:gd name="connsiteX294" fmla="*/ 1693156 w 15276297"/>
              <a:gd name="connsiteY294" fmla="*/ 2455048 h 8133350"/>
              <a:gd name="connsiteX295" fmla="*/ 1707510 w 15276297"/>
              <a:gd name="connsiteY295" fmla="*/ 2476291 h 8133350"/>
              <a:gd name="connsiteX296" fmla="*/ 1716696 w 15276297"/>
              <a:gd name="connsiteY296" fmla="*/ 2478014 h 8133350"/>
              <a:gd name="connsiteX297" fmla="*/ 1716696 w 15276297"/>
              <a:gd name="connsiteY297" fmla="*/ 2478014 h 8133350"/>
              <a:gd name="connsiteX298" fmla="*/ 1739662 w 15276297"/>
              <a:gd name="connsiteY298" fmla="*/ 2455048 h 8133350"/>
              <a:gd name="connsiteX299" fmla="*/ 1716696 w 15276297"/>
              <a:gd name="connsiteY299" fmla="*/ 2432082 h 8133350"/>
              <a:gd name="connsiteX300" fmla="*/ 1829229 w 15276297"/>
              <a:gd name="connsiteY300" fmla="*/ 2433804 h 8133350"/>
              <a:gd name="connsiteX301" fmla="*/ 1820042 w 15276297"/>
              <a:gd name="connsiteY301" fmla="*/ 2432082 h 8133350"/>
              <a:gd name="connsiteX302" fmla="*/ 1797077 w 15276297"/>
              <a:gd name="connsiteY302" fmla="*/ 2455048 h 8133350"/>
              <a:gd name="connsiteX303" fmla="*/ 1820042 w 15276297"/>
              <a:gd name="connsiteY303" fmla="*/ 2478014 h 8133350"/>
              <a:gd name="connsiteX304" fmla="*/ 1829229 w 15276297"/>
              <a:gd name="connsiteY304" fmla="*/ 2476291 h 8133350"/>
              <a:gd name="connsiteX305" fmla="*/ 1843582 w 15276297"/>
              <a:gd name="connsiteY305" fmla="*/ 2455048 h 8133350"/>
              <a:gd name="connsiteX306" fmla="*/ 1829229 w 15276297"/>
              <a:gd name="connsiteY306" fmla="*/ 2433804 h 8133350"/>
              <a:gd name="connsiteX307" fmla="*/ 14177383 w 15276297"/>
              <a:gd name="connsiteY307" fmla="*/ 1017961 h 8133350"/>
              <a:gd name="connsiteX308" fmla="*/ 14200349 w 15276297"/>
              <a:gd name="connsiteY308" fmla="*/ 994995 h 8133350"/>
              <a:gd name="connsiteX309" fmla="*/ 14177383 w 15276297"/>
              <a:gd name="connsiteY309" fmla="*/ 972029 h 8133350"/>
              <a:gd name="connsiteX310" fmla="*/ 14154417 w 15276297"/>
              <a:gd name="connsiteY310" fmla="*/ 994995 h 8133350"/>
              <a:gd name="connsiteX311" fmla="*/ 14177383 w 15276297"/>
              <a:gd name="connsiteY311" fmla="*/ 1017961 h 8133350"/>
              <a:gd name="connsiteX312" fmla="*/ 13970116 w 15276297"/>
              <a:gd name="connsiteY312" fmla="*/ 1017961 h 8133350"/>
              <a:gd name="connsiteX313" fmla="*/ 13993082 w 15276297"/>
              <a:gd name="connsiteY313" fmla="*/ 994995 h 8133350"/>
              <a:gd name="connsiteX314" fmla="*/ 13970116 w 15276297"/>
              <a:gd name="connsiteY314" fmla="*/ 972029 h 8133350"/>
              <a:gd name="connsiteX315" fmla="*/ 13947150 w 15276297"/>
              <a:gd name="connsiteY315" fmla="*/ 994995 h 8133350"/>
              <a:gd name="connsiteX316" fmla="*/ 13970116 w 15276297"/>
              <a:gd name="connsiteY316" fmla="*/ 1017961 h 8133350"/>
              <a:gd name="connsiteX317" fmla="*/ 14073462 w 15276297"/>
              <a:gd name="connsiteY317" fmla="*/ 1017961 h 8133350"/>
              <a:gd name="connsiteX318" fmla="*/ 14096428 w 15276297"/>
              <a:gd name="connsiteY318" fmla="*/ 994995 h 8133350"/>
              <a:gd name="connsiteX319" fmla="*/ 14073462 w 15276297"/>
              <a:gd name="connsiteY319" fmla="*/ 972029 h 8133350"/>
              <a:gd name="connsiteX320" fmla="*/ 14050496 w 15276297"/>
              <a:gd name="connsiteY320" fmla="*/ 994995 h 8133350"/>
              <a:gd name="connsiteX321" fmla="*/ 14073462 w 15276297"/>
              <a:gd name="connsiteY321" fmla="*/ 1017961 h 8133350"/>
              <a:gd name="connsiteX322" fmla="*/ 14384076 w 15276297"/>
              <a:gd name="connsiteY322" fmla="*/ 1017961 h 8133350"/>
              <a:gd name="connsiteX323" fmla="*/ 14407041 w 15276297"/>
              <a:gd name="connsiteY323" fmla="*/ 994995 h 8133350"/>
              <a:gd name="connsiteX324" fmla="*/ 14384076 w 15276297"/>
              <a:gd name="connsiteY324" fmla="*/ 972029 h 8133350"/>
              <a:gd name="connsiteX325" fmla="*/ 14361110 w 15276297"/>
              <a:gd name="connsiteY325" fmla="*/ 994995 h 8133350"/>
              <a:gd name="connsiteX326" fmla="*/ 14384076 w 15276297"/>
              <a:gd name="connsiteY326" fmla="*/ 1017961 h 8133350"/>
              <a:gd name="connsiteX327" fmla="*/ 14280729 w 15276297"/>
              <a:gd name="connsiteY327" fmla="*/ 1017961 h 8133350"/>
              <a:gd name="connsiteX328" fmla="*/ 14303695 w 15276297"/>
              <a:gd name="connsiteY328" fmla="*/ 994995 h 8133350"/>
              <a:gd name="connsiteX329" fmla="*/ 14280729 w 15276297"/>
              <a:gd name="connsiteY329" fmla="*/ 972029 h 8133350"/>
              <a:gd name="connsiteX330" fmla="*/ 14257763 w 15276297"/>
              <a:gd name="connsiteY330" fmla="*/ 994995 h 8133350"/>
              <a:gd name="connsiteX331" fmla="*/ 14280729 w 15276297"/>
              <a:gd name="connsiteY331" fmla="*/ 1017961 h 8133350"/>
              <a:gd name="connsiteX332" fmla="*/ 14073462 w 15276297"/>
              <a:gd name="connsiteY332" fmla="*/ 1104083 h 8133350"/>
              <a:gd name="connsiteX333" fmla="*/ 14096428 w 15276297"/>
              <a:gd name="connsiteY333" fmla="*/ 1081117 h 8133350"/>
              <a:gd name="connsiteX334" fmla="*/ 14073462 w 15276297"/>
              <a:gd name="connsiteY334" fmla="*/ 1058151 h 8133350"/>
              <a:gd name="connsiteX335" fmla="*/ 14050496 w 15276297"/>
              <a:gd name="connsiteY335" fmla="*/ 1081117 h 8133350"/>
              <a:gd name="connsiteX336" fmla="*/ 14073462 w 15276297"/>
              <a:gd name="connsiteY336" fmla="*/ 1104083 h 8133350"/>
              <a:gd name="connsiteX337" fmla="*/ 13960930 w 15276297"/>
              <a:gd name="connsiteY337" fmla="*/ 1187908 h 8133350"/>
              <a:gd name="connsiteX338" fmla="*/ 13970116 w 15276297"/>
              <a:gd name="connsiteY338" fmla="*/ 1189630 h 8133350"/>
              <a:gd name="connsiteX339" fmla="*/ 13970116 w 15276297"/>
              <a:gd name="connsiteY339" fmla="*/ 1189630 h 8133350"/>
              <a:gd name="connsiteX340" fmla="*/ 13993082 w 15276297"/>
              <a:gd name="connsiteY340" fmla="*/ 1166665 h 8133350"/>
              <a:gd name="connsiteX341" fmla="*/ 13970116 w 15276297"/>
              <a:gd name="connsiteY341" fmla="*/ 1143699 h 8133350"/>
              <a:gd name="connsiteX342" fmla="*/ 13970116 w 15276297"/>
              <a:gd name="connsiteY342" fmla="*/ 1143699 h 8133350"/>
              <a:gd name="connsiteX343" fmla="*/ 13960930 w 15276297"/>
              <a:gd name="connsiteY343" fmla="*/ 1145421 h 8133350"/>
              <a:gd name="connsiteX344" fmla="*/ 13946577 w 15276297"/>
              <a:gd name="connsiteY344" fmla="*/ 1166665 h 8133350"/>
              <a:gd name="connsiteX345" fmla="*/ 13960930 w 15276297"/>
              <a:gd name="connsiteY345" fmla="*/ 1187908 h 8133350"/>
              <a:gd name="connsiteX346" fmla="*/ 14280729 w 15276297"/>
              <a:gd name="connsiteY346" fmla="*/ 1104083 h 8133350"/>
              <a:gd name="connsiteX347" fmla="*/ 14303695 w 15276297"/>
              <a:gd name="connsiteY347" fmla="*/ 1081117 h 8133350"/>
              <a:gd name="connsiteX348" fmla="*/ 14280729 w 15276297"/>
              <a:gd name="connsiteY348" fmla="*/ 1058151 h 8133350"/>
              <a:gd name="connsiteX349" fmla="*/ 14257763 w 15276297"/>
              <a:gd name="connsiteY349" fmla="*/ 1081117 h 8133350"/>
              <a:gd name="connsiteX350" fmla="*/ 14280729 w 15276297"/>
              <a:gd name="connsiteY350" fmla="*/ 1104083 h 8133350"/>
              <a:gd name="connsiteX351" fmla="*/ 14375463 w 15276297"/>
              <a:gd name="connsiteY351" fmla="*/ 1187908 h 8133350"/>
              <a:gd name="connsiteX352" fmla="*/ 14384650 w 15276297"/>
              <a:gd name="connsiteY352" fmla="*/ 1189630 h 8133350"/>
              <a:gd name="connsiteX353" fmla="*/ 14407616 w 15276297"/>
              <a:gd name="connsiteY353" fmla="*/ 1166665 h 8133350"/>
              <a:gd name="connsiteX354" fmla="*/ 14384650 w 15276297"/>
              <a:gd name="connsiteY354" fmla="*/ 1143699 h 8133350"/>
              <a:gd name="connsiteX355" fmla="*/ 14384650 w 15276297"/>
              <a:gd name="connsiteY355" fmla="*/ 1143699 h 8133350"/>
              <a:gd name="connsiteX356" fmla="*/ 14375463 w 15276297"/>
              <a:gd name="connsiteY356" fmla="*/ 1145421 h 8133350"/>
              <a:gd name="connsiteX357" fmla="*/ 14361110 w 15276297"/>
              <a:gd name="connsiteY357" fmla="*/ 1166665 h 8133350"/>
              <a:gd name="connsiteX358" fmla="*/ 14362832 w 15276297"/>
              <a:gd name="connsiteY358" fmla="*/ 1175851 h 8133350"/>
              <a:gd name="connsiteX359" fmla="*/ 14374889 w 15276297"/>
              <a:gd name="connsiteY359" fmla="*/ 1187908 h 8133350"/>
              <a:gd name="connsiteX360" fmla="*/ 14384076 w 15276297"/>
              <a:gd name="connsiteY360" fmla="*/ 1104083 h 8133350"/>
              <a:gd name="connsiteX361" fmla="*/ 14407041 w 15276297"/>
              <a:gd name="connsiteY361" fmla="*/ 1081117 h 8133350"/>
              <a:gd name="connsiteX362" fmla="*/ 14384076 w 15276297"/>
              <a:gd name="connsiteY362" fmla="*/ 1058151 h 8133350"/>
              <a:gd name="connsiteX363" fmla="*/ 14361110 w 15276297"/>
              <a:gd name="connsiteY363" fmla="*/ 1081117 h 8133350"/>
              <a:gd name="connsiteX364" fmla="*/ 14384076 w 15276297"/>
              <a:gd name="connsiteY364" fmla="*/ 1104083 h 8133350"/>
              <a:gd name="connsiteX365" fmla="*/ 13970116 w 15276297"/>
              <a:gd name="connsiteY365" fmla="*/ 1104083 h 8133350"/>
              <a:gd name="connsiteX366" fmla="*/ 13993082 w 15276297"/>
              <a:gd name="connsiteY366" fmla="*/ 1081117 h 8133350"/>
              <a:gd name="connsiteX367" fmla="*/ 13970116 w 15276297"/>
              <a:gd name="connsiteY367" fmla="*/ 1058151 h 8133350"/>
              <a:gd name="connsiteX368" fmla="*/ 13947150 w 15276297"/>
              <a:gd name="connsiteY368" fmla="*/ 1081117 h 8133350"/>
              <a:gd name="connsiteX369" fmla="*/ 13970116 w 15276297"/>
              <a:gd name="connsiteY369" fmla="*/ 1104083 h 8133350"/>
              <a:gd name="connsiteX370" fmla="*/ 14177383 w 15276297"/>
              <a:gd name="connsiteY370" fmla="*/ 1104083 h 8133350"/>
              <a:gd name="connsiteX371" fmla="*/ 14200349 w 15276297"/>
              <a:gd name="connsiteY371" fmla="*/ 1081117 h 8133350"/>
              <a:gd name="connsiteX372" fmla="*/ 14177383 w 15276297"/>
              <a:gd name="connsiteY372" fmla="*/ 1058151 h 8133350"/>
              <a:gd name="connsiteX373" fmla="*/ 14154417 w 15276297"/>
              <a:gd name="connsiteY373" fmla="*/ 1081117 h 8133350"/>
              <a:gd name="connsiteX374" fmla="*/ 14177383 w 15276297"/>
              <a:gd name="connsiteY374" fmla="*/ 1104083 h 8133350"/>
              <a:gd name="connsiteX375" fmla="*/ 14168196 w 15276297"/>
              <a:gd name="connsiteY375" fmla="*/ 1187908 h 8133350"/>
              <a:gd name="connsiteX376" fmla="*/ 14177383 w 15276297"/>
              <a:gd name="connsiteY376" fmla="*/ 1189630 h 8133350"/>
              <a:gd name="connsiteX377" fmla="*/ 14177383 w 15276297"/>
              <a:gd name="connsiteY377" fmla="*/ 1189630 h 8133350"/>
              <a:gd name="connsiteX378" fmla="*/ 14200349 w 15276297"/>
              <a:gd name="connsiteY378" fmla="*/ 1166665 h 8133350"/>
              <a:gd name="connsiteX379" fmla="*/ 14177383 w 15276297"/>
              <a:gd name="connsiteY379" fmla="*/ 1143699 h 8133350"/>
              <a:gd name="connsiteX380" fmla="*/ 14177383 w 15276297"/>
              <a:gd name="connsiteY380" fmla="*/ 1143699 h 8133350"/>
              <a:gd name="connsiteX381" fmla="*/ 14168196 w 15276297"/>
              <a:gd name="connsiteY381" fmla="*/ 1145421 h 8133350"/>
              <a:gd name="connsiteX382" fmla="*/ 14153843 w 15276297"/>
              <a:gd name="connsiteY382" fmla="*/ 1166665 h 8133350"/>
              <a:gd name="connsiteX383" fmla="*/ 14168196 w 15276297"/>
              <a:gd name="connsiteY383" fmla="*/ 1187908 h 8133350"/>
              <a:gd name="connsiteX384" fmla="*/ 14073462 w 15276297"/>
              <a:gd name="connsiteY384" fmla="*/ 1189630 h 8133350"/>
              <a:gd name="connsiteX385" fmla="*/ 14082649 w 15276297"/>
              <a:gd name="connsiteY385" fmla="*/ 1187908 h 8133350"/>
              <a:gd name="connsiteX386" fmla="*/ 14097003 w 15276297"/>
              <a:gd name="connsiteY386" fmla="*/ 1166665 h 8133350"/>
              <a:gd name="connsiteX387" fmla="*/ 14082649 w 15276297"/>
              <a:gd name="connsiteY387" fmla="*/ 1145421 h 8133350"/>
              <a:gd name="connsiteX388" fmla="*/ 14073462 w 15276297"/>
              <a:gd name="connsiteY388" fmla="*/ 1143699 h 8133350"/>
              <a:gd name="connsiteX389" fmla="*/ 14050496 w 15276297"/>
              <a:gd name="connsiteY389" fmla="*/ 1166665 h 8133350"/>
              <a:gd name="connsiteX390" fmla="*/ 14073462 w 15276297"/>
              <a:gd name="connsiteY390" fmla="*/ 1189630 h 8133350"/>
              <a:gd name="connsiteX391" fmla="*/ 14280729 w 15276297"/>
              <a:gd name="connsiteY391" fmla="*/ 1189630 h 8133350"/>
              <a:gd name="connsiteX392" fmla="*/ 14289916 w 15276297"/>
              <a:gd name="connsiteY392" fmla="*/ 1187908 h 8133350"/>
              <a:gd name="connsiteX393" fmla="*/ 14304270 w 15276297"/>
              <a:gd name="connsiteY393" fmla="*/ 1166665 h 8133350"/>
              <a:gd name="connsiteX394" fmla="*/ 14289916 w 15276297"/>
              <a:gd name="connsiteY394" fmla="*/ 1145421 h 8133350"/>
              <a:gd name="connsiteX395" fmla="*/ 14280729 w 15276297"/>
              <a:gd name="connsiteY395" fmla="*/ 1143699 h 8133350"/>
              <a:gd name="connsiteX396" fmla="*/ 14257763 w 15276297"/>
              <a:gd name="connsiteY396" fmla="*/ 1166665 h 8133350"/>
              <a:gd name="connsiteX397" fmla="*/ 14280729 w 15276297"/>
              <a:gd name="connsiteY397" fmla="*/ 1189630 h 8133350"/>
              <a:gd name="connsiteX398" fmla="*/ 14168196 w 15276297"/>
              <a:gd name="connsiteY398" fmla="*/ 1274030 h 8133350"/>
              <a:gd name="connsiteX399" fmla="*/ 14177383 w 15276297"/>
              <a:gd name="connsiteY399" fmla="*/ 1275752 h 8133350"/>
              <a:gd name="connsiteX400" fmla="*/ 14177383 w 15276297"/>
              <a:gd name="connsiteY400" fmla="*/ 1275752 h 8133350"/>
              <a:gd name="connsiteX401" fmla="*/ 14200349 w 15276297"/>
              <a:gd name="connsiteY401" fmla="*/ 1252786 h 8133350"/>
              <a:gd name="connsiteX402" fmla="*/ 14177383 w 15276297"/>
              <a:gd name="connsiteY402" fmla="*/ 1229821 h 8133350"/>
              <a:gd name="connsiteX403" fmla="*/ 14177383 w 15276297"/>
              <a:gd name="connsiteY403" fmla="*/ 1229821 h 8133350"/>
              <a:gd name="connsiteX404" fmla="*/ 14168196 w 15276297"/>
              <a:gd name="connsiteY404" fmla="*/ 1231543 h 8133350"/>
              <a:gd name="connsiteX405" fmla="*/ 14153843 w 15276297"/>
              <a:gd name="connsiteY405" fmla="*/ 1252786 h 8133350"/>
              <a:gd name="connsiteX406" fmla="*/ 14168196 w 15276297"/>
              <a:gd name="connsiteY406" fmla="*/ 1274030 h 8133350"/>
              <a:gd name="connsiteX407" fmla="*/ 14375463 w 15276297"/>
              <a:gd name="connsiteY407" fmla="*/ 1274030 h 8133350"/>
              <a:gd name="connsiteX408" fmla="*/ 14384650 w 15276297"/>
              <a:gd name="connsiteY408" fmla="*/ 1275752 h 8133350"/>
              <a:gd name="connsiteX409" fmla="*/ 14407616 w 15276297"/>
              <a:gd name="connsiteY409" fmla="*/ 1252786 h 8133350"/>
              <a:gd name="connsiteX410" fmla="*/ 14384650 w 15276297"/>
              <a:gd name="connsiteY410" fmla="*/ 1229821 h 8133350"/>
              <a:gd name="connsiteX411" fmla="*/ 14384650 w 15276297"/>
              <a:gd name="connsiteY411" fmla="*/ 1229821 h 8133350"/>
              <a:gd name="connsiteX412" fmla="*/ 14375463 w 15276297"/>
              <a:gd name="connsiteY412" fmla="*/ 1231543 h 8133350"/>
              <a:gd name="connsiteX413" fmla="*/ 14361110 w 15276297"/>
              <a:gd name="connsiteY413" fmla="*/ 1252786 h 8133350"/>
              <a:gd name="connsiteX414" fmla="*/ 14362832 w 15276297"/>
              <a:gd name="connsiteY414" fmla="*/ 1261973 h 8133350"/>
              <a:gd name="connsiteX415" fmla="*/ 14374889 w 15276297"/>
              <a:gd name="connsiteY415" fmla="*/ 1274030 h 8133350"/>
              <a:gd name="connsiteX416" fmla="*/ 14280729 w 15276297"/>
              <a:gd name="connsiteY416" fmla="*/ 1275752 h 8133350"/>
              <a:gd name="connsiteX417" fmla="*/ 14289916 w 15276297"/>
              <a:gd name="connsiteY417" fmla="*/ 1274030 h 8133350"/>
              <a:gd name="connsiteX418" fmla="*/ 14304270 w 15276297"/>
              <a:gd name="connsiteY418" fmla="*/ 1252786 h 8133350"/>
              <a:gd name="connsiteX419" fmla="*/ 14289916 w 15276297"/>
              <a:gd name="connsiteY419" fmla="*/ 1231543 h 8133350"/>
              <a:gd name="connsiteX420" fmla="*/ 14280729 w 15276297"/>
              <a:gd name="connsiteY420" fmla="*/ 1229821 h 8133350"/>
              <a:gd name="connsiteX421" fmla="*/ 14257763 w 15276297"/>
              <a:gd name="connsiteY421" fmla="*/ 1252786 h 8133350"/>
              <a:gd name="connsiteX422" fmla="*/ 14280729 w 15276297"/>
              <a:gd name="connsiteY422" fmla="*/ 1275752 h 8133350"/>
              <a:gd name="connsiteX423" fmla="*/ 13960930 w 15276297"/>
              <a:gd name="connsiteY423" fmla="*/ 1274030 h 8133350"/>
              <a:gd name="connsiteX424" fmla="*/ 13970116 w 15276297"/>
              <a:gd name="connsiteY424" fmla="*/ 1275752 h 8133350"/>
              <a:gd name="connsiteX425" fmla="*/ 13970116 w 15276297"/>
              <a:gd name="connsiteY425" fmla="*/ 1275752 h 8133350"/>
              <a:gd name="connsiteX426" fmla="*/ 13993082 w 15276297"/>
              <a:gd name="connsiteY426" fmla="*/ 1252786 h 8133350"/>
              <a:gd name="connsiteX427" fmla="*/ 13970116 w 15276297"/>
              <a:gd name="connsiteY427" fmla="*/ 1229821 h 8133350"/>
              <a:gd name="connsiteX428" fmla="*/ 13970116 w 15276297"/>
              <a:gd name="connsiteY428" fmla="*/ 1229821 h 8133350"/>
              <a:gd name="connsiteX429" fmla="*/ 13960930 w 15276297"/>
              <a:gd name="connsiteY429" fmla="*/ 1231543 h 8133350"/>
              <a:gd name="connsiteX430" fmla="*/ 13946577 w 15276297"/>
              <a:gd name="connsiteY430" fmla="*/ 1252786 h 8133350"/>
              <a:gd name="connsiteX431" fmla="*/ 13960930 w 15276297"/>
              <a:gd name="connsiteY431" fmla="*/ 1274030 h 8133350"/>
              <a:gd name="connsiteX432" fmla="*/ 14073462 w 15276297"/>
              <a:gd name="connsiteY432" fmla="*/ 1275752 h 8133350"/>
              <a:gd name="connsiteX433" fmla="*/ 14082649 w 15276297"/>
              <a:gd name="connsiteY433" fmla="*/ 1274030 h 8133350"/>
              <a:gd name="connsiteX434" fmla="*/ 14097003 w 15276297"/>
              <a:gd name="connsiteY434" fmla="*/ 1252786 h 8133350"/>
              <a:gd name="connsiteX435" fmla="*/ 14082649 w 15276297"/>
              <a:gd name="connsiteY435" fmla="*/ 1231543 h 8133350"/>
              <a:gd name="connsiteX436" fmla="*/ 14073462 w 15276297"/>
              <a:gd name="connsiteY436" fmla="*/ 1229821 h 8133350"/>
              <a:gd name="connsiteX437" fmla="*/ 14050496 w 15276297"/>
              <a:gd name="connsiteY437" fmla="*/ 1252786 h 8133350"/>
              <a:gd name="connsiteX438" fmla="*/ 14073462 w 15276297"/>
              <a:gd name="connsiteY438" fmla="*/ 1275752 h 8133350"/>
              <a:gd name="connsiteX439" fmla="*/ 13658929 w 15276297"/>
              <a:gd name="connsiteY439" fmla="*/ 1017961 h 8133350"/>
              <a:gd name="connsiteX440" fmla="*/ 13681895 w 15276297"/>
              <a:gd name="connsiteY440" fmla="*/ 994995 h 8133350"/>
              <a:gd name="connsiteX441" fmla="*/ 13658929 w 15276297"/>
              <a:gd name="connsiteY441" fmla="*/ 972029 h 8133350"/>
              <a:gd name="connsiteX442" fmla="*/ 13635963 w 15276297"/>
              <a:gd name="connsiteY442" fmla="*/ 994995 h 8133350"/>
              <a:gd name="connsiteX443" fmla="*/ 13658929 w 15276297"/>
              <a:gd name="connsiteY443" fmla="*/ 1017961 h 8133350"/>
              <a:gd name="connsiteX444" fmla="*/ 13452237 w 15276297"/>
              <a:gd name="connsiteY444" fmla="*/ 1017961 h 8133350"/>
              <a:gd name="connsiteX445" fmla="*/ 13475202 w 15276297"/>
              <a:gd name="connsiteY445" fmla="*/ 994995 h 8133350"/>
              <a:gd name="connsiteX446" fmla="*/ 13452237 w 15276297"/>
              <a:gd name="connsiteY446" fmla="*/ 972029 h 8133350"/>
              <a:gd name="connsiteX447" fmla="*/ 13429271 w 15276297"/>
              <a:gd name="connsiteY447" fmla="*/ 994995 h 8133350"/>
              <a:gd name="connsiteX448" fmla="*/ 13452237 w 15276297"/>
              <a:gd name="connsiteY448" fmla="*/ 1017961 h 8133350"/>
              <a:gd name="connsiteX449" fmla="*/ 13555583 w 15276297"/>
              <a:gd name="connsiteY449" fmla="*/ 1017961 h 8133350"/>
              <a:gd name="connsiteX450" fmla="*/ 13578549 w 15276297"/>
              <a:gd name="connsiteY450" fmla="*/ 994995 h 8133350"/>
              <a:gd name="connsiteX451" fmla="*/ 13555583 w 15276297"/>
              <a:gd name="connsiteY451" fmla="*/ 972029 h 8133350"/>
              <a:gd name="connsiteX452" fmla="*/ 13532617 w 15276297"/>
              <a:gd name="connsiteY452" fmla="*/ 994995 h 8133350"/>
              <a:gd name="connsiteX453" fmla="*/ 13555583 w 15276297"/>
              <a:gd name="connsiteY453" fmla="*/ 1017961 h 8133350"/>
              <a:gd name="connsiteX454" fmla="*/ 13866196 w 15276297"/>
              <a:gd name="connsiteY454" fmla="*/ 1017961 h 8133350"/>
              <a:gd name="connsiteX455" fmla="*/ 13889162 w 15276297"/>
              <a:gd name="connsiteY455" fmla="*/ 994995 h 8133350"/>
              <a:gd name="connsiteX456" fmla="*/ 13866196 w 15276297"/>
              <a:gd name="connsiteY456" fmla="*/ 972029 h 8133350"/>
              <a:gd name="connsiteX457" fmla="*/ 13843230 w 15276297"/>
              <a:gd name="connsiteY457" fmla="*/ 994995 h 8133350"/>
              <a:gd name="connsiteX458" fmla="*/ 13866196 w 15276297"/>
              <a:gd name="connsiteY458" fmla="*/ 1017961 h 8133350"/>
              <a:gd name="connsiteX459" fmla="*/ 13762850 w 15276297"/>
              <a:gd name="connsiteY459" fmla="*/ 1017961 h 8133350"/>
              <a:gd name="connsiteX460" fmla="*/ 13785816 w 15276297"/>
              <a:gd name="connsiteY460" fmla="*/ 994995 h 8133350"/>
              <a:gd name="connsiteX461" fmla="*/ 13762850 w 15276297"/>
              <a:gd name="connsiteY461" fmla="*/ 972029 h 8133350"/>
              <a:gd name="connsiteX462" fmla="*/ 13739884 w 15276297"/>
              <a:gd name="connsiteY462" fmla="*/ 994995 h 8133350"/>
              <a:gd name="connsiteX463" fmla="*/ 13762850 w 15276297"/>
              <a:gd name="connsiteY463" fmla="*/ 1017961 h 8133350"/>
              <a:gd name="connsiteX464" fmla="*/ 13555583 w 15276297"/>
              <a:gd name="connsiteY464" fmla="*/ 1104083 h 8133350"/>
              <a:gd name="connsiteX465" fmla="*/ 13578549 w 15276297"/>
              <a:gd name="connsiteY465" fmla="*/ 1081117 h 8133350"/>
              <a:gd name="connsiteX466" fmla="*/ 13555583 w 15276297"/>
              <a:gd name="connsiteY466" fmla="*/ 1058151 h 8133350"/>
              <a:gd name="connsiteX467" fmla="*/ 13532617 w 15276297"/>
              <a:gd name="connsiteY467" fmla="*/ 1081117 h 8133350"/>
              <a:gd name="connsiteX468" fmla="*/ 13555583 w 15276297"/>
              <a:gd name="connsiteY468" fmla="*/ 1104083 h 8133350"/>
              <a:gd name="connsiteX469" fmla="*/ 13443051 w 15276297"/>
              <a:gd name="connsiteY469" fmla="*/ 1187908 h 8133350"/>
              <a:gd name="connsiteX470" fmla="*/ 13452237 w 15276297"/>
              <a:gd name="connsiteY470" fmla="*/ 1189630 h 8133350"/>
              <a:gd name="connsiteX471" fmla="*/ 13452237 w 15276297"/>
              <a:gd name="connsiteY471" fmla="*/ 1189630 h 8133350"/>
              <a:gd name="connsiteX472" fmla="*/ 13475202 w 15276297"/>
              <a:gd name="connsiteY472" fmla="*/ 1166665 h 8133350"/>
              <a:gd name="connsiteX473" fmla="*/ 13452237 w 15276297"/>
              <a:gd name="connsiteY473" fmla="*/ 1143699 h 8133350"/>
              <a:gd name="connsiteX474" fmla="*/ 13452237 w 15276297"/>
              <a:gd name="connsiteY474" fmla="*/ 1143699 h 8133350"/>
              <a:gd name="connsiteX475" fmla="*/ 13443051 w 15276297"/>
              <a:gd name="connsiteY475" fmla="*/ 1145421 h 8133350"/>
              <a:gd name="connsiteX476" fmla="*/ 13428697 w 15276297"/>
              <a:gd name="connsiteY476" fmla="*/ 1166665 h 8133350"/>
              <a:gd name="connsiteX477" fmla="*/ 13443051 w 15276297"/>
              <a:gd name="connsiteY477" fmla="*/ 1187908 h 8133350"/>
              <a:gd name="connsiteX478" fmla="*/ 13762850 w 15276297"/>
              <a:gd name="connsiteY478" fmla="*/ 1104083 h 8133350"/>
              <a:gd name="connsiteX479" fmla="*/ 13785816 w 15276297"/>
              <a:gd name="connsiteY479" fmla="*/ 1081117 h 8133350"/>
              <a:gd name="connsiteX480" fmla="*/ 13762850 w 15276297"/>
              <a:gd name="connsiteY480" fmla="*/ 1058151 h 8133350"/>
              <a:gd name="connsiteX481" fmla="*/ 13739884 w 15276297"/>
              <a:gd name="connsiteY481" fmla="*/ 1081117 h 8133350"/>
              <a:gd name="connsiteX482" fmla="*/ 13762850 w 15276297"/>
              <a:gd name="connsiteY482" fmla="*/ 1104083 h 8133350"/>
              <a:gd name="connsiteX483" fmla="*/ 13857584 w 15276297"/>
              <a:gd name="connsiteY483" fmla="*/ 1187908 h 8133350"/>
              <a:gd name="connsiteX484" fmla="*/ 13866770 w 15276297"/>
              <a:gd name="connsiteY484" fmla="*/ 1189630 h 8133350"/>
              <a:gd name="connsiteX485" fmla="*/ 13889735 w 15276297"/>
              <a:gd name="connsiteY485" fmla="*/ 1166665 h 8133350"/>
              <a:gd name="connsiteX486" fmla="*/ 13866770 w 15276297"/>
              <a:gd name="connsiteY486" fmla="*/ 1143699 h 8133350"/>
              <a:gd name="connsiteX487" fmla="*/ 13866770 w 15276297"/>
              <a:gd name="connsiteY487" fmla="*/ 1143699 h 8133350"/>
              <a:gd name="connsiteX488" fmla="*/ 13857584 w 15276297"/>
              <a:gd name="connsiteY488" fmla="*/ 1145421 h 8133350"/>
              <a:gd name="connsiteX489" fmla="*/ 13843230 w 15276297"/>
              <a:gd name="connsiteY489" fmla="*/ 1166665 h 8133350"/>
              <a:gd name="connsiteX490" fmla="*/ 13844953 w 15276297"/>
              <a:gd name="connsiteY490" fmla="*/ 1175851 h 8133350"/>
              <a:gd name="connsiteX491" fmla="*/ 13857009 w 15276297"/>
              <a:gd name="connsiteY491" fmla="*/ 1187908 h 8133350"/>
              <a:gd name="connsiteX492" fmla="*/ 13866196 w 15276297"/>
              <a:gd name="connsiteY492" fmla="*/ 1104083 h 8133350"/>
              <a:gd name="connsiteX493" fmla="*/ 13889162 w 15276297"/>
              <a:gd name="connsiteY493" fmla="*/ 1081117 h 8133350"/>
              <a:gd name="connsiteX494" fmla="*/ 13866196 w 15276297"/>
              <a:gd name="connsiteY494" fmla="*/ 1058151 h 8133350"/>
              <a:gd name="connsiteX495" fmla="*/ 13843230 w 15276297"/>
              <a:gd name="connsiteY495" fmla="*/ 1081117 h 8133350"/>
              <a:gd name="connsiteX496" fmla="*/ 13866196 w 15276297"/>
              <a:gd name="connsiteY496" fmla="*/ 1104083 h 8133350"/>
              <a:gd name="connsiteX497" fmla="*/ 13452237 w 15276297"/>
              <a:gd name="connsiteY497" fmla="*/ 1104083 h 8133350"/>
              <a:gd name="connsiteX498" fmla="*/ 13475202 w 15276297"/>
              <a:gd name="connsiteY498" fmla="*/ 1081117 h 8133350"/>
              <a:gd name="connsiteX499" fmla="*/ 13452237 w 15276297"/>
              <a:gd name="connsiteY499" fmla="*/ 1058151 h 8133350"/>
              <a:gd name="connsiteX500" fmla="*/ 13429271 w 15276297"/>
              <a:gd name="connsiteY500" fmla="*/ 1081117 h 8133350"/>
              <a:gd name="connsiteX501" fmla="*/ 13452237 w 15276297"/>
              <a:gd name="connsiteY501" fmla="*/ 1104083 h 8133350"/>
              <a:gd name="connsiteX502" fmla="*/ 13658929 w 15276297"/>
              <a:gd name="connsiteY502" fmla="*/ 1104083 h 8133350"/>
              <a:gd name="connsiteX503" fmla="*/ 13681895 w 15276297"/>
              <a:gd name="connsiteY503" fmla="*/ 1081117 h 8133350"/>
              <a:gd name="connsiteX504" fmla="*/ 13658929 w 15276297"/>
              <a:gd name="connsiteY504" fmla="*/ 1058151 h 8133350"/>
              <a:gd name="connsiteX505" fmla="*/ 13635963 w 15276297"/>
              <a:gd name="connsiteY505" fmla="*/ 1081117 h 8133350"/>
              <a:gd name="connsiteX506" fmla="*/ 13658929 w 15276297"/>
              <a:gd name="connsiteY506" fmla="*/ 1104083 h 8133350"/>
              <a:gd name="connsiteX507" fmla="*/ 13650317 w 15276297"/>
              <a:gd name="connsiteY507" fmla="*/ 1187908 h 8133350"/>
              <a:gd name="connsiteX508" fmla="*/ 13659504 w 15276297"/>
              <a:gd name="connsiteY508" fmla="*/ 1189630 h 8133350"/>
              <a:gd name="connsiteX509" fmla="*/ 13659504 w 15276297"/>
              <a:gd name="connsiteY509" fmla="*/ 1189630 h 8133350"/>
              <a:gd name="connsiteX510" fmla="*/ 13682470 w 15276297"/>
              <a:gd name="connsiteY510" fmla="*/ 1166665 h 8133350"/>
              <a:gd name="connsiteX511" fmla="*/ 13659504 w 15276297"/>
              <a:gd name="connsiteY511" fmla="*/ 1143699 h 8133350"/>
              <a:gd name="connsiteX512" fmla="*/ 13659504 w 15276297"/>
              <a:gd name="connsiteY512" fmla="*/ 1143699 h 8133350"/>
              <a:gd name="connsiteX513" fmla="*/ 13650317 w 15276297"/>
              <a:gd name="connsiteY513" fmla="*/ 1145421 h 8133350"/>
              <a:gd name="connsiteX514" fmla="*/ 13635963 w 15276297"/>
              <a:gd name="connsiteY514" fmla="*/ 1166665 h 8133350"/>
              <a:gd name="connsiteX515" fmla="*/ 13650317 w 15276297"/>
              <a:gd name="connsiteY515" fmla="*/ 1187908 h 8133350"/>
              <a:gd name="connsiteX516" fmla="*/ 13555583 w 15276297"/>
              <a:gd name="connsiteY516" fmla="*/ 1189630 h 8133350"/>
              <a:gd name="connsiteX517" fmla="*/ 13564770 w 15276297"/>
              <a:gd name="connsiteY517" fmla="*/ 1187908 h 8133350"/>
              <a:gd name="connsiteX518" fmla="*/ 13579123 w 15276297"/>
              <a:gd name="connsiteY518" fmla="*/ 1166665 h 8133350"/>
              <a:gd name="connsiteX519" fmla="*/ 13564770 w 15276297"/>
              <a:gd name="connsiteY519" fmla="*/ 1145421 h 8133350"/>
              <a:gd name="connsiteX520" fmla="*/ 13555583 w 15276297"/>
              <a:gd name="connsiteY520" fmla="*/ 1143699 h 8133350"/>
              <a:gd name="connsiteX521" fmla="*/ 13532617 w 15276297"/>
              <a:gd name="connsiteY521" fmla="*/ 1166665 h 8133350"/>
              <a:gd name="connsiteX522" fmla="*/ 13555583 w 15276297"/>
              <a:gd name="connsiteY522" fmla="*/ 1189630 h 8133350"/>
              <a:gd name="connsiteX523" fmla="*/ 13762850 w 15276297"/>
              <a:gd name="connsiteY523" fmla="*/ 1189630 h 8133350"/>
              <a:gd name="connsiteX524" fmla="*/ 13772036 w 15276297"/>
              <a:gd name="connsiteY524" fmla="*/ 1187908 h 8133350"/>
              <a:gd name="connsiteX525" fmla="*/ 13786389 w 15276297"/>
              <a:gd name="connsiteY525" fmla="*/ 1166665 h 8133350"/>
              <a:gd name="connsiteX526" fmla="*/ 13772036 w 15276297"/>
              <a:gd name="connsiteY526" fmla="*/ 1145421 h 8133350"/>
              <a:gd name="connsiteX527" fmla="*/ 13762850 w 15276297"/>
              <a:gd name="connsiteY527" fmla="*/ 1143699 h 8133350"/>
              <a:gd name="connsiteX528" fmla="*/ 13739884 w 15276297"/>
              <a:gd name="connsiteY528" fmla="*/ 1166665 h 8133350"/>
              <a:gd name="connsiteX529" fmla="*/ 13762850 w 15276297"/>
              <a:gd name="connsiteY529" fmla="*/ 1189630 h 8133350"/>
              <a:gd name="connsiteX530" fmla="*/ 13650317 w 15276297"/>
              <a:gd name="connsiteY530" fmla="*/ 1274030 h 8133350"/>
              <a:gd name="connsiteX531" fmla="*/ 13659504 w 15276297"/>
              <a:gd name="connsiteY531" fmla="*/ 1275752 h 8133350"/>
              <a:gd name="connsiteX532" fmla="*/ 13659504 w 15276297"/>
              <a:gd name="connsiteY532" fmla="*/ 1275752 h 8133350"/>
              <a:gd name="connsiteX533" fmla="*/ 13682470 w 15276297"/>
              <a:gd name="connsiteY533" fmla="*/ 1252786 h 8133350"/>
              <a:gd name="connsiteX534" fmla="*/ 13659504 w 15276297"/>
              <a:gd name="connsiteY534" fmla="*/ 1229821 h 8133350"/>
              <a:gd name="connsiteX535" fmla="*/ 13659504 w 15276297"/>
              <a:gd name="connsiteY535" fmla="*/ 1229821 h 8133350"/>
              <a:gd name="connsiteX536" fmla="*/ 13650317 w 15276297"/>
              <a:gd name="connsiteY536" fmla="*/ 1231543 h 8133350"/>
              <a:gd name="connsiteX537" fmla="*/ 13635963 w 15276297"/>
              <a:gd name="connsiteY537" fmla="*/ 1252786 h 8133350"/>
              <a:gd name="connsiteX538" fmla="*/ 13650317 w 15276297"/>
              <a:gd name="connsiteY538" fmla="*/ 1274030 h 8133350"/>
              <a:gd name="connsiteX539" fmla="*/ 13857584 w 15276297"/>
              <a:gd name="connsiteY539" fmla="*/ 1274030 h 8133350"/>
              <a:gd name="connsiteX540" fmla="*/ 13866770 w 15276297"/>
              <a:gd name="connsiteY540" fmla="*/ 1275752 h 8133350"/>
              <a:gd name="connsiteX541" fmla="*/ 13889735 w 15276297"/>
              <a:gd name="connsiteY541" fmla="*/ 1252786 h 8133350"/>
              <a:gd name="connsiteX542" fmla="*/ 13866770 w 15276297"/>
              <a:gd name="connsiteY542" fmla="*/ 1229821 h 8133350"/>
              <a:gd name="connsiteX543" fmla="*/ 13866770 w 15276297"/>
              <a:gd name="connsiteY543" fmla="*/ 1229821 h 8133350"/>
              <a:gd name="connsiteX544" fmla="*/ 13857584 w 15276297"/>
              <a:gd name="connsiteY544" fmla="*/ 1231543 h 8133350"/>
              <a:gd name="connsiteX545" fmla="*/ 13843230 w 15276297"/>
              <a:gd name="connsiteY545" fmla="*/ 1252786 h 8133350"/>
              <a:gd name="connsiteX546" fmla="*/ 13844953 w 15276297"/>
              <a:gd name="connsiteY546" fmla="*/ 1261973 h 8133350"/>
              <a:gd name="connsiteX547" fmla="*/ 13857009 w 15276297"/>
              <a:gd name="connsiteY547" fmla="*/ 1274030 h 8133350"/>
              <a:gd name="connsiteX548" fmla="*/ 13762850 w 15276297"/>
              <a:gd name="connsiteY548" fmla="*/ 1275752 h 8133350"/>
              <a:gd name="connsiteX549" fmla="*/ 13772036 w 15276297"/>
              <a:gd name="connsiteY549" fmla="*/ 1274030 h 8133350"/>
              <a:gd name="connsiteX550" fmla="*/ 13786389 w 15276297"/>
              <a:gd name="connsiteY550" fmla="*/ 1252786 h 8133350"/>
              <a:gd name="connsiteX551" fmla="*/ 13772036 w 15276297"/>
              <a:gd name="connsiteY551" fmla="*/ 1231543 h 8133350"/>
              <a:gd name="connsiteX552" fmla="*/ 13762850 w 15276297"/>
              <a:gd name="connsiteY552" fmla="*/ 1229821 h 8133350"/>
              <a:gd name="connsiteX553" fmla="*/ 13739884 w 15276297"/>
              <a:gd name="connsiteY553" fmla="*/ 1252786 h 8133350"/>
              <a:gd name="connsiteX554" fmla="*/ 13762850 w 15276297"/>
              <a:gd name="connsiteY554" fmla="*/ 1275752 h 8133350"/>
              <a:gd name="connsiteX555" fmla="*/ 13443051 w 15276297"/>
              <a:gd name="connsiteY555" fmla="*/ 1274030 h 8133350"/>
              <a:gd name="connsiteX556" fmla="*/ 13452237 w 15276297"/>
              <a:gd name="connsiteY556" fmla="*/ 1275752 h 8133350"/>
              <a:gd name="connsiteX557" fmla="*/ 13452237 w 15276297"/>
              <a:gd name="connsiteY557" fmla="*/ 1275752 h 8133350"/>
              <a:gd name="connsiteX558" fmla="*/ 13475202 w 15276297"/>
              <a:gd name="connsiteY558" fmla="*/ 1252786 h 8133350"/>
              <a:gd name="connsiteX559" fmla="*/ 13452237 w 15276297"/>
              <a:gd name="connsiteY559" fmla="*/ 1229821 h 8133350"/>
              <a:gd name="connsiteX560" fmla="*/ 13452237 w 15276297"/>
              <a:gd name="connsiteY560" fmla="*/ 1229821 h 8133350"/>
              <a:gd name="connsiteX561" fmla="*/ 13443051 w 15276297"/>
              <a:gd name="connsiteY561" fmla="*/ 1231543 h 8133350"/>
              <a:gd name="connsiteX562" fmla="*/ 13428697 w 15276297"/>
              <a:gd name="connsiteY562" fmla="*/ 1252786 h 8133350"/>
              <a:gd name="connsiteX563" fmla="*/ 13443051 w 15276297"/>
              <a:gd name="connsiteY563" fmla="*/ 1274030 h 8133350"/>
              <a:gd name="connsiteX564" fmla="*/ 13555583 w 15276297"/>
              <a:gd name="connsiteY564" fmla="*/ 1275752 h 8133350"/>
              <a:gd name="connsiteX565" fmla="*/ 13564770 w 15276297"/>
              <a:gd name="connsiteY565" fmla="*/ 1274030 h 8133350"/>
              <a:gd name="connsiteX566" fmla="*/ 13579123 w 15276297"/>
              <a:gd name="connsiteY566" fmla="*/ 1252786 h 8133350"/>
              <a:gd name="connsiteX567" fmla="*/ 13564770 w 15276297"/>
              <a:gd name="connsiteY567" fmla="*/ 1231543 h 8133350"/>
              <a:gd name="connsiteX568" fmla="*/ 13555583 w 15276297"/>
              <a:gd name="connsiteY568" fmla="*/ 1229821 h 8133350"/>
              <a:gd name="connsiteX569" fmla="*/ 13532617 w 15276297"/>
              <a:gd name="connsiteY569" fmla="*/ 1252786 h 8133350"/>
              <a:gd name="connsiteX570" fmla="*/ 13555583 w 15276297"/>
              <a:gd name="connsiteY570" fmla="*/ 1275752 h 8133350"/>
              <a:gd name="connsiteX571" fmla="*/ 15149412 w 15276297"/>
              <a:gd name="connsiteY571" fmla="*/ 6131304 h 8133350"/>
              <a:gd name="connsiteX572" fmla="*/ 15126446 w 15276297"/>
              <a:gd name="connsiteY572" fmla="*/ 6154270 h 8133350"/>
              <a:gd name="connsiteX573" fmla="*/ 15149412 w 15276297"/>
              <a:gd name="connsiteY573" fmla="*/ 6177236 h 8133350"/>
              <a:gd name="connsiteX574" fmla="*/ 15172378 w 15276297"/>
              <a:gd name="connsiteY574" fmla="*/ 6154270 h 8133350"/>
              <a:gd name="connsiteX575" fmla="*/ 15149412 w 15276297"/>
              <a:gd name="connsiteY575" fmla="*/ 6131304 h 8133350"/>
              <a:gd name="connsiteX576" fmla="*/ 14942145 w 15276297"/>
              <a:gd name="connsiteY576" fmla="*/ 6131304 h 8133350"/>
              <a:gd name="connsiteX577" fmla="*/ 14919179 w 15276297"/>
              <a:gd name="connsiteY577" fmla="*/ 6154270 h 8133350"/>
              <a:gd name="connsiteX578" fmla="*/ 14942145 w 15276297"/>
              <a:gd name="connsiteY578" fmla="*/ 6177236 h 8133350"/>
              <a:gd name="connsiteX579" fmla="*/ 14965111 w 15276297"/>
              <a:gd name="connsiteY579" fmla="*/ 6154270 h 8133350"/>
              <a:gd name="connsiteX580" fmla="*/ 14942145 w 15276297"/>
              <a:gd name="connsiteY580" fmla="*/ 6131304 h 8133350"/>
              <a:gd name="connsiteX581" fmla="*/ 15046066 w 15276297"/>
              <a:gd name="connsiteY581" fmla="*/ 6131304 h 8133350"/>
              <a:gd name="connsiteX582" fmla="*/ 15023100 w 15276297"/>
              <a:gd name="connsiteY582" fmla="*/ 6154270 h 8133350"/>
              <a:gd name="connsiteX583" fmla="*/ 15046066 w 15276297"/>
              <a:gd name="connsiteY583" fmla="*/ 6177236 h 8133350"/>
              <a:gd name="connsiteX584" fmla="*/ 15069032 w 15276297"/>
              <a:gd name="connsiteY584" fmla="*/ 6154270 h 8133350"/>
              <a:gd name="connsiteX585" fmla="*/ 15046066 w 15276297"/>
              <a:gd name="connsiteY585" fmla="*/ 6131304 h 8133350"/>
              <a:gd name="connsiteX586" fmla="*/ 15252759 w 15276297"/>
              <a:gd name="connsiteY586" fmla="*/ 6177236 h 8133350"/>
              <a:gd name="connsiteX587" fmla="*/ 15275724 w 15276297"/>
              <a:gd name="connsiteY587" fmla="*/ 6154270 h 8133350"/>
              <a:gd name="connsiteX588" fmla="*/ 15252759 w 15276297"/>
              <a:gd name="connsiteY588" fmla="*/ 6131304 h 8133350"/>
              <a:gd name="connsiteX589" fmla="*/ 15229793 w 15276297"/>
              <a:gd name="connsiteY589" fmla="*/ 6154270 h 8133350"/>
              <a:gd name="connsiteX590" fmla="*/ 15252759 w 15276297"/>
              <a:gd name="connsiteY590" fmla="*/ 6177236 h 8133350"/>
              <a:gd name="connsiteX591" fmla="*/ 15046066 w 15276297"/>
              <a:gd name="connsiteY591" fmla="*/ 6263358 h 8133350"/>
              <a:gd name="connsiteX592" fmla="*/ 15069032 w 15276297"/>
              <a:gd name="connsiteY592" fmla="*/ 6240392 h 8133350"/>
              <a:gd name="connsiteX593" fmla="*/ 15046066 w 15276297"/>
              <a:gd name="connsiteY593" fmla="*/ 6217426 h 8133350"/>
              <a:gd name="connsiteX594" fmla="*/ 15023100 w 15276297"/>
              <a:gd name="connsiteY594" fmla="*/ 6240392 h 8133350"/>
              <a:gd name="connsiteX595" fmla="*/ 15046066 w 15276297"/>
              <a:gd name="connsiteY595" fmla="*/ 6263358 h 8133350"/>
              <a:gd name="connsiteX596" fmla="*/ 14942145 w 15276297"/>
              <a:gd name="connsiteY596" fmla="*/ 6302973 h 8133350"/>
              <a:gd name="connsiteX597" fmla="*/ 14942145 w 15276297"/>
              <a:gd name="connsiteY597" fmla="*/ 6302973 h 8133350"/>
              <a:gd name="connsiteX598" fmla="*/ 14932960 w 15276297"/>
              <a:gd name="connsiteY598" fmla="*/ 6304696 h 8133350"/>
              <a:gd name="connsiteX599" fmla="*/ 14918606 w 15276297"/>
              <a:gd name="connsiteY599" fmla="*/ 6325939 h 8133350"/>
              <a:gd name="connsiteX600" fmla="*/ 14932960 w 15276297"/>
              <a:gd name="connsiteY600" fmla="*/ 6347183 h 8133350"/>
              <a:gd name="connsiteX601" fmla="*/ 14942145 w 15276297"/>
              <a:gd name="connsiteY601" fmla="*/ 6348905 h 8133350"/>
              <a:gd name="connsiteX602" fmla="*/ 14942145 w 15276297"/>
              <a:gd name="connsiteY602" fmla="*/ 6348905 h 8133350"/>
              <a:gd name="connsiteX603" fmla="*/ 14965111 w 15276297"/>
              <a:gd name="connsiteY603" fmla="*/ 6325939 h 8133350"/>
              <a:gd name="connsiteX604" fmla="*/ 14942145 w 15276297"/>
              <a:gd name="connsiteY604" fmla="*/ 6302973 h 8133350"/>
              <a:gd name="connsiteX605" fmla="*/ 15252759 w 15276297"/>
              <a:gd name="connsiteY605" fmla="*/ 6263358 h 8133350"/>
              <a:gd name="connsiteX606" fmla="*/ 15275724 w 15276297"/>
              <a:gd name="connsiteY606" fmla="*/ 6240392 h 8133350"/>
              <a:gd name="connsiteX607" fmla="*/ 15252759 w 15276297"/>
              <a:gd name="connsiteY607" fmla="*/ 6217426 h 8133350"/>
              <a:gd name="connsiteX608" fmla="*/ 15229793 w 15276297"/>
              <a:gd name="connsiteY608" fmla="*/ 6240392 h 8133350"/>
              <a:gd name="connsiteX609" fmla="*/ 15252759 w 15276297"/>
              <a:gd name="connsiteY609" fmla="*/ 6263358 h 8133350"/>
              <a:gd name="connsiteX610" fmla="*/ 14942145 w 15276297"/>
              <a:gd name="connsiteY610" fmla="*/ 6216851 h 8133350"/>
              <a:gd name="connsiteX611" fmla="*/ 14919179 w 15276297"/>
              <a:gd name="connsiteY611" fmla="*/ 6239817 h 8133350"/>
              <a:gd name="connsiteX612" fmla="*/ 14942145 w 15276297"/>
              <a:gd name="connsiteY612" fmla="*/ 6262783 h 8133350"/>
              <a:gd name="connsiteX613" fmla="*/ 14965111 w 15276297"/>
              <a:gd name="connsiteY613" fmla="*/ 6239817 h 8133350"/>
              <a:gd name="connsiteX614" fmla="*/ 14942145 w 15276297"/>
              <a:gd name="connsiteY614" fmla="*/ 6216851 h 8133350"/>
              <a:gd name="connsiteX615" fmla="*/ 15149412 w 15276297"/>
              <a:gd name="connsiteY615" fmla="*/ 6216851 h 8133350"/>
              <a:gd name="connsiteX616" fmla="*/ 15126446 w 15276297"/>
              <a:gd name="connsiteY616" fmla="*/ 6239817 h 8133350"/>
              <a:gd name="connsiteX617" fmla="*/ 15149412 w 15276297"/>
              <a:gd name="connsiteY617" fmla="*/ 6262783 h 8133350"/>
              <a:gd name="connsiteX618" fmla="*/ 15172378 w 15276297"/>
              <a:gd name="connsiteY618" fmla="*/ 6239817 h 8133350"/>
              <a:gd name="connsiteX619" fmla="*/ 15149412 w 15276297"/>
              <a:gd name="connsiteY619" fmla="*/ 6216851 h 8133350"/>
              <a:gd name="connsiteX620" fmla="*/ 15149412 w 15276297"/>
              <a:gd name="connsiteY620" fmla="*/ 6302973 h 8133350"/>
              <a:gd name="connsiteX621" fmla="*/ 15149412 w 15276297"/>
              <a:gd name="connsiteY621" fmla="*/ 6302973 h 8133350"/>
              <a:gd name="connsiteX622" fmla="*/ 15140225 w 15276297"/>
              <a:gd name="connsiteY622" fmla="*/ 6304696 h 8133350"/>
              <a:gd name="connsiteX623" fmla="*/ 15125872 w 15276297"/>
              <a:gd name="connsiteY623" fmla="*/ 6325939 h 8133350"/>
              <a:gd name="connsiteX624" fmla="*/ 15140225 w 15276297"/>
              <a:gd name="connsiteY624" fmla="*/ 6347183 h 8133350"/>
              <a:gd name="connsiteX625" fmla="*/ 15149412 w 15276297"/>
              <a:gd name="connsiteY625" fmla="*/ 6348905 h 8133350"/>
              <a:gd name="connsiteX626" fmla="*/ 15149412 w 15276297"/>
              <a:gd name="connsiteY626" fmla="*/ 6348905 h 8133350"/>
              <a:gd name="connsiteX627" fmla="*/ 15172378 w 15276297"/>
              <a:gd name="connsiteY627" fmla="*/ 6325939 h 8133350"/>
              <a:gd name="connsiteX628" fmla="*/ 15149412 w 15276297"/>
              <a:gd name="connsiteY628" fmla="*/ 6302973 h 8133350"/>
              <a:gd name="connsiteX629" fmla="*/ 15054678 w 15276297"/>
              <a:gd name="connsiteY629" fmla="*/ 6304696 h 8133350"/>
              <a:gd name="connsiteX630" fmla="*/ 15045491 w 15276297"/>
              <a:gd name="connsiteY630" fmla="*/ 6302973 h 8133350"/>
              <a:gd name="connsiteX631" fmla="*/ 15022525 w 15276297"/>
              <a:gd name="connsiteY631" fmla="*/ 6325939 h 8133350"/>
              <a:gd name="connsiteX632" fmla="*/ 15045491 w 15276297"/>
              <a:gd name="connsiteY632" fmla="*/ 6348905 h 8133350"/>
              <a:gd name="connsiteX633" fmla="*/ 15054678 w 15276297"/>
              <a:gd name="connsiteY633" fmla="*/ 6347183 h 8133350"/>
              <a:gd name="connsiteX634" fmla="*/ 15069032 w 15276297"/>
              <a:gd name="connsiteY634" fmla="*/ 6325939 h 8133350"/>
              <a:gd name="connsiteX635" fmla="*/ 15054678 w 15276297"/>
              <a:gd name="connsiteY635" fmla="*/ 6304696 h 8133350"/>
              <a:gd name="connsiteX636" fmla="*/ 15261944 w 15276297"/>
              <a:gd name="connsiteY636" fmla="*/ 6304696 h 8133350"/>
              <a:gd name="connsiteX637" fmla="*/ 15252759 w 15276297"/>
              <a:gd name="connsiteY637" fmla="*/ 6302973 h 8133350"/>
              <a:gd name="connsiteX638" fmla="*/ 15229793 w 15276297"/>
              <a:gd name="connsiteY638" fmla="*/ 6325939 h 8133350"/>
              <a:gd name="connsiteX639" fmla="*/ 15252759 w 15276297"/>
              <a:gd name="connsiteY639" fmla="*/ 6348905 h 8133350"/>
              <a:gd name="connsiteX640" fmla="*/ 15261944 w 15276297"/>
              <a:gd name="connsiteY640" fmla="*/ 6347183 h 8133350"/>
              <a:gd name="connsiteX641" fmla="*/ 15276298 w 15276297"/>
              <a:gd name="connsiteY641" fmla="*/ 6325939 h 8133350"/>
              <a:gd name="connsiteX642" fmla="*/ 15261944 w 15276297"/>
              <a:gd name="connsiteY642" fmla="*/ 6304696 h 8133350"/>
              <a:gd name="connsiteX643" fmla="*/ 14631533 w 15276297"/>
              <a:gd name="connsiteY643" fmla="*/ 6131304 h 8133350"/>
              <a:gd name="connsiteX644" fmla="*/ 14608567 w 15276297"/>
              <a:gd name="connsiteY644" fmla="*/ 6154270 h 8133350"/>
              <a:gd name="connsiteX645" fmla="*/ 14631533 w 15276297"/>
              <a:gd name="connsiteY645" fmla="*/ 6177236 h 8133350"/>
              <a:gd name="connsiteX646" fmla="*/ 14654499 w 15276297"/>
              <a:gd name="connsiteY646" fmla="*/ 6154270 h 8133350"/>
              <a:gd name="connsiteX647" fmla="*/ 14631533 w 15276297"/>
              <a:gd name="connsiteY647" fmla="*/ 6131304 h 8133350"/>
              <a:gd name="connsiteX648" fmla="*/ 14424266 w 15276297"/>
              <a:gd name="connsiteY648" fmla="*/ 6131304 h 8133350"/>
              <a:gd name="connsiteX649" fmla="*/ 14401300 w 15276297"/>
              <a:gd name="connsiteY649" fmla="*/ 6154270 h 8133350"/>
              <a:gd name="connsiteX650" fmla="*/ 14424266 w 15276297"/>
              <a:gd name="connsiteY650" fmla="*/ 6177236 h 8133350"/>
              <a:gd name="connsiteX651" fmla="*/ 14447232 w 15276297"/>
              <a:gd name="connsiteY651" fmla="*/ 6154270 h 8133350"/>
              <a:gd name="connsiteX652" fmla="*/ 14424266 w 15276297"/>
              <a:gd name="connsiteY652" fmla="*/ 6131304 h 8133350"/>
              <a:gd name="connsiteX653" fmla="*/ 14527612 w 15276297"/>
              <a:gd name="connsiteY653" fmla="*/ 6131304 h 8133350"/>
              <a:gd name="connsiteX654" fmla="*/ 14504646 w 15276297"/>
              <a:gd name="connsiteY654" fmla="*/ 6154270 h 8133350"/>
              <a:gd name="connsiteX655" fmla="*/ 14527612 w 15276297"/>
              <a:gd name="connsiteY655" fmla="*/ 6177236 h 8133350"/>
              <a:gd name="connsiteX656" fmla="*/ 14550578 w 15276297"/>
              <a:gd name="connsiteY656" fmla="*/ 6154270 h 8133350"/>
              <a:gd name="connsiteX657" fmla="*/ 14527612 w 15276297"/>
              <a:gd name="connsiteY657" fmla="*/ 6131304 h 8133350"/>
              <a:gd name="connsiteX658" fmla="*/ 14838799 w 15276297"/>
              <a:gd name="connsiteY658" fmla="*/ 6131304 h 8133350"/>
              <a:gd name="connsiteX659" fmla="*/ 14815833 w 15276297"/>
              <a:gd name="connsiteY659" fmla="*/ 6154270 h 8133350"/>
              <a:gd name="connsiteX660" fmla="*/ 14838799 w 15276297"/>
              <a:gd name="connsiteY660" fmla="*/ 6177236 h 8133350"/>
              <a:gd name="connsiteX661" fmla="*/ 14861765 w 15276297"/>
              <a:gd name="connsiteY661" fmla="*/ 6154270 h 8133350"/>
              <a:gd name="connsiteX662" fmla="*/ 14838799 w 15276297"/>
              <a:gd name="connsiteY662" fmla="*/ 6131304 h 8133350"/>
              <a:gd name="connsiteX663" fmla="*/ 14734879 w 15276297"/>
              <a:gd name="connsiteY663" fmla="*/ 6131304 h 8133350"/>
              <a:gd name="connsiteX664" fmla="*/ 14711913 w 15276297"/>
              <a:gd name="connsiteY664" fmla="*/ 6154270 h 8133350"/>
              <a:gd name="connsiteX665" fmla="*/ 14734879 w 15276297"/>
              <a:gd name="connsiteY665" fmla="*/ 6177236 h 8133350"/>
              <a:gd name="connsiteX666" fmla="*/ 14757845 w 15276297"/>
              <a:gd name="connsiteY666" fmla="*/ 6154270 h 8133350"/>
              <a:gd name="connsiteX667" fmla="*/ 14734879 w 15276297"/>
              <a:gd name="connsiteY667" fmla="*/ 6131304 h 8133350"/>
              <a:gd name="connsiteX668" fmla="*/ 14527612 w 15276297"/>
              <a:gd name="connsiteY668" fmla="*/ 6263358 h 8133350"/>
              <a:gd name="connsiteX669" fmla="*/ 14550578 w 15276297"/>
              <a:gd name="connsiteY669" fmla="*/ 6240392 h 8133350"/>
              <a:gd name="connsiteX670" fmla="*/ 14527612 w 15276297"/>
              <a:gd name="connsiteY670" fmla="*/ 6217426 h 8133350"/>
              <a:gd name="connsiteX671" fmla="*/ 14504646 w 15276297"/>
              <a:gd name="connsiteY671" fmla="*/ 6240392 h 8133350"/>
              <a:gd name="connsiteX672" fmla="*/ 14527612 w 15276297"/>
              <a:gd name="connsiteY672" fmla="*/ 6263358 h 8133350"/>
              <a:gd name="connsiteX673" fmla="*/ 14424266 w 15276297"/>
              <a:gd name="connsiteY673" fmla="*/ 6302973 h 8133350"/>
              <a:gd name="connsiteX674" fmla="*/ 14424266 w 15276297"/>
              <a:gd name="connsiteY674" fmla="*/ 6302973 h 8133350"/>
              <a:gd name="connsiteX675" fmla="*/ 14415079 w 15276297"/>
              <a:gd name="connsiteY675" fmla="*/ 6304696 h 8133350"/>
              <a:gd name="connsiteX676" fmla="*/ 14400725 w 15276297"/>
              <a:gd name="connsiteY676" fmla="*/ 6325939 h 8133350"/>
              <a:gd name="connsiteX677" fmla="*/ 14415079 w 15276297"/>
              <a:gd name="connsiteY677" fmla="*/ 6347183 h 8133350"/>
              <a:gd name="connsiteX678" fmla="*/ 14424266 w 15276297"/>
              <a:gd name="connsiteY678" fmla="*/ 6348905 h 8133350"/>
              <a:gd name="connsiteX679" fmla="*/ 14424266 w 15276297"/>
              <a:gd name="connsiteY679" fmla="*/ 6348905 h 8133350"/>
              <a:gd name="connsiteX680" fmla="*/ 14447232 w 15276297"/>
              <a:gd name="connsiteY680" fmla="*/ 6325939 h 8133350"/>
              <a:gd name="connsiteX681" fmla="*/ 14424266 w 15276297"/>
              <a:gd name="connsiteY681" fmla="*/ 6302973 h 8133350"/>
              <a:gd name="connsiteX682" fmla="*/ 14734879 w 15276297"/>
              <a:gd name="connsiteY682" fmla="*/ 6263358 h 8133350"/>
              <a:gd name="connsiteX683" fmla="*/ 14757845 w 15276297"/>
              <a:gd name="connsiteY683" fmla="*/ 6240392 h 8133350"/>
              <a:gd name="connsiteX684" fmla="*/ 14734879 w 15276297"/>
              <a:gd name="connsiteY684" fmla="*/ 6217426 h 8133350"/>
              <a:gd name="connsiteX685" fmla="*/ 14711913 w 15276297"/>
              <a:gd name="connsiteY685" fmla="*/ 6240392 h 8133350"/>
              <a:gd name="connsiteX686" fmla="*/ 14734879 w 15276297"/>
              <a:gd name="connsiteY686" fmla="*/ 6263358 h 8133350"/>
              <a:gd name="connsiteX687" fmla="*/ 14838799 w 15276297"/>
              <a:gd name="connsiteY687" fmla="*/ 6302973 h 8133350"/>
              <a:gd name="connsiteX688" fmla="*/ 14838799 w 15276297"/>
              <a:gd name="connsiteY688" fmla="*/ 6302973 h 8133350"/>
              <a:gd name="connsiteX689" fmla="*/ 14829613 w 15276297"/>
              <a:gd name="connsiteY689" fmla="*/ 6304696 h 8133350"/>
              <a:gd name="connsiteX690" fmla="*/ 14815260 w 15276297"/>
              <a:gd name="connsiteY690" fmla="*/ 6325939 h 8133350"/>
              <a:gd name="connsiteX691" fmla="*/ 14816981 w 15276297"/>
              <a:gd name="connsiteY691" fmla="*/ 6335126 h 8133350"/>
              <a:gd name="connsiteX692" fmla="*/ 14829039 w 15276297"/>
              <a:gd name="connsiteY692" fmla="*/ 6347183 h 8133350"/>
              <a:gd name="connsiteX693" fmla="*/ 14838225 w 15276297"/>
              <a:gd name="connsiteY693" fmla="*/ 6348905 h 8133350"/>
              <a:gd name="connsiteX694" fmla="*/ 14861191 w 15276297"/>
              <a:gd name="connsiteY694" fmla="*/ 6325939 h 8133350"/>
              <a:gd name="connsiteX695" fmla="*/ 14838225 w 15276297"/>
              <a:gd name="connsiteY695" fmla="*/ 6302973 h 8133350"/>
              <a:gd name="connsiteX696" fmla="*/ 14838799 w 15276297"/>
              <a:gd name="connsiteY696" fmla="*/ 6216851 h 8133350"/>
              <a:gd name="connsiteX697" fmla="*/ 14815833 w 15276297"/>
              <a:gd name="connsiteY697" fmla="*/ 6239817 h 8133350"/>
              <a:gd name="connsiteX698" fmla="*/ 14838799 w 15276297"/>
              <a:gd name="connsiteY698" fmla="*/ 6262783 h 8133350"/>
              <a:gd name="connsiteX699" fmla="*/ 14861765 w 15276297"/>
              <a:gd name="connsiteY699" fmla="*/ 6239817 h 8133350"/>
              <a:gd name="connsiteX700" fmla="*/ 14838799 w 15276297"/>
              <a:gd name="connsiteY700" fmla="*/ 6216851 h 8133350"/>
              <a:gd name="connsiteX701" fmla="*/ 14424266 w 15276297"/>
              <a:gd name="connsiteY701" fmla="*/ 6216851 h 8133350"/>
              <a:gd name="connsiteX702" fmla="*/ 14401300 w 15276297"/>
              <a:gd name="connsiteY702" fmla="*/ 6239817 h 8133350"/>
              <a:gd name="connsiteX703" fmla="*/ 14424266 w 15276297"/>
              <a:gd name="connsiteY703" fmla="*/ 6262783 h 8133350"/>
              <a:gd name="connsiteX704" fmla="*/ 14447232 w 15276297"/>
              <a:gd name="connsiteY704" fmla="*/ 6239817 h 8133350"/>
              <a:gd name="connsiteX705" fmla="*/ 14424266 w 15276297"/>
              <a:gd name="connsiteY705" fmla="*/ 6216851 h 8133350"/>
              <a:gd name="connsiteX706" fmla="*/ 14631533 w 15276297"/>
              <a:gd name="connsiteY706" fmla="*/ 6216851 h 8133350"/>
              <a:gd name="connsiteX707" fmla="*/ 14608567 w 15276297"/>
              <a:gd name="connsiteY707" fmla="*/ 6239817 h 8133350"/>
              <a:gd name="connsiteX708" fmla="*/ 14631533 w 15276297"/>
              <a:gd name="connsiteY708" fmla="*/ 6262783 h 8133350"/>
              <a:gd name="connsiteX709" fmla="*/ 14654499 w 15276297"/>
              <a:gd name="connsiteY709" fmla="*/ 6239817 h 8133350"/>
              <a:gd name="connsiteX710" fmla="*/ 14631533 w 15276297"/>
              <a:gd name="connsiteY710" fmla="*/ 6216851 h 8133350"/>
              <a:gd name="connsiteX711" fmla="*/ 14631533 w 15276297"/>
              <a:gd name="connsiteY711" fmla="*/ 6302973 h 8133350"/>
              <a:gd name="connsiteX712" fmla="*/ 14631533 w 15276297"/>
              <a:gd name="connsiteY712" fmla="*/ 6302973 h 8133350"/>
              <a:gd name="connsiteX713" fmla="*/ 14622346 w 15276297"/>
              <a:gd name="connsiteY713" fmla="*/ 6304696 h 8133350"/>
              <a:gd name="connsiteX714" fmla="*/ 14607992 w 15276297"/>
              <a:gd name="connsiteY714" fmla="*/ 6325939 h 8133350"/>
              <a:gd name="connsiteX715" fmla="*/ 14622346 w 15276297"/>
              <a:gd name="connsiteY715" fmla="*/ 6347183 h 8133350"/>
              <a:gd name="connsiteX716" fmla="*/ 14631533 w 15276297"/>
              <a:gd name="connsiteY716" fmla="*/ 6348905 h 8133350"/>
              <a:gd name="connsiteX717" fmla="*/ 14631533 w 15276297"/>
              <a:gd name="connsiteY717" fmla="*/ 6348905 h 8133350"/>
              <a:gd name="connsiteX718" fmla="*/ 14654499 w 15276297"/>
              <a:gd name="connsiteY718" fmla="*/ 6325939 h 8133350"/>
              <a:gd name="connsiteX719" fmla="*/ 14631533 w 15276297"/>
              <a:gd name="connsiteY719" fmla="*/ 6302973 h 8133350"/>
              <a:gd name="connsiteX720" fmla="*/ 14527612 w 15276297"/>
              <a:gd name="connsiteY720" fmla="*/ 6349480 h 8133350"/>
              <a:gd name="connsiteX721" fmla="*/ 14536799 w 15276297"/>
              <a:gd name="connsiteY721" fmla="*/ 6347757 h 8133350"/>
              <a:gd name="connsiteX722" fmla="*/ 14551153 w 15276297"/>
              <a:gd name="connsiteY722" fmla="*/ 6326514 h 8133350"/>
              <a:gd name="connsiteX723" fmla="*/ 14536799 w 15276297"/>
              <a:gd name="connsiteY723" fmla="*/ 6305270 h 8133350"/>
              <a:gd name="connsiteX724" fmla="*/ 14527612 w 15276297"/>
              <a:gd name="connsiteY724" fmla="*/ 6303548 h 8133350"/>
              <a:gd name="connsiteX725" fmla="*/ 14504646 w 15276297"/>
              <a:gd name="connsiteY725" fmla="*/ 6326514 h 8133350"/>
              <a:gd name="connsiteX726" fmla="*/ 14527612 w 15276297"/>
              <a:gd name="connsiteY726" fmla="*/ 6349480 h 8133350"/>
              <a:gd name="connsiteX727" fmla="*/ 14734879 w 15276297"/>
              <a:gd name="connsiteY727" fmla="*/ 6349480 h 8133350"/>
              <a:gd name="connsiteX728" fmla="*/ 14744065 w 15276297"/>
              <a:gd name="connsiteY728" fmla="*/ 6347757 h 8133350"/>
              <a:gd name="connsiteX729" fmla="*/ 14758418 w 15276297"/>
              <a:gd name="connsiteY729" fmla="*/ 6326514 h 8133350"/>
              <a:gd name="connsiteX730" fmla="*/ 14744065 w 15276297"/>
              <a:gd name="connsiteY730" fmla="*/ 6305270 h 8133350"/>
              <a:gd name="connsiteX731" fmla="*/ 14734879 w 15276297"/>
              <a:gd name="connsiteY731" fmla="*/ 6303548 h 8133350"/>
              <a:gd name="connsiteX732" fmla="*/ 14711913 w 15276297"/>
              <a:gd name="connsiteY732" fmla="*/ 6326514 h 8133350"/>
              <a:gd name="connsiteX733" fmla="*/ 14734879 w 15276297"/>
              <a:gd name="connsiteY733" fmla="*/ 6349480 h 8133350"/>
              <a:gd name="connsiteX734" fmla="*/ 14008010 w 15276297"/>
              <a:gd name="connsiteY734" fmla="*/ 3295598 h 8133350"/>
              <a:gd name="connsiteX735" fmla="*/ 14030976 w 15276297"/>
              <a:gd name="connsiteY735" fmla="*/ 3272632 h 8133350"/>
              <a:gd name="connsiteX736" fmla="*/ 14008010 w 15276297"/>
              <a:gd name="connsiteY736" fmla="*/ 3249666 h 8133350"/>
              <a:gd name="connsiteX737" fmla="*/ 13985044 w 15276297"/>
              <a:gd name="connsiteY737" fmla="*/ 3272632 h 8133350"/>
              <a:gd name="connsiteX738" fmla="*/ 14008010 w 15276297"/>
              <a:gd name="connsiteY738" fmla="*/ 3295598 h 8133350"/>
              <a:gd name="connsiteX739" fmla="*/ 13836341 w 15276297"/>
              <a:gd name="connsiteY739" fmla="*/ 3295598 h 8133350"/>
              <a:gd name="connsiteX740" fmla="*/ 13859307 w 15276297"/>
              <a:gd name="connsiteY740" fmla="*/ 3272632 h 8133350"/>
              <a:gd name="connsiteX741" fmla="*/ 13859307 w 15276297"/>
              <a:gd name="connsiteY741" fmla="*/ 3272632 h 8133350"/>
              <a:gd name="connsiteX742" fmla="*/ 13857584 w 15276297"/>
              <a:gd name="connsiteY742" fmla="*/ 3263445 h 8133350"/>
              <a:gd name="connsiteX743" fmla="*/ 13836341 w 15276297"/>
              <a:gd name="connsiteY743" fmla="*/ 3249092 h 8133350"/>
              <a:gd name="connsiteX744" fmla="*/ 13815096 w 15276297"/>
              <a:gd name="connsiteY744" fmla="*/ 3263445 h 8133350"/>
              <a:gd name="connsiteX745" fmla="*/ 13813375 w 15276297"/>
              <a:gd name="connsiteY745" fmla="*/ 3272632 h 8133350"/>
              <a:gd name="connsiteX746" fmla="*/ 13813375 w 15276297"/>
              <a:gd name="connsiteY746" fmla="*/ 3272632 h 8133350"/>
              <a:gd name="connsiteX747" fmla="*/ 13836341 w 15276297"/>
              <a:gd name="connsiteY747" fmla="*/ 3295598 h 8133350"/>
              <a:gd name="connsiteX748" fmla="*/ 13922463 w 15276297"/>
              <a:gd name="connsiteY748" fmla="*/ 3295598 h 8133350"/>
              <a:gd name="connsiteX749" fmla="*/ 13945429 w 15276297"/>
              <a:gd name="connsiteY749" fmla="*/ 3272632 h 8133350"/>
              <a:gd name="connsiteX750" fmla="*/ 13922463 w 15276297"/>
              <a:gd name="connsiteY750" fmla="*/ 3249666 h 8133350"/>
              <a:gd name="connsiteX751" fmla="*/ 13899497 w 15276297"/>
              <a:gd name="connsiteY751" fmla="*/ 3272632 h 8133350"/>
              <a:gd name="connsiteX752" fmla="*/ 13922463 w 15276297"/>
              <a:gd name="connsiteY752" fmla="*/ 3295598 h 8133350"/>
              <a:gd name="connsiteX753" fmla="*/ 14008010 w 15276297"/>
              <a:gd name="connsiteY753" fmla="*/ 2984410 h 8133350"/>
              <a:gd name="connsiteX754" fmla="*/ 14030976 w 15276297"/>
              <a:gd name="connsiteY754" fmla="*/ 2961445 h 8133350"/>
              <a:gd name="connsiteX755" fmla="*/ 14008010 w 15276297"/>
              <a:gd name="connsiteY755" fmla="*/ 2938479 h 8133350"/>
              <a:gd name="connsiteX756" fmla="*/ 13985044 w 15276297"/>
              <a:gd name="connsiteY756" fmla="*/ 2961445 h 8133350"/>
              <a:gd name="connsiteX757" fmla="*/ 14008010 w 15276297"/>
              <a:gd name="connsiteY757" fmla="*/ 2984410 h 8133350"/>
              <a:gd name="connsiteX758" fmla="*/ 13985044 w 15276297"/>
              <a:gd name="connsiteY758" fmla="*/ 2754178 h 8133350"/>
              <a:gd name="connsiteX759" fmla="*/ 14008010 w 15276297"/>
              <a:gd name="connsiteY759" fmla="*/ 2777144 h 8133350"/>
              <a:gd name="connsiteX760" fmla="*/ 14030976 w 15276297"/>
              <a:gd name="connsiteY760" fmla="*/ 2754178 h 8133350"/>
              <a:gd name="connsiteX761" fmla="*/ 14008010 w 15276297"/>
              <a:gd name="connsiteY761" fmla="*/ 2731212 h 8133350"/>
              <a:gd name="connsiteX762" fmla="*/ 13985044 w 15276297"/>
              <a:gd name="connsiteY762" fmla="*/ 2754178 h 8133350"/>
              <a:gd name="connsiteX763" fmla="*/ 14008010 w 15276297"/>
              <a:gd name="connsiteY763" fmla="*/ 2881064 h 8133350"/>
              <a:gd name="connsiteX764" fmla="*/ 14030976 w 15276297"/>
              <a:gd name="connsiteY764" fmla="*/ 2858098 h 8133350"/>
              <a:gd name="connsiteX765" fmla="*/ 14008010 w 15276297"/>
              <a:gd name="connsiteY765" fmla="*/ 2835133 h 8133350"/>
              <a:gd name="connsiteX766" fmla="*/ 13985044 w 15276297"/>
              <a:gd name="connsiteY766" fmla="*/ 2858098 h 8133350"/>
              <a:gd name="connsiteX767" fmla="*/ 14008010 w 15276297"/>
              <a:gd name="connsiteY767" fmla="*/ 2881064 h 8133350"/>
              <a:gd name="connsiteX768" fmla="*/ 14008010 w 15276297"/>
              <a:gd name="connsiteY768" fmla="*/ 3191677 h 8133350"/>
              <a:gd name="connsiteX769" fmla="*/ 14030976 w 15276297"/>
              <a:gd name="connsiteY769" fmla="*/ 3168711 h 8133350"/>
              <a:gd name="connsiteX770" fmla="*/ 14008010 w 15276297"/>
              <a:gd name="connsiteY770" fmla="*/ 3145745 h 8133350"/>
              <a:gd name="connsiteX771" fmla="*/ 13985044 w 15276297"/>
              <a:gd name="connsiteY771" fmla="*/ 3168711 h 8133350"/>
              <a:gd name="connsiteX772" fmla="*/ 14008010 w 15276297"/>
              <a:gd name="connsiteY772" fmla="*/ 3191677 h 8133350"/>
              <a:gd name="connsiteX773" fmla="*/ 14008010 w 15276297"/>
              <a:gd name="connsiteY773" fmla="*/ 3088331 h 8133350"/>
              <a:gd name="connsiteX774" fmla="*/ 14030976 w 15276297"/>
              <a:gd name="connsiteY774" fmla="*/ 3065365 h 8133350"/>
              <a:gd name="connsiteX775" fmla="*/ 14008010 w 15276297"/>
              <a:gd name="connsiteY775" fmla="*/ 3042399 h 8133350"/>
              <a:gd name="connsiteX776" fmla="*/ 13985044 w 15276297"/>
              <a:gd name="connsiteY776" fmla="*/ 3065365 h 8133350"/>
              <a:gd name="connsiteX777" fmla="*/ 14008010 w 15276297"/>
              <a:gd name="connsiteY777" fmla="*/ 3088331 h 8133350"/>
              <a:gd name="connsiteX778" fmla="*/ 13922463 w 15276297"/>
              <a:gd name="connsiteY778" fmla="*/ 2881064 h 8133350"/>
              <a:gd name="connsiteX779" fmla="*/ 13945429 w 15276297"/>
              <a:gd name="connsiteY779" fmla="*/ 2858098 h 8133350"/>
              <a:gd name="connsiteX780" fmla="*/ 13922463 w 15276297"/>
              <a:gd name="connsiteY780" fmla="*/ 2835133 h 8133350"/>
              <a:gd name="connsiteX781" fmla="*/ 13899497 w 15276297"/>
              <a:gd name="connsiteY781" fmla="*/ 2858098 h 8133350"/>
              <a:gd name="connsiteX782" fmla="*/ 13922463 w 15276297"/>
              <a:gd name="connsiteY782" fmla="*/ 2881064 h 8133350"/>
              <a:gd name="connsiteX783" fmla="*/ 13836341 w 15276297"/>
              <a:gd name="connsiteY783" fmla="*/ 2777718 h 8133350"/>
              <a:gd name="connsiteX784" fmla="*/ 13859307 w 15276297"/>
              <a:gd name="connsiteY784" fmla="*/ 2754752 h 8133350"/>
              <a:gd name="connsiteX785" fmla="*/ 13859307 w 15276297"/>
              <a:gd name="connsiteY785" fmla="*/ 2754752 h 8133350"/>
              <a:gd name="connsiteX786" fmla="*/ 13857584 w 15276297"/>
              <a:gd name="connsiteY786" fmla="*/ 2745566 h 8133350"/>
              <a:gd name="connsiteX787" fmla="*/ 13836341 w 15276297"/>
              <a:gd name="connsiteY787" fmla="*/ 2731212 h 8133350"/>
              <a:gd name="connsiteX788" fmla="*/ 13815096 w 15276297"/>
              <a:gd name="connsiteY788" fmla="*/ 2745566 h 8133350"/>
              <a:gd name="connsiteX789" fmla="*/ 13813375 w 15276297"/>
              <a:gd name="connsiteY789" fmla="*/ 2754752 h 8133350"/>
              <a:gd name="connsiteX790" fmla="*/ 13813375 w 15276297"/>
              <a:gd name="connsiteY790" fmla="*/ 2754752 h 8133350"/>
              <a:gd name="connsiteX791" fmla="*/ 13836341 w 15276297"/>
              <a:gd name="connsiteY791" fmla="*/ 2777718 h 8133350"/>
              <a:gd name="connsiteX792" fmla="*/ 13922463 w 15276297"/>
              <a:gd name="connsiteY792" fmla="*/ 3088331 h 8133350"/>
              <a:gd name="connsiteX793" fmla="*/ 13945429 w 15276297"/>
              <a:gd name="connsiteY793" fmla="*/ 3065365 h 8133350"/>
              <a:gd name="connsiteX794" fmla="*/ 13922463 w 15276297"/>
              <a:gd name="connsiteY794" fmla="*/ 3042399 h 8133350"/>
              <a:gd name="connsiteX795" fmla="*/ 13899497 w 15276297"/>
              <a:gd name="connsiteY795" fmla="*/ 3065365 h 8133350"/>
              <a:gd name="connsiteX796" fmla="*/ 13922463 w 15276297"/>
              <a:gd name="connsiteY796" fmla="*/ 3088331 h 8133350"/>
              <a:gd name="connsiteX797" fmla="*/ 13836341 w 15276297"/>
              <a:gd name="connsiteY797" fmla="*/ 3191677 h 8133350"/>
              <a:gd name="connsiteX798" fmla="*/ 13859307 w 15276297"/>
              <a:gd name="connsiteY798" fmla="*/ 3168711 h 8133350"/>
              <a:gd name="connsiteX799" fmla="*/ 13859307 w 15276297"/>
              <a:gd name="connsiteY799" fmla="*/ 3168711 h 8133350"/>
              <a:gd name="connsiteX800" fmla="*/ 13857584 w 15276297"/>
              <a:gd name="connsiteY800" fmla="*/ 3159525 h 8133350"/>
              <a:gd name="connsiteX801" fmla="*/ 13836341 w 15276297"/>
              <a:gd name="connsiteY801" fmla="*/ 3145171 h 8133350"/>
              <a:gd name="connsiteX802" fmla="*/ 13827154 w 15276297"/>
              <a:gd name="connsiteY802" fmla="*/ 3146894 h 8133350"/>
              <a:gd name="connsiteX803" fmla="*/ 13815096 w 15276297"/>
              <a:gd name="connsiteY803" fmla="*/ 3158951 h 8133350"/>
              <a:gd name="connsiteX804" fmla="*/ 13813375 w 15276297"/>
              <a:gd name="connsiteY804" fmla="*/ 3168137 h 8133350"/>
              <a:gd name="connsiteX805" fmla="*/ 13836341 w 15276297"/>
              <a:gd name="connsiteY805" fmla="*/ 3191103 h 8133350"/>
              <a:gd name="connsiteX806" fmla="*/ 13922463 w 15276297"/>
              <a:gd name="connsiteY806" fmla="*/ 3191677 h 8133350"/>
              <a:gd name="connsiteX807" fmla="*/ 13945429 w 15276297"/>
              <a:gd name="connsiteY807" fmla="*/ 3168711 h 8133350"/>
              <a:gd name="connsiteX808" fmla="*/ 13922463 w 15276297"/>
              <a:gd name="connsiteY808" fmla="*/ 3145745 h 8133350"/>
              <a:gd name="connsiteX809" fmla="*/ 13899497 w 15276297"/>
              <a:gd name="connsiteY809" fmla="*/ 3168711 h 8133350"/>
              <a:gd name="connsiteX810" fmla="*/ 13922463 w 15276297"/>
              <a:gd name="connsiteY810" fmla="*/ 3191677 h 8133350"/>
              <a:gd name="connsiteX811" fmla="*/ 13922463 w 15276297"/>
              <a:gd name="connsiteY811" fmla="*/ 2777718 h 8133350"/>
              <a:gd name="connsiteX812" fmla="*/ 13945429 w 15276297"/>
              <a:gd name="connsiteY812" fmla="*/ 2754752 h 8133350"/>
              <a:gd name="connsiteX813" fmla="*/ 13922463 w 15276297"/>
              <a:gd name="connsiteY813" fmla="*/ 2731786 h 8133350"/>
              <a:gd name="connsiteX814" fmla="*/ 13899497 w 15276297"/>
              <a:gd name="connsiteY814" fmla="*/ 2754752 h 8133350"/>
              <a:gd name="connsiteX815" fmla="*/ 13922463 w 15276297"/>
              <a:gd name="connsiteY815" fmla="*/ 2777718 h 8133350"/>
              <a:gd name="connsiteX816" fmla="*/ 13922463 w 15276297"/>
              <a:gd name="connsiteY816" fmla="*/ 2984410 h 8133350"/>
              <a:gd name="connsiteX817" fmla="*/ 13945429 w 15276297"/>
              <a:gd name="connsiteY817" fmla="*/ 2961445 h 8133350"/>
              <a:gd name="connsiteX818" fmla="*/ 13922463 w 15276297"/>
              <a:gd name="connsiteY818" fmla="*/ 2938479 h 8133350"/>
              <a:gd name="connsiteX819" fmla="*/ 13899497 w 15276297"/>
              <a:gd name="connsiteY819" fmla="*/ 2961445 h 8133350"/>
              <a:gd name="connsiteX820" fmla="*/ 13922463 w 15276297"/>
              <a:gd name="connsiteY820" fmla="*/ 2984410 h 8133350"/>
              <a:gd name="connsiteX821" fmla="*/ 13836341 w 15276297"/>
              <a:gd name="connsiteY821" fmla="*/ 2984410 h 8133350"/>
              <a:gd name="connsiteX822" fmla="*/ 13859307 w 15276297"/>
              <a:gd name="connsiteY822" fmla="*/ 2961445 h 8133350"/>
              <a:gd name="connsiteX823" fmla="*/ 13859307 w 15276297"/>
              <a:gd name="connsiteY823" fmla="*/ 2961445 h 8133350"/>
              <a:gd name="connsiteX824" fmla="*/ 13857584 w 15276297"/>
              <a:gd name="connsiteY824" fmla="*/ 2952258 h 8133350"/>
              <a:gd name="connsiteX825" fmla="*/ 13836341 w 15276297"/>
              <a:gd name="connsiteY825" fmla="*/ 2937904 h 8133350"/>
              <a:gd name="connsiteX826" fmla="*/ 13815096 w 15276297"/>
              <a:gd name="connsiteY826" fmla="*/ 2952258 h 8133350"/>
              <a:gd name="connsiteX827" fmla="*/ 13813375 w 15276297"/>
              <a:gd name="connsiteY827" fmla="*/ 2961445 h 8133350"/>
              <a:gd name="connsiteX828" fmla="*/ 13813375 w 15276297"/>
              <a:gd name="connsiteY828" fmla="*/ 2961445 h 8133350"/>
              <a:gd name="connsiteX829" fmla="*/ 13836341 w 15276297"/>
              <a:gd name="connsiteY829" fmla="*/ 2984410 h 8133350"/>
              <a:gd name="connsiteX830" fmla="*/ 13836341 w 15276297"/>
              <a:gd name="connsiteY830" fmla="*/ 2881064 h 8133350"/>
              <a:gd name="connsiteX831" fmla="*/ 13857584 w 15276297"/>
              <a:gd name="connsiteY831" fmla="*/ 2866711 h 8133350"/>
              <a:gd name="connsiteX832" fmla="*/ 13859307 w 15276297"/>
              <a:gd name="connsiteY832" fmla="*/ 2857524 h 8133350"/>
              <a:gd name="connsiteX833" fmla="*/ 13836341 w 15276297"/>
              <a:gd name="connsiteY833" fmla="*/ 2834558 h 8133350"/>
              <a:gd name="connsiteX834" fmla="*/ 13813375 w 15276297"/>
              <a:gd name="connsiteY834" fmla="*/ 2857524 h 8133350"/>
              <a:gd name="connsiteX835" fmla="*/ 13815096 w 15276297"/>
              <a:gd name="connsiteY835" fmla="*/ 2866711 h 8133350"/>
              <a:gd name="connsiteX836" fmla="*/ 13836341 w 15276297"/>
              <a:gd name="connsiteY836" fmla="*/ 2881064 h 8133350"/>
              <a:gd name="connsiteX837" fmla="*/ 13836341 w 15276297"/>
              <a:gd name="connsiteY837" fmla="*/ 3088331 h 8133350"/>
              <a:gd name="connsiteX838" fmla="*/ 13857584 w 15276297"/>
              <a:gd name="connsiteY838" fmla="*/ 3073977 h 8133350"/>
              <a:gd name="connsiteX839" fmla="*/ 13859307 w 15276297"/>
              <a:gd name="connsiteY839" fmla="*/ 3064791 h 8133350"/>
              <a:gd name="connsiteX840" fmla="*/ 13836341 w 15276297"/>
              <a:gd name="connsiteY840" fmla="*/ 3041825 h 8133350"/>
              <a:gd name="connsiteX841" fmla="*/ 13813375 w 15276297"/>
              <a:gd name="connsiteY841" fmla="*/ 3064791 h 8133350"/>
              <a:gd name="connsiteX842" fmla="*/ 13815096 w 15276297"/>
              <a:gd name="connsiteY842" fmla="*/ 3073977 h 8133350"/>
              <a:gd name="connsiteX843" fmla="*/ 13836341 w 15276297"/>
              <a:gd name="connsiteY843" fmla="*/ 3088331 h 8133350"/>
              <a:gd name="connsiteX844" fmla="*/ 6151399 w 15276297"/>
              <a:gd name="connsiteY844" fmla="*/ 356545 h 8133350"/>
              <a:gd name="connsiteX845" fmla="*/ 6174364 w 15276297"/>
              <a:gd name="connsiteY845" fmla="*/ 333579 h 8133350"/>
              <a:gd name="connsiteX846" fmla="*/ 6151399 w 15276297"/>
              <a:gd name="connsiteY846" fmla="*/ 310613 h 8133350"/>
              <a:gd name="connsiteX847" fmla="*/ 6128433 w 15276297"/>
              <a:gd name="connsiteY847" fmla="*/ 333579 h 8133350"/>
              <a:gd name="connsiteX848" fmla="*/ 6151399 w 15276297"/>
              <a:gd name="connsiteY848" fmla="*/ 356545 h 8133350"/>
              <a:gd name="connsiteX849" fmla="*/ 6065851 w 15276297"/>
              <a:gd name="connsiteY849" fmla="*/ 253198 h 8133350"/>
              <a:gd name="connsiteX850" fmla="*/ 6088817 w 15276297"/>
              <a:gd name="connsiteY850" fmla="*/ 230233 h 8133350"/>
              <a:gd name="connsiteX851" fmla="*/ 6065851 w 15276297"/>
              <a:gd name="connsiteY851" fmla="*/ 207267 h 8133350"/>
              <a:gd name="connsiteX852" fmla="*/ 6042885 w 15276297"/>
              <a:gd name="connsiteY852" fmla="*/ 230233 h 8133350"/>
              <a:gd name="connsiteX853" fmla="*/ 6065851 w 15276297"/>
              <a:gd name="connsiteY853" fmla="*/ 253198 h 8133350"/>
              <a:gd name="connsiteX854" fmla="*/ 6065851 w 15276297"/>
              <a:gd name="connsiteY854" fmla="*/ 149278 h 8133350"/>
              <a:gd name="connsiteX855" fmla="*/ 6088817 w 15276297"/>
              <a:gd name="connsiteY855" fmla="*/ 126312 h 8133350"/>
              <a:gd name="connsiteX856" fmla="*/ 6065851 w 15276297"/>
              <a:gd name="connsiteY856" fmla="*/ 103346 h 8133350"/>
              <a:gd name="connsiteX857" fmla="*/ 6042885 w 15276297"/>
              <a:gd name="connsiteY857" fmla="*/ 126312 h 8133350"/>
              <a:gd name="connsiteX858" fmla="*/ 6065851 w 15276297"/>
              <a:gd name="connsiteY858" fmla="*/ 149278 h 8133350"/>
              <a:gd name="connsiteX859" fmla="*/ 6151399 w 15276297"/>
              <a:gd name="connsiteY859" fmla="*/ 460465 h 8133350"/>
              <a:gd name="connsiteX860" fmla="*/ 6174364 w 15276297"/>
              <a:gd name="connsiteY860" fmla="*/ 437499 h 8133350"/>
              <a:gd name="connsiteX861" fmla="*/ 6151399 w 15276297"/>
              <a:gd name="connsiteY861" fmla="*/ 414533 h 8133350"/>
              <a:gd name="connsiteX862" fmla="*/ 6128433 w 15276297"/>
              <a:gd name="connsiteY862" fmla="*/ 437499 h 8133350"/>
              <a:gd name="connsiteX863" fmla="*/ 6151399 w 15276297"/>
              <a:gd name="connsiteY863" fmla="*/ 460465 h 8133350"/>
              <a:gd name="connsiteX864" fmla="*/ 6065851 w 15276297"/>
              <a:gd name="connsiteY864" fmla="*/ 45932 h 8133350"/>
              <a:gd name="connsiteX865" fmla="*/ 6088817 w 15276297"/>
              <a:gd name="connsiteY865" fmla="*/ 22966 h 8133350"/>
              <a:gd name="connsiteX866" fmla="*/ 6065851 w 15276297"/>
              <a:gd name="connsiteY866" fmla="*/ 0 h 8133350"/>
              <a:gd name="connsiteX867" fmla="*/ 6042885 w 15276297"/>
              <a:gd name="connsiteY867" fmla="*/ 22966 h 8133350"/>
              <a:gd name="connsiteX868" fmla="*/ 6065851 w 15276297"/>
              <a:gd name="connsiteY868" fmla="*/ 45932 h 8133350"/>
              <a:gd name="connsiteX869" fmla="*/ 6151399 w 15276297"/>
              <a:gd name="connsiteY869" fmla="*/ 149278 h 8133350"/>
              <a:gd name="connsiteX870" fmla="*/ 6174364 w 15276297"/>
              <a:gd name="connsiteY870" fmla="*/ 126312 h 8133350"/>
              <a:gd name="connsiteX871" fmla="*/ 6151399 w 15276297"/>
              <a:gd name="connsiteY871" fmla="*/ 103346 h 8133350"/>
              <a:gd name="connsiteX872" fmla="*/ 6128433 w 15276297"/>
              <a:gd name="connsiteY872" fmla="*/ 126312 h 8133350"/>
              <a:gd name="connsiteX873" fmla="*/ 6151399 w 15276297"/>
              <a:gd name="connsiteY873" fmla="*/ 149278 h 8133350"/>
              <a:gd name="connsiteX874" fmla="*/ 6151399 w 15276297"/>
              <a:gd name="connsiteY874" fmla="*/ 253198 h 8133350"/>
              <a:gd name="connsiteX875" fmla="*/ 6174364 w 15276297"/>
              <a:gd name="connsiteY875" fmla="*/ 230233 h 8133350"/>
              <a:gd name="connsiteX876" fmla="*/ 6151399 w 15276297"/>
              <a:gd name="connsiteY876" fmla="*/ 207267 h 8133350"/>
              <a:gd name="connsiteX877" fmla="*/ 6128433 w 15276297"/>
              <a:gd name="connsiteY877" fmla="*/ 230233 h 8133350"/>
              <a:gd name="connsiteX878" fmla="*/ 6151399 w 15276297"/>
              <a:gd name="connsiteY878" fmla="*/ 253198 h 8133350"/>
              <a:gd name="connsiteX879" fmla="*/ 6151399 w 15276297"/>
              <a:gd name="connsiteY879" fmla="*/ 45932 h 8133350"/>
              <a:gd name="connsiteX880" fmla="*/ 6174364 w 15276297"/>
              <a:gd name="connsiteY880" fmla="*/ 22966 h 8133350"/>
              <a:gd name="connsiteX881" fmla="*/ 6151399 w 15276297"/>
              <a:gd name="connsiteY881" fmla="*/ 0 h 8133350"/>
              <a:gd name="connsiteX882" fmla="*/ 6128433 w 15276297"/>
              <a:gd name="connsiteY882" fmla="*/ 22966 h 8133350"/>
              <a:gd name="connsiteX883" fmla="*/ 6151399 w 15276297"/>
              <a:gd name="connsiteY883" fmla="*/ 45932 h 8133350"/>
              <a:gd name="connsiteX884" fmla="*/ 6065851 w 15276297"/>
              <a:gd name="connsiteY884" fmla="*/ 356545 h 8133350"/>
              <a:gd name="connsiteX885" fmla="*/ 6088817 w 15276297"/>
              <a:gd name="connsiteY885" fmla="*/ 333579 h 8133350"/>
              <a:gd name="connsiteX886" fmla="*/ 6065851 w 15276297"/>
              <a:gd name="connsiteY886" fmla="*/ 310613 h 8133350"/>
              <a:gd name="connsiteX887" fmla="*/ 6042885 w 15276297"/>
              <a:gd name="connsiteY887" fmla="*/ 333579 h 8133350"/>
              <a:gd name="connsiteX888" fmla="*/ 6065851 w 15276297"/>
              <a:gd name="connsiteY888" fmla="*/ 356545 h 8133350"/>
              <a:gd name="connsiteX889" fmla="*/ 6065851 w 15276297"/>
              <a:gd name="connsiteY889" fmla="*/ 460465 h 8133350"/>
              <a:gd name="connsiteX890" fmla="*/ 6088817 w 15276297"/>
              <a:gd name="connsiteY890" fmla="*/ 437499 h 8133350"/>
              <a:gd name="connsiteX891" fmla="*/ 6065851 w 15276297"/>
              <a:gd name="connsiteY891" fmla="*/ 414533 h 8133350"/>
              <a:gd name="connsiteX892" fmla="*/ 6042885 w 15276297"/>
              <a:gd name="connsiteY892" fmla="*/ 437499 h 8133350"/>
              <a:gd name="connsiteX893" fmla="*/ 6065851 w 15276297"/>
              <a:gd name="connsiteY893" fmla="*/ 460465 h 8133350"/>
              <a:gd name="connsiteX894" fmla="*/ 14180829 w 15276297"/>
              <a:gd name="connsiteY894" fmla="*/ 4288296 h 8133350"/>
              <a:gd name="connsiteX895" fmla="*/ 13927630 w 15276297"/>
              <a:gd name="connsiteY895" fmla="*/ 4288296 h 8133350"/>
              <a:gd name="connsiteX896" fmla="*/ 13927630 w 15276297"/>
              <a:gd name="connsiteY896" fmla="*/ 4324467 h 8133350"/>
              <a:gd name="connsiteX897" fmla="*/ 14180829 w 15276297"/>
              <a:gd name="connsiteY897" fmla="*/ 4324467 h 8133350"/>
              <a:gd name="connsiteX898" fmla="*/ 14180829 w 15276297"/>
              <a:gd name="connsiteY898" fmla="*/ 4288296 h 8133350"/>
              <a:gd name="connsiteX899" fmla="*/ 13928204 w 15276297"/>
              <a:gd name="connsiteY899" fmla="*/ 4390494 h 8133350"/>
              <a:gd name="connsiteX900" fmla="*/ 14181402 w 15276297"/>
              <a:gd name="connsiteY900" fmla="*/ 4390494 h 8133350"/>
              <a:gd name="connsiteX901" fmla="*/ 14181402 w 15276297"/>
              <a:gd name="connsiteY901" fmla="*/ 4354322 h 8133350"/>
              <a:gd name="connsiteX902" fmla="*/ 13928204 w 15276297"/>
              <a:gd name="connsiteY902" fmla="*/ 4354322 h 8133350"/>
              <a:gd name="connsiteX903" fmla="*/ 13928204 w 15276297"/>
              <a:gd name="connsiteY903" fmla="*/ 4390494 h 8133350"/>
              <a:gd name="connsiteX904" fmla="*/ 14532205 w 15276297"/>
              <a:gd name="connsiteY904" fmla="*/ 4288296 h 8133350"/>
              <a:gd name="connsiteX905" fmla="*/ 14279007 w 15276297"/>
              <a:gd name="connsiteY905" fmla="*/ 4288296 h 8133350"/>
              <a:gd name="connsiteX906" fmla="*/ 14279007 w 15276297"/>
              <a:gd name="connsiteY906" fmla="*/ 4324467 h 8133350"/>
              <a:gd name="connsiteX907" fmla="*/ 14532205 w 15276297"/>
              <a:gd name="connsiteY907" fmla="*/ 4324467 h 8133350"/>
              <a:gd name="connsiteX908" fmla="*/ 14532205 w 15276297"/>
              <a:gd name="connsiteY908" fmla="*/ 4288296 h 8133350"/>
              <a:gd name="connsiteX909" fmla="*/ 14279007 w 15276297"/>
              <a:gd name="connsiteY909" fmla="*/ 4390494 h 8133350"/>
              <a:gd name="connsiteX910" fmla="*/ 14532205 w 15276297"/>
              <a:gd name="connsiteY910" fmla="*/ 4390494 h 8133350"/>
              <a:gd name="connsiteX911" fmla="*/ 14532205 w 15276297"/>
              <a:gd name="connsiteY911" fmla="*/ 4354322 h 8133350"/>
              <a:gd name="connsiteX912" fmla="*/ 14279007 w 15276297"/>
              <a:gd name="connsiteY912" fmla="*/ 4354322 h 8133350"/>
              <a:gd name="connsiteX913" fmla="*/ 14279007 w 15276297"/>
              <a:gd name="connsiteY913" fmla="*/ 4390494 h 8133350"/>
              <a:gd name="connsiteX914" fmla="*/ 14630384 w 15276297"/>
              <a:gd name="connsiteY914" fmla="*/ 4323893 h 8133350"/>
              <a:gd name="connsiteX915" fmla="*/ 14883582 w 15276297"/>
              <a:gd name="connsiteY915" fmla="*/ 4323893 h 8133350"/>
              <a:gd name="connsiteX916" fmla="*/ 14883582 w 15276297"/>
              <a:gd name="connsiteY916" fmla="*/ 4287722 h 8133350"/>
              <a:gd name="connsiteX917" fmla="*/ 14630384 w 15276297"/>
              <a:gd name="connsiteY917" fmla="*/ 4287722 h 8133350"/>
              <a:gd name="connsiteX918" fmla="*/ 14630384 w 15276297"/>
              <a:gd name="connsiteY918" fmla="*/ 4323893 h 8133350"/>
              <a:gd name="connsiteX919" fmla="*/ 14630384 w 15276297"/>
              <a:gd name="connsiteY919" fmla="*/ 4390494 h 8133350"/>
              <a:gd name="connsiteX920" fmla="*/ 14883582 w 15276297"/>
              <a:gd name="connsiteY920" fmla="*/ 4390494 h 8133350"/>
              <a:gd name="connsiteX921" fmla="*/ 14883582 w 15276297"/>
              <a:gd name="connsiteY921" fmla="*/ 4354322 h 8133350"/>
              <a:gd name="connsiteX922" fmla="*/ 14630384 w 15276297"/>
              <a:gd name="connsiteY922" fmla="*/ 4354322 h 8133350"/>
              <a:gd name="connsiteX923" fmla="*/ 14630384 w 15276297"/>
              <a:gd name="connsiteY923" fmla="*/ 4390494 h 8133350"/>
              <a:gd name="connsiteX924" fmla="*/ 3996055 w 15276297"/>
              <a:gd name="connsiteY924" fmla="*/ 2281082 h 8133350"/>
              <a:gd name="connsiteX925" fmla="*/ 4249254 w 15276297"/>
              <a:gd name="connsiteY925" fmla="*/ 2281082 h 8133350"/>
              <a:gd name="connsiteX926" fmla="*/ 4249254 w 15276297"/>
              <a:gd name="connsiteY926" fmla="*/ 2244911 h 8133350"/>
              <a:gd name="connsiteX927" fmla="*/ 3996055 w 15276297"/>
              <a:gd name="connsiteY927" fmla="*/ 2244911 h 8133350"/>
              <a:gd name="connsiteX928" fmla="*/ 3996055 w 15276297"/>
              <a:gd name="connsiteY928" fmla="*/ 2281082 h 8133350"/>
              <a:gd name="connsiteX929" fmla="*/ 3996055 w 15276297"/>
              <a:gd name="connsiteY929" fmla="*/ 2347109 h 8133350"/>
              <a:gd name="connsiteX930" fmla="*/ 4249254 w 15276297"/>
              <a:gd name="connsiteY930" fmla="*/ 2347109 h 8133350"/>
              <a:gd name="connsiteX931" fmla="*/ 4249254 w 15276297"/>
              <a:gd name="connsiteY931" fmla="*/ 2310937 h 8133350"/>
              <a:gd name="connsiteX932" fmla="*/ 3996055 w 15276297"/>
              <a:gd name="connsiteY932" fmla="*/ 2310937 h 8133350"/>
              <a:gd name="connsiteX933" fmla="*/ 3996055 w 15276297"/>
              <a:gd name="connsiteY933" fmla="*/ 2347109 h 8133350"/>
              <a:gd name="connsiteX934" fmla="*/ 4600631 w 15276297"/>
              <a:gd name="connsiteY934" fmla="*/ 2244911 h 8133350"/>
              <a:gd name="connsiteX935" fmla="*/ 4347433 w 15276297"/>
              <a:gd name="connsiteY935" fmla="*/ 2244911 h 8133350"/>
              <a:gd name="connsiteX936" fmla="*/ 4347433 w 15276297"/>
              <a:gd name="connsiteY936" fmla="*/ 2281082 h 8133350"/>
              <a:gd name="connsiteX937" fmla="*/ 4600631 w 15276297"/>
              <a:gd name="connsiteY937" fmla="*/ 2281082 h 8133350"/>
              <a:gd name="connsiteX938" fmla="*/ 4600631 w 15276297"/>
              <a:gd name="connsiteY938" fmla="*/ 2244911 h 8133350"/>
              <a:gd name="connsiteX939" fmla="*/ 4600631 w 15276297"/>
              <a:gd name="connsiteY939" fmla="*/ 2311511 h 8133350"/>
              <a:gd name="connsiteX940" fmla="*/ 4347433 w 15276297"/>
              <a:gd name="connsiteY940" fmla="*/ 2311511 h 8133350"/>
              <a:gd name="connsiteX941" fmla="*/ 4347433 w 15276297"/>
              <a:gd name="connsiteY941" fmla="*/ 2347683 h 8133350"/>
              <a:gd name="connsiteX942" fmla="*/ 4600631 w 15276297"/>
              <a:gd name="connsiteY942" fmla="*/ 2347683 h 8133350"/>
              <a:gd name="connsiteX943" fmla="*/ 4600631 w 15276297"/>
              <a:gd name="connsiteY943" fmla="*/ 2311511 h 8133350"/>
              <a:gd name="connsiteX944" fmla="*/ 4951434 w 15276297"/>
              <a:gd name="connsiteY944" fmla="*/ 2244911 h 8133350"/>
              <a:gd name="connsiteX945" fmla="*/ 4698236 w 15276297"/>
              <a:gd name="connsiteY945" fmla="*/ 2244911 h 8133350"/>
              <a:gd name="connsiteX946" fmla="*/ 4698236 w 15276297"/>
              <a:gd name="connsiteY946" fmla="*/ 2281082 h 8133350"/>
              <a:gd name="connsiteX947" fmla="*/ 4951434 w 15276297"/>
              <a:gd name="connsiteY947" fmla="*/ 2281082 h 8133350"/>
              <a:gd name="connsiteX948" fmla="*/ 4951434 w 15276297"/>
              <a:gd name="connsiteY948" fmla="*/ 2244911 h 8133350"/>
              <a:gd name="connsiteX949" fmla="*/ 4698236 w 15276297"/>
              <a:gd name="connsiteY949" fmla="*/ 2347109 h 8133350"/>
              <a:gd name="connsiteX950" fmla="*/ 4951434 w 15276297"/>
              <a:gd name="connsiteY950" fmla="*/ 2347109 h 8133350"/>
              <a:gd name="connsiteX951" fmla="*/ 4951434 w 15276297"/>
              <a:gd name="connsiteY951" fmla="*/ 2310937 h 8133350"/>
              <a:gd name="connsiteX952" fmla="*/ 4698236 w 15276297"/>
              <a:gd name="connsiteY952" fmla="*/ 2310937 h 8133350"/>
              <a:gd name="connsiteX953" fmla="*/ 4698236 w 15276297"/>
              <a:gd name="connsiteY953" fmla="*/ 2347109 h 8133350"/>
              <a:gd name="connsiteX954" fmla="*/ 10147453 w 15276297"/>
              <a:gd name="connsiteY954" fmla="*/ 7215865 h 8133350"/>
              <a:gd name="connsiteX955" fmla="*/ 10400652 w 15276297"/>
              <a:gd name="connsiteY955" fmla="*/ 7215865 h 8133350"/>
              <a:gd name="connsiteX956" fmla="*/ 10400652 w 15276297"/>
              <a:gd name="connsiteY956" fmla="*/ 7179694 h 8133350"/>
              <a:gd name="connsiteX957" fmla="*/ 10147453 w 15276297"/>
              <a:gd name="connsiteY957" fmla="*/ 7179694 h 8133350"/>
              <a:gd name="connsiteX958" fmla="*/ 10147453 w 15276297"/>
              <a:gd name="connsiteY958" fmla="*/ 7215865 h 8133350"/>
              <a:gd name="connsiteX959" fmla="*/ 10147453 w 15276297"/>
              <a:gd name="connsiteY959" fmla="*/ 7282467 h 8133350"/>
              <a:gd name="connsiteX960" fmla="*/ 10400652 w 15276297"/>
              <a:gd name="connsiteY960" fmla="*/ 7282467 h 8133350"/>
              <a:gd name="connsiteX961" fmla="*/ 10400652 w 15276297"/>
              <a:gd name="connsiteY961" fmla="*/ 7246295 h 8133350"/>
              <a:gd name="connsiteX962" fmla="*/ 10147453 w 15276297"/>
              <a:gd name="connsiteY962" fmla="*/ 7246295 h 8133350"/>
              <a:gd name="connsiteX963" fmla="*/ 10147453 w 15276297"/>
              <a:gd name="connsiteY963" fmla="*/ 7282467 h 8133350"/>
              <a:gd name="connsiteX964" fmla="*/ 665435 w 15276297"/>
              <a:gd name="connsiteY964" fmla="*/ 3138281 h 8133350"/>
              <a:gd name="connsiteX965" fmla="*/ 918633 w 15276297"/>
              <a:gd name="connsiteY965" fmla="*/ 3138281 h 8133350"/>
              <a:gd name="connsiteX966" fmla="*/ 918633 w 15276297"/>
              <a:gd name="connsiteY966" fmla="*/ 3102110 h 8133350"/>
              <a:gd name="connsiteX967" fmla="*/ 665435 w 15276297"/>
              <a:gd name="connsiteY967" fmla="*/ 3102110 h 8133350"/>
              <a:gd name="connsiteX968" fmla="*/ 665435 w 15276297"/>
              <a:gd name="connsiteY968" fmla="*/ 3138281 h 8133350"/>
              <a:gd name="connsiteX969" fmla="*/ 665435 w 15276297"/>
              <a:gd name="connsiteY969" fmla="*/ 3204882 h 8133350"/>
              <a:gd name="connsiteX970" fmla="*/ 918633 w 15276297"/>
              <a:gd name="connsiteY970" fmla="*/ 3204882 h 8133350"/>
              <a:gd name="connsiteX971" fmla="*/ 918633 w 15276297"/>
              <a:gd name="connsiteY971" fmla="*/ 3168711 h 8133350"/>
              <a:gd name="connsiteX972" fmla="*/ 665435 w 15276297"/>
              <a:gd name="connsiteY972" fmla="*/ 3168711 h 8133350"/>
              <a:gd name="connsiteX973" fmla="*/ 665435 w 15276297"/>
              <a:gd name="connsiteY973" fmla="*/ 3204882 h 8133350"/>
              <a:gd name="connsiteX974" fmla="*/ 5844231 w 15276297"/>
              <a:gd name="connsiteY974" fmla="*/ 5953319 h 8133350"/>
              <a:gd name="connsiteX975" fmla="*/ 6097429 w 15276297"/>
              <a:gd name="connsiteY975" fmla="*/ 5953319 h 8133350"/>
              <a:gd name="connsiteX976" fmla="*/ 6097429 w 15276297"/>
              <a:gd name="connsiteY976" fmla="*/ 5917148 h 8133350"/>
              <a:gd name="connsiteX977" fmla="*/ 5844231 w 15276297"/>
              <a:gd name="connsiteY977" fmla="*/ 5917148 h 8133350"/>
              <a:gd name="connsiteX978" fmla="*/ 5844231 w 15276297"/>
              <a:gd name="connsiteY978" fmla="*/ 5953319 h 8133350"/>
              <a:gd name="connsiteX979" fmla="*/ 5844231 w 15276297"/>
              <a:gd name="connsiteY979" fmla="*/ 6019920 h 8133350"/>
              <a:gd name="connsiteX980" fmla="*/ 6097429 w 15276297"/>
              <a:gd name="connsiteY980" fmla="*/ 6019920 h 8133350"/>
              <a:gd name="connsiteX981" fmla="*/ 6097429 w 15276297"/>
              <a:gd name="connsiteY981" fmla="*/ 5983748 h 8133350"/>
              <a:gd name="connsiteX982" fmla="*/ 5844231 w 15276297"/>
              <a:gd name="connsiteY982" fmla="*/ 5983748 h 8133350"/>
              <a:gd name="connsiteX983" fmla="*/ 5844231 w 15276297"/>
              <a:gd name="connsiteY983" fmla="*/ 6019920 h 8133350"/>
              <a:gd name="connsiteX984" fmla="*/ 9073227 w 15276297"/>
              <a:gd name="connsiteY984" fmla="*/ 6654351 h 8133350"/>
              <a:gd name="connsiteX985" fmla="*/ 9271881 w 15276297"/>
              <a:gd name="connsiteY985" fmla="*/ 6654351 h 8133350"/>
              <a:gd name="connsiteX986" fmla="*/ 9271881 w 15276297"/>
              <a:gd name="connsiteY986" fmla="*/ 6618180 h 8133350"/>
              <a:gd name="connsiteX987" fmla="*/ 9073227 w 15276297"/>
              <a:gd name="connsiteY987" fmla="*/ 6618180 h 8133350"/>
              <a:gd name="connsiteX988" fmla="*/ 9073227 w 15276297"/>
              <a:gd name="connsiteY988" fmla="*/ 6654351 h 8133350"/>
              <a:gd name="connsiteX989" fmla="*/ 9073227 w 15276297"/>
              <a:gd name="connsiteY989" fmla="*/ 6576841 h 8133350"/>
              <a:gd name="connsiteX990" fmla="*/ 9271881 w 15276297"/>
              <a:gd name="connsiteY990" fmla="*/ 6576841 h 8133350"/>
              <a:gd name="connsiteX991" fmla="*/ 9271881 w 15276297"/>
              <a:gd name="connsiteY991" fmla="*/ 6540670 h 8133350"/>
              <a:gd name="connsiteX992" fmla="*/ 9073227 w 15276297"/>
              <a:gd name="connsiteY992" fmla="*/ 6540670 h 8133350"/>
              <a:gd name="connsiteX993" fmla="*/ 9073227 w 15276297"/>
              <a:gd name="connsiteY993" fmla="*/ 6576841 h 8133350"/>
              <a:gd name="connsiteX994" fmla="*/ 9073227 w 15276297"/>
              <a:gd name="connsiteY994" fmla="*/ 6720952 h 8133350"/>
              <a:gd name="connsiteX995" fmla="*/ 9271881 w 15276297"/>
              <a:gd name="connsiteY995" fmla="*/ 6720952 h 8133350"/>
              <a:gd name="connsiteX996" fmla="*/ 9271881 w 15276297"/>
              <a:gd name="connsiteY996" fmla="*/ 6684780 h 8133350"/>
              <a:gd name="connsiteX997" fmla="*/ 9073227 w 15276297"/>
              <a:gd name="connsiteY997" fmla="*/ 6684780 h 8133350"/>
              <a:gd name="connsiteX998" fmla="*/ 9073227 w 15276297"/>
              <a:gd name="connsiteY998" fmla="*/ 6720952 h 8133350"/>
              <a:gd name="connsiteX999" fmla="*/ 9073227 w 15276297"/>
              <a:gd name="connsiteY999" fmla="*/ 6366129 h 8133350"/>
              <a:gd name="connsiteX1000" fmla="*/ 9271881 w 15276297"/>
              <a:gd name="connsiteY1000" fmla="*/ 6366129 h 8133350"/>
              <a:gd name="connsiteX1001" fmla="*/ 9271881 w 15276297"/>
              <a:gd name="connsiteY1001" fmla="*/ 6329959 h 8133350"/>
              <a:gd name="connsiteX1002" fmla="*/ 9073227 w 15276297"/>
              <a:gd name="connsiteY1002" fmla="*/ 6329959 h 8133350"/>
              <a:gd name="connsiteX1003" fmla="*/ 9073227 w 15276297"/>
              <a:gd name="connsiteY1003" fmla="*/ 6366129 h 8133350"/>
              <a:gd name="connsiteX1004" fmla="*/ 9073227 w 15276297"/>
              <a:gd name="connsiteY1004" fmla="*/ 6432731 h 8133350"/>
              <a:gd name="connsiteX1005" fmla="*/ 9271881 w 15276297"/>
              <a:gd name="connsiteY1005" fmla="*/ 6432731 h 8133350"/>
              <a:gd name="connsiteX1006" fmla="*/ 9271881 w 15276297"/>
              <a:gd name="connsiteY1006" fmla="*/ 6396559 h 8133350"/>
              <a:gd name="connsiteX1007" fmla="*/ 9073227 w 15276297"/>
              <a:gd name="connsiteY1007" fmla="*/ 6396559 h 8133350"/>
              <a:gd name="connsiteX1008" fmla="*/ 9073227 w 15276297"/>
              <a:gd name="connsiteY1008" fmla="*/ 6432731 h 8133350"/>
              <a:gd name="connsiteX1009" fmla="*/ 9073227 w 15276297"/>
              <a:gd name="connsiteY1009" fmla="*/ 6510241 h 8133350"/>
              <a:gd name="connsiteX1010" fmla="*/ 9271881 w 15276297"/>
              <a:gd name="connsiteY1010" fmla="*/ 6510241 h 8133350"/>
              <a:gd name="connsiteX1011" fmla="*/ 9271881 w 15276297"/>
              <a:gd name="connsiteY1011" fmla="*/ 6474069 h 8133350"/>
              <a:gd name="connsiteX1012" fmla="*/ 9073227 w 15276297"/>
              <a:gd name="connsiteY1012" fmla="*/ 6474069 h 8133350"/>
              <a:gd name="connsiteX1013" fmla="*/ 9073227 w 15276297"/>
              <a:gd name="connsiteY1013" fmla="*/ 6510241 h 8133350"/>
              <a:gd name="connsiteX1014" fmla="*/ 9364893 w 15276297"/>
              <a:gd name="connsiteY1014" fmla="*/ 1242452 h 8133350"/>
              <a:gd name="connsiteX1015" fmla="*/ 9220782 w 15276297"/>
              <a:gd name="connsiteY1015" fmla="*/ 1242452 h 8133350"/>
              <a:gd name="connsiteX1016" fmla="*/ 9220782 w 15276297"/>
              <a:gd name="connsiteY1016" fmla="*/ 1268288 h 8133350"/>
              <a:gd name="connsiteX1017" fmla="*/ 9364893 w 15276297"/>
              <a:gd name="connsiteY1017" fmla="*/ 1268288 h 8133350"/>
              <a:gd name="connsiteX1018" fmla="*/ 9364893 w 15276297"/>
              <a:gd name="connsiteY1018" fmla="*/ 1242452 h 8133350"/>
              <a:gd name="connsiteX1019" fmla="*/ 9364893 w 15276297"/>
              <a:gd name="connsiteY1019" fmla="*/ 1033463 h 8133350"/>
              <a:gd name="connsiteX1020" fmla="*/ 9220782 w 15276297"/>
              <a:gd name="connsiteY1020" fmla="*/ 1033463 h 8133350"/>
              <a:gd name="connsiteX1021" fmla="*/ 9220782 w 15276297"/>
              <a:gd name="connsiteY1021" fmla="*/ 1059299 h 8133350"/>
              <a:gd name="connsiteX1022" fmla="*/ 9364893 w 15276297"/>
              <a:gd name="connsiteY1022" fmla="*/ 1059299 h 8133350"/>
              <a:gd name="connsiteX1023" fmla="*/ 9364893 w 15276297"/>
              <a:gd name="connsiteY1023" fmla="*/ 1033463 h 8133350"/>
              <a:gd name="connsiteX1024" fmla="*/ 9364893 w 15276297"/>
              <a:gd name="connsiteY1024" fmla="*/ 1186185 h 8133350"/>
              <a:gd name="connsiteX1025" fmla="*/ 9220782 w 15276297"/>
              <a:gd name="connsiteY1025" fmla="*/ 1186185 h 8133350"/>
              <a:gd name="connsiteX1026" fmla="*/ 9220782 w 15276297"/>
              <a:gd name="connsiteY1026" fmla="*/ 1212022 h 8133350"/>
              <a:gd name="connsiteX1027" fmla="*/ 9364893 w 15276297"/>
              <a:gd name="connsiteY1027" fmla="*/ 1212022 h 8133350"/>
              <a:gd name="connsiteX1028" fmla="*/ 9364893 w 15276297"/>
              <a:gd name="connsiteY1028" fmla="*/ 1186185 h 8133350"/>
              <a:gd name="connsiteX1029" fmla="*/ 9364893 w 15276297"/>
              <a:gd name="connsiteY1029" fmla="*/ 1137957 h 8133350"/>
              <a:gd name="connsiteX1030" fmla="*/ 9220782 w 15276297"/>
              <a:gd name="connsiteY1030" fmla="*/ 1137957 h 8133350"/>
              <a:gd name="connsiteX1031" fmla="*/ 9220782 w 15276297"/>
              <a:gd name="connsiteY1031" fmla="*/ 1163794 h 8133350"/>
              <a:gd name="connsiteX1032" fmla="*/ 9364893 w 15276297"/>
              <a:gd name="connsiteY1032" fmla="*/ 1163794 h 8133350"/>
              <a:gd name="connsiteX1033" fmla="*/ 9364893 w 15276297"/>
              <a:gd name="connsiteY1033" fmla="*/ 1137957 h 8133350"/>
              <a:gd name="connsiteX1034" fmla="*/ 9364893 w 15276297"/>
              <a:gd name="connsiteY1034" fmla="*/ 1081691 h 8133350"/>
              <a:gd name="connsiteX1035" fmla="*/ 9220782 w 15276297"/>
              <a:gd name="connsiteY1035" fmla="*/ 1081691 h 8133350"/>
              <a:gd name="connsiteX1036" fmla="*/ 9220782 w 15276297"/>
              <a:gd name="connsiteY1036" fmla="*/ 1107527 h 8133350"/>
              <a:gd name="connsiteX1037" fmla="*/ 9364893 w 15276297"/>
              <a:gd name="connsiteY1037" fmla="*/ 1107527 h 8133350"/>
              <a:gd name="connsiteX1038" fmla="*/ 9364893 w 15276297"/>
              <a:gd name="connsiteY1038" fmla="*/ 1081691 h 8133350"/>
              <a:gd name="connsiteX1039" fmla="*/ 9220782 w 15276297"/>
              <a:gd name="connsiteY1039" fmla="*/ 1290680 h 8133350"/>
              <a:gd name="connsiteX1040" fmla="*/ 9220782 w 15276297"/>
              <a:gd name="connsiteY1040" fmla="*/ 1316517 h 8133350"/>
              <a:gd name="connsiteX1041" fmla="*/ 9364893 w 15276297"/>
              <a:gd name="connsiteY1041" fmla="*/ 1316517 h 8133350"/>
              <a:gd name="connsiteX1042" fmla="*/ 9364893 w 15276297"/>
              <a:gd name="connsiteY1042" fmla="*/ 1290680 h 8133350"/>
              <a:gd name="connsiteX1043" fmla="*/ 9220782 w 15276297"/>
              <a:gd name="connsiteY1043" fmla="*/ 1290680 h 8133350"/>
              <a:gd name="connsiteX1044" fmla="*/ 6629088 w 15276297"/>
              <a:gd name="connsiteY1044" fmla="*/ 228510 h 8133350"/>
              <a:gd name="connsiteX1045" fmla="*/ 6882287 w 15276297"/>
              <a:gd name="connsiteY1045" fmla="*/ 228510 h 8133350"/>
              <a:gd name="connsiteX1046" fmla="*/ 6882287 w 15276297"/>
              <a:gd name="connsiteY1046" fmla="*/ 192339 h 8133350"/>
              <a:gd name="connsiteX1047" fmla="*/ 6629088 w 15276297"/>
              <a:gd name="connsiteY1047" fmla="*/ 192339 h 8133350"/>
              <a:gd name="connsiteX1048" fmla="*/ 6629088 w 15276297"/>
              <a:gd name="connsiteY1048" fmla="*/ 228510 h 8133350"/>
              <a:gd name="connsiteX1049" fmla="*/ 6629088 w 15276297"/>
              <a:gd name="connsiteY1049" fmla="*/ 294537 h 8133350"/>
              <a:gd name="connsiteX1050" fmla="*/ 6882287 w 15276297"/>
              <a:gd name="connsiteY1050" fmla="*/ 294537 h 8133350"/>
              <a:gd name="connsiteX1051" fmla="*/ 6882287 w 15276297"/>
              <a:gd name="connsiteY1051" fmla="*/ 258366 h 8133350"/>
              <a:gd name="connsiteX1052" fmla="*/ 6629088 w 15276297"/>
              <a:gd name="connsiteY1052" fmla="*/ 258366 h 8133350"/>
              <a:gd name="connsiteX1053" fmla="*/ 6629088 w 15276297"/>
              <a:gd name="connsiteY1053" fmla="*/ 294537 h 8133350"/>
              <a:gd name="connsiteX1054" fmla="*/ 2945942 w 15276297"/>
              <a:gd name="connsiteY1054" fmla="*/ 3386887 h 8133350"/>
              <a:gd name="connsiteX1055" fmla="*/ 3013117 w 15276297"/>
              <a:gd name="connsiteY1055" fmla="*/ 3386887 h 8133350"/>
              <a:gd name="connsiteX1056" fmla="*/ 3049863 w 15276297"/>
              <a:gd name="connsiteY1056" fmla="*/ 3350141 h 8133350"/>
              <a:gd name="connsiteX1057" fmla="*/ 3049863 w 15276297"/>
              <a:gd name="connsiteY1057" fmla="*/ 3282966 h 8133350"/>
              <a:gd name="connsiteX1058" fmla="*/ 3013117 w 15276297"/>
              <a:gd name="connsiteY1058" fmla="*/ 3246221 h 8133350"/>
              <a:gd name="connsiteX1059" fmla="*/ 2945942 w 15276297"/>
              <a:gd name="connsiteY1059" fmla="*/ 3246221 h 8133350"/>
              <a:gd name="connsiteX1060" fmla="*/ 2909197 w 15276297"/>
              <a:gd name="connsiteY1060" fmla="*/ 3282966 h 8133350"/>
              <a:gd name="connsiteX1061" fmla="*/ 2909197 w 15276297"/>
              <a:gd name="connsiteY1061" fmla="*/ 3350141 h 8133350"/>
              <a:gd name="connsiteX1062" fmla="*/ 2945942 w 15276297"/>
              <a:gd name="connsiteY1062" fmla="*/ 3386887 h 8133350"/>
              <a:gd name="connsiteX1063" fmla="*/ 3049289 w 15276297"/>
              <a:gd name="connsiteY1063" fmla="*/ 3573484 h 8133350"/>
              <a:gd name="connsiteX1064" fmla="*/ 3049289 w 15276297"/>
              <a:gd name="connsiteY1064" fmla="*/ 3506309 h 8133350"/>
              <a:gd name="connsiteX1065" fmla="*/ 3012543 w 15276297"/>
              <a:gd name="connsiteY1065" fmla="*/ 3469564 h 8133350"/>
              <a:gd name="connsiteX1066" fmla="*/ 2945368 w 15276297"/>
              <a:gd name="connsiteY1066" fmla="*/ 3469564 h 8133350"/>
              <a:gd name="connsiteX1067" fmla="*/ 2908623 w 15276297"/>
              <a:gd name="connsiteY1067" fmla="*/ 3506309 h 8133350"/>
              <a:gd name="connsiteX1068" fmla="*/ 2908623 w 15276297"/>
              <a:gd name="connsiteY1068" fmla="*/ 3573484 h 8133350"/>
              <a:gd name="connsiteX1069" fmla="*/ 2945368 w 15276297"/>
              <a:gd name="connsiteY1069" fmla="*/ 3610229 h 8133350"/>
              <a:gd name="connsiteX1070" fmla="*/ 3012543 w 15276297"/>
              <a:gd name="connsiteY1070" fmla="*/ 3610229 h 8133350"/>
              <a:gd name="connsiteX1071" fmla="*/ 3049289 w 15276297"/>
              <a:gd name="connsiteY1071" fmla="*/ 3573484 h 8133350"/>
              <a:gd name="connsiteX1072" fmla="*/ 2826520 w 15276297"/>
              <a:gd name="connsiteY1072" fmla="*/ 3506309 h 8133350"/>
              <a:gd name="connsiteX1073" fmla="*/ 2789775 w 15276297"/>
              <a:gd name="connsiteY1073" fmla="*/ 3469564 h 8133350"/>
              <a:gd name="connsiteX1074" fmla="*/ 2722600 w 15276297"/>
              <a:gd name="connsiteY1074" fmla="*/ 3469564 h 8133350"/>
              <a:gd name="connsiteX1075" fmla="*/ 2685854 w 15276297"/>
              <a:gd name="connsiteY1075" fmla="*/ 3506309 h 8133350"/>
              <a:gd name="connsiteX1076" fmla="*/ 2685854 w 15276297"/>
              <a:gd name="connsiteY1076" fmla="*/ 3573484 h 8133350"/>
              <a:gd name="connsiteX1077" fmla="*/ 2722600 w 15276297"/>
              <a:gd name="connsiteY1077" fmla="*/ 3610229 h 8133350"/>
              <a:gd name="connsiteX1078" fmla="*/ 2789775 w 15276297"/>
              <a:gd name="connsiteY1078" fmla="*/ 3610229 h 8133350"/>
              <a:gd name="connsiteX1079" fmla="*/ 2826520 w 15276297"/>
              <a:gd name="connsiteY1079" fmla="*/ 3573484 h 8133350"/>
              <a:gd name="connsiteX1080" fmla="*/ 2826520 w 15276297"/>
              <a:gd name="connsiteY1080" fmla="*/ 3506309 h 8133350"/>
              <a:gd name="connsiteX1081" fmla="*/ 2722600 w 15276297"/>
              <a:gd name="connsiteY1081" fmla="*/ 3386887 h 8133350"/>
              <a:gd name="connsiteX1082" fmla="*/ 2789775 w 15276297"/>
              <a:gd name="connsiteY1082" fmla="*/ 3386887 h 8133350"/>
              <a:gd name="connsiteX1083" fmla="*/ 2826520 w 15276297"/>
              <a:gd name="connsiteY1083" fmla="*/ 3350141 h 8133350"/>
              <a:gd name="connsiteX1084" fmla="*/ 2826520 w 15276297"/>
              <a:gd name="connsiteY1084" fmla="*/ 3282966 h 8133350"/>
              <a:gd name="connsiteX1085" fmla="*/ 2789775 w 15276297"/>
              <a:gd name="connsiteY1085" fmla="*/ 3246221 h 8133350"/>
              <a:gd name="connsiteX1086" fmla="*/ 2722600 w 15276297"/>
              <a:gd name="connsiteY1086" fmla="*/ 3246221 h 8133350"/>
              <a:gd name="connsiteX1087" fmla="*/ 2685854 w 15276297"/>
              <a:gd name="connsiteY1087" fmla="*/ 3282966 h 8133350"/>
              <a:gd name="connsiteX1088" fmla="*/ 2685854 w 15276297"/>
              <a:gd name="connsiteY1088" fmla="*/ 3350141 h 8133350"/>
              <a:gd name="connsiteX1089" fmla="*/ 2722600 w 15276297"/>
              <a:gd name="connsiteY1089" fmla="*/ 3386887 h 8133350"/>
              <a:gd name="connsiteX1090" fmla="*/ 9967746 w 15276297"/>
              <a:gd name="connsiteY1090" fmla="*/ 7885320 h 8133350"/>
              <a:gd name="connsiteX1091" fmla="*/ 9902867 w 15276297"/>
              <a:gd name="connsiteY1091" fmla="*/ 7885320 h 8133350"/>
              <a:gd name="connsiteX1092" fmla="*/ 9887366 w 15276297"/>
              <a:gd name="connsiteY1092" fmla="*/ 7900822 h 8133350"/>
              <a:gd name="connsiteX1093" fmla="*/ 9887366 w 15276297"/>
              <a:gd name="connsiteY1093" fmla="*/ 7965700 h 8133350"/>
              <a:gd name="connsiteX1094" fmla="*/ 9902867 w 15276297"/>
              <a:gd name="connsiteY1094" fmla="*/ 7981202 h 8133350"/>
              <a:gd name="connsiteX1095" fmla="*/ 9967746 w 15276297"/>
              <a:gd name="connsiteY1095" fmla="*/ 7981202 h 8133350"/>
              <a:gd name="connsiteX1096" fmla="*/ 9983248 w 15276297"/>
              <a:gd name="connsiteY1096" fmla="*/ 7965700 h 8133350"/>
              <a:gd name="connsiteX1097" fmla="*/ 9983248 w 15276297"/>
              <a:gd name="connsiteY1097" fmla="*/ 7900822 h 8133350"/>
              <a:gd name="connsiteX1098" fmla="*/ 9967746 w 15276297"/>
              <a:gd name="connsiteY1098" fmla="*/ 7885320 h 8133350"/>
              <a:gd name="connsiteX1099" fmla="*/ 10119320 w 15276297"/>
              <a:gd name="connsiteY1099" fmla="*/ 7885320 h 8133350"/>
              <a:gd name="connsiteX1100" fmla="*/ 10054442 w 15276297"/>
              <a:gd name="connsiteY1100" fmla="*/ 7885320 h 8133350"/>
              <a:gd name="connsiteX1101" fmla="*/ 10038940 w 15276297"/>
              <a:gd name="connsiteY1101" fmla="*/ 7900822 h 8133350"/>
              <a:gd name="connsiteX1102" fmla="*/ 10038940 w 15276297"/>
              <a:gd name="connsiteY1102" fmla="*/ 7965700 h 8133350"/>
              <a:gd name="connsiteX1103" fmla="*/ 10054442 w 15276297"/>
              <a:gd name="connsiteY1103" fmla="*/ 7981202 h 8133350"/>
              <a:gd name="connsiteX1104" fmla="*/ 10119320 w 15276297"/>
              <a:gd name="connsiteY1104" fmla="*/ 7981202 h 8133350"/>
              <a:gd name="connsiteX1105" fmla="*/ 10134822 w 15276297"/>
              <a:gd name="connsiteY1105" fmla="*/ 7965700 h 8133350"/>
              <a:gd name="connsiteX1106" fmla="*/ 10134822 w 15276297"/>
              <a:gd name="connsiteY1106" fmla="*/ 7900822 h 8133350"/>
              <a:gd name="connsiteX1107" fmla="*/ 10119320 w 15276297"/>
              <a:gd name="connsiteY1107" fmla="*/ 7885320 h 8133350"/>
              <a:gd name="connsiteX1108" fmla="*/ 10119320 w 15276297"/>
              <a:gd name="connsiteY1108" fmla="*/ 8037469 h 8133350"/>
              <a:gd name="connsiteX1109" fmla="*/ 10054442 w 15276297"/>
              <a:gd name="connsiteY1109" fmla="*/ 8037469 h 8133350"/>
              <a:gd name="connsiteX1110" fmla="*/ 10038940 w 15276297"/>
              <a:gd name="connsiteY1110" fmla="*/ 8052970 h 8133350"/>
              <a:gd name="connsiteX1111" fmla="*/ 10038940 w 15276297"/>
              <a:gd name="connsiteY1111" fmla="*/ 8117849 h 8133350"/>
              <a:gd name="connsiteX1112" fmla="*/ 10054442 w 15276297"/>
              <a:gd name="connsiteY1112" fmla="*/ 8133351 h 8133350"/>
              <a:gd name="connsiteX1113" fmla="*/ 10119320 w 15276297"/>
              <a:gd name="connsiteY1113" fmla="*/ 8133351 h 8133350"/>
              <a:gd name="connsiteX1114" fmla="*/ 10134822 w 15276297"/>
              <a:gd name="connsiteY1114" fmla="*/ 8117849 h 8133350"/>
              <a:gd name="connsiteX1115" fmla="*/ 10134822 w 15276297"/>
              <a:gd name="connsiteY1115" fmla="*/ 8052970 h 8133350"/>
              <a:gd name="connsiteX1116" fmla="*/ 10119320 w 15276297"/>
              <a:gd name="connsiteY1116" fmla="*/ 8037469 h 8133350"/>
              <a:gd name="connsiteX1117" fmla="*/ 9967746 w 15276297"/>
              <a:gd name="connsiteY1117" fmla="*/ 8037469 h 8133350"/>
              <a:gd name="connsiteX1118" fmla="*/ 9902867 w 15276297"/>
              <a:gd name="connsiteY1118" fmla="*/ 8037469 h 8133350"/>
              <a:gd name="connsiteX1119" fmla="*/ 9887366 w 15276297"/>
              <a:gd name="connsiteY1119" fmla="*/ 8052970 h 8133350"/>
              <a:gd name="connsiteX1120" fmla="*/ 9887366 w 15276297"/>
              <a:gd name="connsiteY1120" fmla="*/ 8117849 h 8133350"/>
              <a:gd name="connsiteX1121" fmla="*/ 9902867 w 15276297"/>
              <a:gd name="connsiteY1121" fmla="*/ 8133351 h 8133350"/>
              <a:gd name="connsiteX1122" fmla="*/ 9967746 w 15276297"/>
              <a:gd name="connsiteY1122" fmla="*/ 8133351 h 8133350"/>
              <a:gd name="connsiteX1123" fmla="*/ 9983248 w 15276297"/>
              <a:gd name="connsiteY1123" fmla="*/ 8117849 h 8133350"/>
              <a:gd name="connsiteX1124" fmla="*/ 9983248 w 15276297"/>
              <a:gd name="connsiteY1124" fmla="*/ 8052970 h 8133350"/>
              <a:gd name="connsiteX1125" fmla="*/ 9967746 w 15276297"/>
              <a:gd name="connsiteY1125" fmla="*/ 8037469 h 8133350"/>
              <a:gd name="connsiteX1126" fmla="*/ 13391951 w 15276297"/>
              <a:gd name="connsiteY1126" fmla="*/ 6410913 h 8133350"/>
              <a:gd name="connsiteX1127" fmla="*/ 13339705 w 15276297"/>
              <a:gd name="connsiteY1127" fmla="*/ 6410913 h 8133350"/>
              <a:gd name="connsiteX1128" fmla="*/ 13318460 w 15276297"/>
              <a:gd name="connsiteY1128" fmla="*/ 6432156 h 8133350"/>
              <a:gd name="connsiteX1129" fmla="*/ 13318460 w 15276297"/>
              <a:gd name="connsiteY1129" fmla="*/ 6484404 h 8133350"/>
              <a:gd name="connsiteX1130" fmla="*/ 13339705 w 15276297"/>
              <a:gd name="connsiteY1130" fmla="*/ 6505647 h 8133350"/>
              <a:gd name="connsiteX1131" fmla="*/ 13391951 w 15276297"/>
              <a:gd name="connsiteY1131" fmla="*/ 6505647 h 8133350"/>
              <a:gd name="connsiteX1132" fmla="*/ 13413194 w 15276297"/>
              <a:gd name="connsiteY1132" fmla="*/ 6484404 h 8133350"/>
              <a:gd name="connsiteX1133" fmla="*/ 13413194 w 15276297"/>
              <a:gd name="connsiteY1133" fmla="*/ 6432156 h 8133350"/>
              <a:gd name="connsiteX1134" fmla="*/ 13391951 w 15276297"/>
              <a:gd name="connsiteY1134" fmla="*/ 6410913 h 8133350"/>
              <a:gd name="connsiteX1135" fmla="*/ 13240377 w 15276297"/>
              <a:gd name="connsiteY1135" fmla="*/ 6259338 h 8133350"/>
              <a:gd name="connsiteX1136" fmla="*/ 13188130 w 15276297"/>
              <a:gd name="connsiteY1136" fmla="*/ 6259338 h 8133350"/>
              <a:gd name="connsiteX1137" fmla="*/ 13166886 w 15276297"/>
              <a:gd name="connsiteY1137" fmla="*/ 6280582 h 8133350"/>
              <a:gd name="connsiteX1138" fmla="*/ 13166886 w 15276297"/>
              <a:gd name="connsiteY1138" fmla="*/ 6332829 h 8133350"/>
              <a:gd name="connsiteX1139" fmla="*/ 13188130 w 15276297"/>
              <a:gd name="connsiteY1139" fmla="*/ 6354072 h 8133350"/>
              <a:gd name="connsiteX1140" fmla="*/ 13240377 w 15276297"/>
              <a:gd name="connsiteY1140" fmla="*/ 6354072 h 8133350"/>
              <a:gd name="connsiteX1141" fmla="*/ 13261620 w 15276297"/>
              <a:gd name="connsiteY1141" fmla="*/ 6332829 h 8133350"/>
              <a:gd name="connsiteX1142" fmla="*/ 13261620 w 15276297"/>
              <a:gd name="connsiteY1142" fmla="*/ 6280582 h 8133350"/>
              <a:gd name="connsiteX1143" fmla="*/ 13240377 w 15276297"/>
              <a:gd name="connsiteY1143" fmla="*/ 6259338 h 8133350"/>
              <a:gd name="connsiteX1144" fmla="*/ 13391951 w 15276297"/>
              <a:gd name="connsiteY1144" fmla="*/ 6259338 h 8133350"/>
              <a:gd name="connsiteX1145" fmla="*/ 13339705 w 15276297"/>
              <a:gd name="connsiteY1145" fmla="*/ 6259338 h 8133350"/>
              <a:gd name="connsiteX1146" fmla="*/ 13318460 w 15276297"/>
              <a:gd name="connsiteY1146" fmla="*/ 6280582 h 8133350"/>
              <a:gd name="connsiteX1147" fmla="*/ 13318460 w 15276297"/>
              <a:gd name="connsiteY1147" fmla="*/ 6332829 h 8133350"/>
              <a:gd name="connsiteX1148" fmla="*/ 13339705 w 15276297"/>
              <a:gd name="connsiteY1148" fmla="*/ 6354072 h 8133350"/>
              <a:gd name="connsiteX1149" fmla="*/ 13391951 w 15276297"/>
              <a:gd name="connsiteY1149" fmla="*/ 6354072 h 8133350"/>
              <a:gd name="connsiteX1150" fmla="*/ 13413194 w 15276297"/>
              <a:gd name="connsiteY1150" fmla="*/ 6332829 h 8133350"/>
              <a:gd name="connsiteX1151" fmla="*/ 13413194 w 15276297"/>
              <a:gd name="connsiteY1151" fmla="*/ 6280582 h 8133350"/>
              <a:gd name="connsiteX1152" fmla="*/ 13391951 w 15276297"/>
              <a:gd name="connsiteY1152" fmla="*/ 6259338 h 8133350"/>
              <a:gd name="connsiteX1153" fmla="*/ 13240377 w 15276297"/>
              <a:gd name="connsiteY1153" fmla="*/ 6410913 h 8133350"/>
              <a:gd name="connsiteX1154" fmla="*/ 13188130 w 15276297"/>
              <a:gd name="connsiteY1154" fmla="*/ 6410913 h 8133350"/>
              <a:gd name="connsiteX1155" fmla="*/ 13166886 w 15276297"/>
              <a:gd name="connsiteY1155" fmla="*/ 6432156 h 8133350"/>
              <a:gd name="connsiteX1156" fmla="*/ 13166886 w 15276297"/>
              <a:gd name="connsiteY1156" fmla="*/ 6484404 h 8133350"/>
              <a:gd name="connsiteX1157" fmla="*/ 13188130 w 15276297"/>
              <a:gd name="connsiteY1157" fmla="*/ 6505647 h 8133350"/>
              <a:gd name="connsiteX1158" fmla="*/ 13240377 w 15276297"/>
              <a:gd name="connsiteY1158" fmla="*/ 6505647 h 8133350"/>
              <a:gd name="connsiteX1159" fmla="*/ 13261620 w 15276297"/>
              <a:gd name="connsiteY1159" fmla="*/ 6484404 h 8133350"/>
              <a:gd name="connsiteX1160" fmla="*/ 13261620 w 15276297"/>
              <a:gd name="connsiteY1160" fmla="*/ 6432156 h 8133350"/>
              <a:gd name="connsiteX1161" fmla="*/ 13240377 w 15276297"/>
              <a:gd name="connsiteY1161" fmla="*/ 6410913 h 8133350"/>
              <a:gd name="connsiteX1162" fmla="*/ 11359475 w 15276297"/>
              <a:gd name="connsiteY1162" fmla="*/ 511564 h 8133350"/>
              <a:gd name="connsiteX1163" fmla="*/ 11412871 w 15276297"/>
              <a:gd name="connsiteY1163" fmla="*/ 511564 h 8133350"/>
              <a:gd name="connsiteX1164" fmla="*/ 11434114 w 15276297"/>
              <a:gd name="connsiteY1164" fmla="*/ 490321 h 8133350"/>
              <a:gd name="connsiteX1165" fmla="*/ 11434114 w 15276297"/>
              <a:gd name="connsiteY1165" fmla="*/ 436925 h 8133350"/>
              <a:gd name="connsiteX1166" fmla="*/ 11412871 w 15276297"/>
              <a:gd name="connsiteY1166" fmla="*/ 415682 h 8133350"/>
              <a:gd name="connsiteX1167" fmla="*/ 11359475 w 15276297"/>
              <a:gd name="connsiteY1167" fmla="*/ 415682 h 8133350"/>
              <a:gd name="connsiteX1168" fmla="*/ 11338232 w 15276297"/>
              <a:gd name="connsiteY1168" fmla="*/ 436925 h 8133350"/>
              <a:gd name="connsiteX1169" fmla="*/ 11338232 w 15276297"/>
              <a:gd name="connsiteY1169" fmla="*/ 490321 h 8133350"/>
              <a:gd name="connsiteX1170" fmla="*/ 11359475 w 15276297"/>
              <a:gd name="connsiteY1170" fmla="*/ 511564 h 8133350"/>
              <a:gd name="connsiteX1171" fmla="*/ 11511050 w 15276297"/>
              <a:gd name="connsiteY1171" fmla="*/ 663139 h 8133350"/>
              <a:gd name="connsiteX1172" fmla="*/ 11564445 w 15276297"/>
              <a:gd name="connsiteY1172" fmla="*/ 663139 h 8133350"/>
              <a:gd name="connsiteX1173" fmla="*/ 11585689 w 15276297"/>
              <a:gd name="connsiteY1173" fmla="*/ 641895 h 8133350"/>
              <a:gd name="connsiteX1174" fmla="*/ 11585689 w 15276297"/>
              <a:gd name="connsiteY1174" fmla="*/ 588500 h 8133350"/>
              <a:gd name="connsiteX1175" fmla="*/ 11564445 w 15276297"/>
              <a:gd name="connsiteY1175" fmla="*/ 567256 h 8133350"/>
              <a:gd name="connsiteX1176" fmla="*/ 11511050 w 15276297"/>
              <a:gd name="connsiteY1176" fmla="*/ 567256 h 8133350"/>
              <a:gd name="connsiteX1177" fmla="*/ 11489806 w 15276297"/>
              <a:gd name="connsiteY1177" fmla="*/ 588500 h 8133350"/>
              <a:gd name="connsiteX1178" fmla="*/ 11489806 w 15276297"/>
              <a:gd name="connsiteY1178" fmla="*/ 641895 h 8133350"/>
              <a:gd name="connsiteX1179" fmla="*/ 11511050 w 15276297"/>
              <a:gd name="connsiteY1179" fmla="*/ 663139 h 8133350"/>
              <a:gd name="connsiteX1180" fmla="*/ 11359475 w 15276297"/>
              <a:gd name="connsiteY1180" fmla="*/ 663139 h 8133350"/>
              <a:gd name="connsiteX1181" fmla="*/ 11412871 w 15276297"/>
              <a:gd name="connsiteY1181" fmla="*/ 663139 h 8133350"/>
              <a:gd name="connsiteX1182" fmla="*/ 11434114 w 15276297"/>
              <a:gd name="connsiteY1182" fmla="*/ 641895 h 8133350"/>
              <a:gd name="connsiteX1183" fmla="*/ 11434114 w 15276297"/>
              <a:gd name="connsiteY1183" fmla="*/ 588500 h 8133350"/>
              <a:gd name="connsiteX1184" fmla="*/ 11412871 w 15276297"/>
              <a:gd name="connsiteY1184" fmla="*/ 567256 h 8133350"/>
              <a:gd name="connsiteX1185" fmla="*/ 11359475 w 15276297"/>
              <a:gd name="connsiteY1185" fmla="*/ 567256 h 8133350"/>
              <a:gd name="connsiteX1186" fmla="*/ 11338232 w 15276297"/>
              <a:gd name="connsiteY1186" fmla="*/ 588500 h 8133350"/>
              <a:gd name="connsiteX1187" fmla="*/ 11338232 w 15276297"/>
              <a:gd name="connsiteY1187" fmla="*/ 641895 h 8133350"/>
              <a:gd name="connsiteX1188" fmla="*/ 11359475 w 15276297"/>
              <a:gd name="connsiteY1188" fmla="*/ 663139 h 8133350"/>
              <a:gd name="connsiteX1189" fmla="*/ 11511050 w 15276297"/>
              <a:gd name="connsiteY1189" fmla="*/ 511564 h 8133350"/>
              <a:gd name="connsiteX1190" fmla="*/ 11564445 w 15276297"/>
              <a:gd name="connsiteY1190" fmla="*/ 511564 h 8133350"/>
              <a:gd name="connsiteX1191" fmla="*/ 11585689 w 15276297"/>
              <a:gd name="connsiteY1191" fmla="*/ 490321 h 8133350"/>
              <a:gd name="connsiteX1192" fmla="*/ 11585689 w 15276297"/>
              <a:gd name="connsiteY1192" fmla="*/ 436925 h 8133350"/>
              <a:gd name="connsiteX1193" fmla="*/ 11564445 w 15276297"/>
              <a:gd name="connsiteY1193" fmla="*/ 415682 h 8133350"/>
              <a:gd name="connsiteX1194" fmla="*/ 11511050 w 15276297"/>
              <a:gd name="connsiteY1194" fmla="*/ 415682 h 8133350"/>
              <a:gd name="connsiteX1195" fmla="*/ 11489806 w 15276297"/>
              <a:gd name="connsiteY1195" fmla="*/ 436925 h 8133350"/>
              <a:gd name="connsiteX1196" fmla="*/ 11489806 w 15276297"/>
              <a:gd name="connsiteY1196" fmla="*/ 490321 h 8133350"/>
              <a:gd name="connsiteX1197" fmla="*/ 11511050 w 15276297"/>
              <a:gd name="connsiteY1197" fmla="*/ 511564 h 8133350"/>
              <a:gd name="connsiteX1198" fmla="*/ 11207901 w 15276297"/>
              <a:gd name="connsiteY1198" fmla="*/ 663139 h 8133350"/>
              <a:gd name="connsiteX1199" fmla="*/ 11261297 w 15276297"/>
              <a:gd name="connsiteY1199" fmla="*/ 663139 h 8133350"/>
              <a:gd name="connsiteX1200" fmla="*/ 11282540 w 15276297"/>
              <a:gd name="connsiteY1200" fmla="*/ 641895 h 8133350"/>
              <a:gd name="connsiteX1201" fmla="*/ 11282540 w 15276297"/>
              <a:gd name="connsiteY1201" fmla="*/ 588500 h 8133350"/>
              <a:gd name="connsiteX1202" fmla="*/ 11261297 w 15276297"/>
              <a:gd name="connsiteY1202" fmla="*/ 567256 h 8133350"/>
              <a:gd name="connsiteX1203" fmla="*/ 11207901 w 15276297"/>
              <a:gd name="connsiteY1203" fmla="*/ 567256 h 8133350"/>
              <a:gd name="connsiteX1204" fmla="*/ 11186658 w 15276297"/>
              <a:gd name="connsiteY1204" fmla="*/ 588500 h 8133350"/>
              <a:gd name="connsiteX1205" fmla="*/ 11186658 w 15276297"/>
              <a:gd name="connsiteY1205" fmla="*/ 641895 h 8133350"/>
              <a:gd name="connsiteX1206" fmla="*/ 11207901 w 15276297"/>
              <a:gd name="connsiteY1206" fmla="*/ 663139 h 8133350"/>
              <a:gd name="connsiteX1207" fmla="*/ 11662624 w 15276297"/>
              <a:gd name="connsiteY1207" fmla="*/ 511564 h 8133350"/>
              <a:gd name="connsiteX1208" fmla="*/ 11716020 w 15276297"/>
              <a:gd name="connsiteY1208" fmla="*/ 511564 h 8133350"/>
              <a:gd name="connsiteX1209" fmla="*/ 11737263 w 15276297"/>
              <a:gd name="connsiteY1209" fmla="*/ 490321 h 8133350"/>
              <a:gd name="connsiteX1210" fmla="*/ 11737263 w 15276297"/>
              <a:gd name="connsiteY1210" fmla="*/ 436925 h 8133350"/>
              <a:gd name="connsiteX1211" fmla="*/ 11716020 w 15276297"/>
              <a:gd name="connsiteY1211" fmla="*/ 415682 h 8133350"/>
              <a:gd name="connsiteX1212" fmla="*/ 11662624 w 15276297"/>
              <a:gd name="connsiteY1212" fmla="*/ 415682 h 8133350"/>
              <a:gd name="connsiteX1213" fmla="*/ 11641381 w 15276297"/>
              <a:gd name="connsiteY1213" fmla="*/ 436925 h 8133350"/>
              <a:gd name="connsiteX1214" fmla="*/ 11641381 w 15276297"/>
              <a:gd name="connsiteY1214" fmla="*/ 490321 h 8133350"/>
              <a:gd name="connsiteX1215" fmla="*/ 11662624 w 15276297"/>
              <a:gd name="connsiteY1215" fmla="*/ 511564 h 8133350"/>
              <a:gd name="connsiteX1216" fmla="*/ 11662624 w 15276297"/>
              <a:gd name="connsiteY1216" fmla="*/ 663139 h 8133350"/>
              <a:gd name="connsiteX1217" fmla="*/ 11716020 w 15276297"/>
              <a:gd name="connsiteY1217" fmla="*/ 663139 h 8133350"/>
              <a:gd name="connsiteX1218" fmla="*/ 11737263 w 15276297"/>
              <a:gd name="connsiteY1218" fmla="*/ 641895 h 8133350"/>
              <a:gd name="connsiteX1219" fmla="*/ 11737263 w 15276297"/>
              <a:gd name="connsiteY1219" fmla="*/ 588500 h 8133350"/>
              <a:gd name="connsiteX1220" fmla="*/ 11716020 w 15276297"/>
              <a:gd name="connsiteY1220" fmla="*/ 567256 h 8133350"/>
              <a:gd name="connsiteX1221" fmla="*/ 11662624 w 15276297"/>
              <a:gd name="connsiteY1221" fmla="*/ 567256 h 8133350"/>
              <a:gd name="connsiteX1222" fmla="*/ 11641381 w 15276297"/>
              <a:gd name="connsiteY1222" fmla="*/ 588500 h 8133350"/>
              <a:gd name="connsiteX1223" fmla="*/ 11641381 w 15276297"/>
              <a:gd name="connsiteY1223" fmla="*/ 641895 h 8133350"/>
              <a:gd name="connsiteX1224" fmla="*/ 11662624 w 15276297"/>
              <a:gd name="connsiteY1224" fmla="*/ 663139 h 8133350"/>
              <a:gd name="connsiteX1225" fmla="*/ 11207901 w 15276297"/>
              <a:gd name="connsiteY1225" fmla="*/ 511564 h 8133350"/>
              <a:gd name="connsiteX1226" fmla="*/ 11261297 w 15276297"/>
              <a:gd name="connsiteY1226" fmla="*/ 511564 h 8133350"/>
              <a:gd name="connsiteX1227" fmla="*/ 11282540 w 15276297"/>
              <a:gd name="connsiteY1227" fmla="*/ 490321 h 8133350"/>
              <a:gd name="connsiteX1228" fmla="*/ 11282540 w 15276297"/>
              <a:gd name="connsiteY1228" fmla="*/ 436925 h 8133350"/>
              <a:gd name="connsiteX1229" fmla="*/ 11261297 w 15276297"/>
              <a:gd name="connsiteY1229" fmla="*/ 415682 h 8133350"/>
              <a:gd name="connsiteX1230" fmla="*/ 11207901 w 15276297"/>
              <a:gd name="connsiteY1230" fmla="*/ 415682 h 8133350"/>
              <a:gd name="connsiteX1231" fmla="*/ 11186658 w 15276297"/>
              <a:gd name="connsiteY1231" fmla="*/ 436925 h 8133350"/>
              <a:gd name="connsiteX1232" fmla="*/ 11186658 w 15276297"/>
              <a:gd name="connsiteY1232" fmla="*/ 490321 h 8133350"/>
              <a:gd name="connsiteX1233" fmla="*/ 11207901 w 15276297"/>
              <a:gd name="connsiteY1233" fmla="*/ 511564 h 8133350"/>
              <a:gd name="connsiteX1234" fmla="*/ 10904178 w 15276297"/>
              <a:gd name="connsiteY1234" fmla="*/ 663139 h 8133350"/>
              <a:gd name="connsiteX1235" fmla="*/ 10957573 w 15276297"/>
              <a:gd name="connsiteY1235" fmla="*/ 663139 h 8133350"/>
              <a:gd name="connsiteX1236" fmla="*/ 10978817 w 15276297"/>
              <a:gd name="connsiteY1236" fmla="*/ 641895 h 8133350"/>
              <a:gd name="connsiteX1237" fmla="*/ 10978817 w 15276297"/>
              <a:gd name="connsiteY1237" fmla="*/ 588500 h 8133350"/>
              <a:gd name="connsiteX1238" fmla="*/ 10957573 w 15276297"/>
              <a:gd name="connsiteY1238" fmla="*/ 567256 h 8133350"/>
              <a:gd name="connsiteX1239" fmla="*/ 10904178 w 15276297"/>
              <a:gd name="connsiteY1239" fmla="*/ 567256 h 8133350"/>
              <a:gd name="connsiteX1240" fmla="*/ 10882934 w 15276297"/>
              <a:gd name="connsiteY1240" fmla="*/ 588500 h 8133350"/>
              <a:gd name="connsiteX1241" fmla="*/ 10882934 w 15276297"/>
              <a:gd name="connsiteY1241" fmla="*/ 641895 h 8133350"/>
              <a:gd name="connsiteX1242" fmla="*/ 10904178 w 15276297"/>
              <a:gd name="connsiteY1242" fmla="*/ 663139 h 8133350"/>
              <a:gd name="connsiteX1243" fmla="*/ 10904178 w 15276297"/>
              <a:gd name="connsiteY1243" fmla="*/ 511564 h 8133350"/>
              <a:gd name="connsiteX1244" fmla="*/ 10957573 w 15276297"/>
              <a:gd name="connsiteY1244" fmla="*/ 511564 h 8133350"/>
              <a:gd name="connsiteX1245" fmla="*/ 10978817 w 15276297"/>
              <a:gd name="connsiteY1245" fmla="*/ 490321 h 8133350"/>
              <a:gd name="connsiteX1246" fmla="*/ 10978817 w 15276297"/>
              <a:gd name="connsiteY1246" fmla="*/ 436925 h 8133350"/>
              <a:gd name="connsiteX1247" fmla="*/ 10957573 w 15276297"/>
              <a:gd name="connsiteY1247" fmla="*/ 415682 h 8133350"/>
              <a:gd name="connsiteX1248" fmla="*/ 10904178 w 15276297"/>
              <a:gd name="connsiteY1248" fmla="*/ 415682 h 8133350"/>
              <a:gd name="connsiteX1249" fmla="*/ 10882934 w 15276297"/>
              <a:gd name="connsiteY1249" fmla="*/ 436925 h 8133350"/>
              <a:gd name="connsiteX1250" fmla="*/ 10882934 w 15276297"/>
              <a:gd name="connsiteY1250" fmla="*/ 490321 h 8133350"/>
              <a:gd name="connsiteX1251" fmla="*/ 10904178 w 15276297"/>
              <a:gd name="connsiteY1251" fmla="*/ 511564 h 8133350"/>
              <a:gd name="connsiteX1252" fmla="*/ 11055752 w 15276297"/>
              <a:gd name="connsiteY1252" fmla="*/ 511564 h 8133350"/>
              <a:gd name="connsiteX1253" fmla="*/ 11109148 w 15276297"/>
              <a:gd name="connsiteY1253" fmla="*/ 511564 h 8133350"/>
              <a:gd name="connsiteX1254" fmla="*/ 11130391 w 15276297"/>
              <a:gd name="connsiteY1254" fmla="*/ 490321 h 8133350"/>
              <a:gd name="connsiteX1255" fmla="*/ 11130391 w 15276297"/>
              <a:gd name="connsiteY1255" fmla="*/ 436925 h 8133350"/>
              <a:gd name="connsiteX1256" fmla="*/ 11109148 w 15276297"/>
              <a:gd name="connsiteY1256" fmla="*/ 415682 h 8133350"/>
              <a:gd name="connsiteX1257" fmla="*/ 11055752 w 15276297"/>
              <a:gd name="connsiteY1257" fmla="*/ 415682 h 8133350"/>
              <a:gd name="connsiteX1258" fmla="*/ 11034509 w 15276297"/>
              <a:gd name="connsiteY1258" fmla="*/ 436925 h 8133350"/>
              <a:gd name="connsiteX1259" fmla="*/ 11034509 w 15276297"/>
              <a:gd name="connsiteY1259" fmla="*/ 490321 h 8133350"/>
              <a:gd name="connsiteX1260" fmla="*/ 11055752 w 15276297"/>
              <a:gd name="connsiteY1260" fmla="*/ 511564 h 8133350"/>
              <a:gd name="connsiteX1261" fmla="*/ 11055752 w 15276297"/>
              <a:gd name="connsiteY1261" fmla="*/ 663139 h 8133350"/>
              <a:gd name="connsiteX1262" fmla="*/ 11109148 w 15276297"/>
              <a:gd name="connsiteY1262" fmla="*/ 663139 h 8133350"/>
              <a:gd name="connsiteX1263" fmla="*/ 11130391 w 15276297"/>
              <a:gd name="connsiteY1263" fmla="*/ 641895 h 8133350"/>
              <a:gd name="connsiteX1264" fmla="*/ 11130391 w 15276297"/>
              <a:gd name="connsiteY1264" fmla="*/ 588500 h 8133350"/>
              <a:gd name="connsiteX1265" fmla="*/ 11109148 w 15276297"/>
              <a:gd name="connsiteY1265" fmla="*/ 567256 h 8133350"/>
              <a:gd name="connsiteX1266" fmla="*/ 11055752 w 15276297"/>
              <a:gd name="connsiteY1266" fmla="*/ 567256 h 8133350"/>
              <a:gd name="connsiteX1267" fmla="*/ 11034509 w 15276297"/>
              <a:gd name="connsiteY1267" fmla="*/ 588500 h 8133350"/>
              <a:gd name="connsiteX1268" fmla="*/ 11034509 w 15276297"/>
              <a:gd name="connsiteY1268" fmla="*/ 641895 h 8133350"/>
              <a:gd name="connsiteX1269" fmla="*/ 11055752 w 15276297"/>
              <a:gd name="connsiteY1269" fmla="*/ 663139 h 8133350"/>
              <a:gd name="connsiteX1270" fmla="*/ 1690860 w 15276297"/>
              <a:gd name="connsiteY1270" fmla="*/ 7163044 h 8133350"/>
              <a:gd name="connsiteX1271" fmla="*/ 1648947 w 15276297"/>
              <a:gd name="connsiteY1271" fmla="*/ 7163044 h 8133350"/>
              <a:gd name="connsiteX1272" fmla="*/ 1634019 w 15276297"/>
              <a:gd name="connsiteY1272" fmla="*/ 7177972 h 8133350"/>
              <a:gd name="connsiteX1273" fmla="*/ 1634019 w 15276297"/>
              <a:gd name="connsiteY1273" fmla="*/ 7219885 h 8133350"/>
              <a:gd name="connsiteX1274" fmla="*/ 1648947 w 15276297"/>
              <a:gd name="connsiteY1274" fmla="*/ 7234812 h 8133350"/>
              <a:gd name="connsiteX1275" fmla="*/ 1690860 w 15276297"/>
              <a:gd name="connsiteY1275" fmla="*/ 7234812 h 8133350"/>
              <a:gd name="connsiteX1276" fmla="*/ 1705787 w 15276297"/>
              <a:gd name="connsiteY1276" fmla="*/ 7219885 h 8133350"/>
              <a:gd name="connsiteX1277" fmla="*/ 1705787 w 15276297"/>
              <a:gd name="connsiteY1277" fmla="*/ 7177972 h 8133350"/>
              <a:gd name="connsiteX1278" fmla="*/ 1690860 w 15276297"/>
              <a:gd name="connsiteY1278" fmla="*/ 7163044 h 8133350"/>
              <a:gd name="connsiteX1279" fmla="*/ 1804540 w 15276297"/>
              <a:gd name="connsiteY1279" fmla="*/ 7049363 h 8133350"/>
              <a:gd name="connsiteX1280" fmla="*/ 1762628 w 15276297"/>
              <a:gd name="connsiteY1280" fmla="*/ 7049363 h 8133350"/>
              <a:gd name="connsiteX1281" fmla="*/ 1747700 w 15276297"/>
              <a:gd name="connsiteY1281" fmla="*/ 7064291 h 8133350"/>
              <a:gd name="connsiteX1282" fmla="*/ 1747700 w 15276297"/>
              <a:gd name="connsiteY1282" fmla="*/ 7106204 h 8133350"/>
              <a:gd name="connsiteX1283" fmla="*/ 1762628 w 15276297"/>
              <a:gd name="connsiteY1283" fmla="*/ 7121131 h 8133350"/>
              <a:gd name="connsiteX1284" fmla="*/ 1804540 w 15276297"/>
              <a:gd name="connsiteY1284" fmla="*/ 7121131 h 8133350"/>
              <a:gd name="connsiteX1285" fmla="*/ 1819468 w 15276297"/>
              <a:gd name="connsiteY1285" fmla="*/ 7106204 h 8133350"/>
              <a:gd name="connsiteX1286" fmla="*/ 1819468 w 15276297"/>
              <a:gd name="connsiteY1286" fmla="*/ 7064291 h 8133350"/>
              <a:gd name="connsiteX1287" fmla="*/ 1804540 w 15276297"/>
              <a:gd name="connsiteY1287" fmla="*/ 7049363 h 8133350"/>
              <a:gd name="connsiteX1288" fmla="*/ 1918795 w 15276297"/>
              <a:gd name="connsiteY1288" fmla="*/ 7163044 h 8133350"/>
              <a:gd name="connsiteX1289" fmla="*/ 1876883 w 15276297"/>
              <a:gd name="connsiteY1289" fmla="*/ 7163044 h 8133350"/>
              <a:gd name="connsiteX1290" fmla="*/ 1861955 w 15276297"/>
              <a:gd name="connsiteY1290" fmla="*/ 7177972 h 8133350"/>
              <a:gd name="connsiteX1291" fmla="*/ 1861955 w 15276297"/>
              <a:gd name="connsiteY1291" fmla="*/ 7219885 h 8133350"/>
              <a:gd name="connsiteX1292" fmla="*/ 1876883 w 15276297"/>
              <a:gd name="connsiteY1292" fmla="*/ 7234812 h 8133350"/>
              <a:gd name="connsiteX1293" fmla="*/ 1918795 w 15276297"/>
              <a:gd name="connsiteY1293" fmla="*/ 7234812 h 8133350"/>
              <a:gd name="connsiteX1294" fmla="*/ 1933723 w 15276297"/>
              <a:gd name="connsiteY1294" fmla="*/ 7219885 h 8133350"/>
              <a:gd name="connsiteX1295" fmla="*/ 1933723 w 15276297"/>
              <a:gd name="connsiteY1295" fmla="*/ 7177972 h 8133350"/>
              <a:gd name="connsiteX1296" fmla="*/ 1918795 w 15276297"/>
              <a:gd name="connsiteY1296" fmla="*/ 7163044 h 8133350"/>
              <a:gd name="connsiteX1297" fmla="*/ 1576604 w 15276297"/>
              <a:gd name="connsiteY1297" fmla="*/ 7049363 h 8133350"/>
              <a:gd name="connsiteX1298" fmla="*/ 1534692 w 15276297"/>
              <a:gd name="connsiteY1298" fmla="*/ 7049363 h 8133350"/>
              <a:gd name="connsiteX1299" fmla="*/ 1519764 w 15276297"/>
              <a:gd name="connsiteY1299" fmla="*/ 7064291 h 8133350"/>
              <a:gd name="connsiteX1300" fmla="*/ 1519764 w 15276297"/>
              <a:gd name="connsiteY1300" fmla="*/ 7106204 h 8133350"/>
              <a:gd name="connsiteX1301" fmla="*/ 1534692 w 15276297"/>
              <a:gd name="connsiteY1301" fmla="*/ 7121131 h 8133350"/>
              <a:gd name="connsiteX1302" fmla="*/ 1576604 w 15276297"/>
              <a:gd name="connsiteY1302" fmla="*/ 7121131 h 8133350"/>
              <a:gd name="connsiteX1303" fmla="*/ 1591532 w 15276297"/>
              <a:gd name="connsiteY1303" fmla="*/ 7106204 h 8133350"/>
              <a:gd name="connsiteX1304" fmla="*/ 1591532 w 15276297"/>
              <a:gd name="connsiteY1304" fmla="*/ 7064291 h 8133350"/>
              <a:gd name="connsiteX1305" fmla="*/ 1576604 w 15276297"/>
              <a:gd name="connsiteY1305" fmla="*/ 7049363 h 8133350"/>
              <a:gd name="connsiteX1306" fmla="*/ 1918795 w 15276297"/>
              <a:gd name="connsiteY1306" fmla="*/ 7049363 h 8133350"/>
              <a:gd name="connsiteX1307" fmla="*/ 1876883 w 15276297"/>
              <a:gd name="connsiteY1307" fmla="*/ 7049363 h 8133350"/>
              <a:gd name="connsiteX1308" fmla="*/ 1861955 w 15276297"/>
              <a:gd name="connsiteY1308" fmla="*/ 7064291 h 8133350"/>
              <a:gd name="connsiteX1309" fmla="*/ 1861955 w 15276297"/>
              <a:gd name="connsiteY1309" fmla="*/ 7106204 h 8133350"/>
              <a:gd name="connsiteX1310" fmla="*/ 1876883 w 15276297"/>
              <a:gd name="connsiteY1310" fmla="*/ 7121131 h 8133350"/>
              <a:gd name="connsiteX1311" fmla="*/ 1918795 w 15276297"/>
              <a:gd name="connsiteY1311" fmla="*/ 7121131 h 8133350"/>
              <a:gd name="connsiteX1312" fmla="*/ 1933723 w 15276297"/>
              <a:gd name="connsiteY1312" fmla="*/ 7106204 h 8133350"/>
              <a:gd name="connsiteX1313" fmla="*/ 1933723 w 15276297"/>
              <a:gd name="connsiteY1313" fmla="*/ 7064291 h 8133350"/>
              <a:gd name="connsiteX1314" fmla="*/ 1918795 w 15276297"/>
              <a:gd name="connsiteY1314" fmla="*/ 7049363 h 8133350"/>
              <a:gd name="connsiteX1315" fmla="*/ 1690860 w 15276297"/>
              <a:gd name="connsiteY1315" fmla="*/ 7049363 h 8133350"/>
              <a:gd name="connsiteX1316" fmla="*/ 1648947 w 15276297"/>
              <a:gd name="connsiteY1316" fmla="*/ 7049363 h 8133350"/>
              <a:gd name="connsiteX1317" fmla="*/ 1634019 w 15276297"/>
              <a:gd name="connsiteY1317" fmla="*/ 7064291 h 8133350"/>
              <a:gd name="connsiteX1318" fmla="*/ 1634019 w 15276297"/>
              <a:gd name="connsiteY1318" fmla="*/ 7106204 h 8133350"/>
              <a:gd name="connsiteX1319" fmla="*/ 1648947 w 15276297"/>
              <a:gd name="connsiteY1319" fmla="*/ 7121131 h 8133350"/>
              <a:gd name="connsiteX1320" fmla="*/ 1690860 w 15276297"/>
              <a:gd name="connsiteY1320" fmla="*/ 7121131 h 8133350"/>
              <a:gd name="connsiteX1321" fmla="*/ 1705787 w 15276297"/>
              <a:gd name="connsiteY1321" fmla="*/ 7106204 h 8133350"/>
              <a:gd name="connsiteX1322" fmla="*/ 1705787 w 15276297"/>
              <a:gd name="connsiteY1322" fmla="*/ 7064291 h 8133350"/>
              <a:gd name="connsiteX1323" fmla="*/ 1690860 w 15276297"/>
              <a:gd name="connsiteY1323" fmla="*/ 7049363 h 8133350"/>
              <a:gd name="connsiteX1324" fmla="*/ 1576604 w 15276297"/>
              <a:gd name="connsiteY1324" fmla="*/ 7163044 h 8133350"/>
              <a:gd name="connsiteX1325" fmla="*/ 1534692 w 15276297"/>
              <a:gd name="connsiteY1325" fmla="*/ 7163044 h 8133350"/>
              <a:gd name="connsiteX1326" fmla="*/ 1519764 w 15276297"/>
              <a:gd name="connsiteY1326" fmla="*/ 7177972 h 8133350"/>
              <a:gd name="connsiteX1327" fmla="*/ 1519764 w 15276297"/>
              <a:gd name="connsiteY1327" fmla="*/ 7219885 h 8133350"/>
              <a:gd name="connsiteX1328" fmla="*/ 1534692 w 15276297"/>
              <a:gd name="connsiteY1328" fmla="*/ 7234812 h 8133350"/>
              <a:gd name="connsiteX1329" fmla="*/ 1576604 w 15276297"/>
              <a:gd name="connsiteY1329" fmla="*/ 7234812 h 8133350"/>
              <a:gd name="connsiteX1330" fmla="*/ 1591532 w 15276297"/>
              <a:gd name="connsiteY1330" fmla="*/ 7219885 h 8133350"/>
              <a:gd name="connsiteX1331" fmla="*/ 1591532 w 15276297"/>
              <a:gd name="connsiteY1331" fmla="*/ 7177972 h 8133350"/>
              <a:gd name="connsiteX1332" fmla="*/ 1576604 w 15276297"/>
              <a:gd name="connsiteY1332" fmla="*/ 7163044 h 8133350"/>
              <a:gd name="connsiteX1333" fmla="*/ 1804540 w 15276297"/>
              <a:gd name="connsiteY1333" fmla="*/ 7163044 h 8133350"/>
              <a:gd name="connsiteX1334" fmla="*/ 1762628 w 15276297"/>
              <a:gd name="connsiteY1334" fmla="*/ 7163044 h 8133350"/>
              <a:gd name="connsiteX1335" fmla="*/ 1747700 w 15276297"/>
              <a:gd name="connsiteY1335" fmla="*/ 7177972 h 8133350"/>
              <a:gd name="connsiteX1336" fmla="*/ 1747700 w 15276297"/>
              <a:gd name="connsiteY1336" fmla="*/ 7219885 h 8133350"/>
              <a:gd name="connsiteX1337" fmla="*/ 1762628 w 15276297"/>
              <a:gd name="connsiteY1337" fmla="*/ 7234812 h 8133350"/>
              <a:gd name="connsiteX1338" fmla="*/ 1804540 w 15276297"/>
              <a:gd name="connsiteY1338" fmla="*/ 7234812 h 8133350"/>
              <a:gd name="connsiteX1339" fmla="*/ 1819468 w 15276297"/>
              <a:gd name="connsiteY1339" fmla="*/ 7219885 h 8133350"/>
              <a:gd name="connsiteX1340" fmla="*/ 1819468 w 15276297"/>
              <a:gd name="connsiteY1340" fmla="*/ 7177972 h 8133350"/>
              <a:gd name="connsiteX1341" fmla="*/ 1804540 w 15276297"/>
              <a:gd name="connsiteY1341" fmla="*/ 7163044 h 8133350"/>
              <a:gd name="connsiteX1342" fmla="*/ 2146731 w 15276297"/>
              <a:gd name="connsiteY1342" fmla="*/ 7049363 h 8133350"/>
              <a:gd name="connsiteX1343" fmla="*/ 2104819 w 15276297"/>
              <a:gd name="connsiteY1343" fmla="*/ 7049363 h 8133350"/>
              <a:gd name="connsiteX1344" fmla="*/ 2089891 w 15276297"/>
              <a:gd name="connsiteY1344" fmla="*/ 7064291 h 8133350"/>
              <a:gd name="connsiteX1345" fmla="*/ 2089891 w 15276297"/>
              <a:gd name="connsiteY1345" fmla="*/ 7106204 h 8133350"/>
              <a:gd name="connsiteX1346" fmla="*/ 2104819 w 15276297"/>
              <a:gd name="connsiteY1346" fmla="*/ 7121131 h 8133350"/>
              <a:gd name="connsiteX1347" fmla="*/ 2146731 w 15276297"/>
              <a:gd name="connsiteY1347" fmla="*/ 7121131 h 8133350"/>
              <a:gd name="connsiteX1348" fmla="*/ 2161659 w 15276297"/>
              <a:gd name="connsiteY1348" fmla="*/ 7106204 h 8133350"/>
              <a:gd name="connsiteX1349" fmla="*/ 2161659 w 15276297"/>
              <a:gd name="connsiteY1349" fmla="*/ 7064291 h 8133350"/>
              <a:gd name="connsiteX1350" fmla="*/ 2146731 w 15276297"/>
              <a:gd name="connsiteY1350" fmla="*/ 7049363 h 8133350"/>
              <a:gd name="connsiteX1351" fmla="*/ 2146731 w 15276297"/>
              <a:gd name="connsiteY1351" fmla="*/ 7163044 h 8133350"/>
              <a:gd name="connsiteX1352" fmla="*/ 2104819 w 15276297"/>
              <a:gd name="connsiteY1352" fmla="*/ 7163044 h 8133350"/>
              <a:gd name="connsiteX1353" fmla="*/ 2089891 w 15276297"/>
              <a:gd name="connsiteY1353" fmla="*/ 7177972 h 8133350"/>
              <a:gd name="connsiteX1354" fmla="*/ 2089891 w 15276297"/>
              <a:gd name="connsiteY1354" fmla="*/ 7219885 h 8133350"/>
              <a:gd name="connsiteX1355" fmla="*/ 2104819 w 15276297"/>
              <a:gd name="connsiteY1355" fmla="*/ 7234812 h 8133350"/>
              <a:gd name="connsiteX1356" fmla="*/ 2146731 w 15276297"/>
              <a:gd name="connsiteY1356" fmla="*/ 7234812 h 8133350"/>
              <a:gd name="connsiteX1357" fmla="*/ 2161659 w 15276297"/>
              <a:gd name="connsiteY1357" fmla="*/ 7219885 h 8133350"/>
              <a:gd name="connsiteX1358" fmla="*/ 2161659 w 15276297"/>
              <a:gd name="connsiteY1358" fmla="*/ 7177972 h 8133350"/>
              <a:gd name="connsiteX1359" fmla="*/ 2146731 w 15276297"/>
              <a:gd name="connsiteY1359" fmla="*/ 7163044 h 8133350"/>
              <a:gd name="connsiteX1360" fmla="*/ 2032476 w 15276297"/>
              <a:gd name="connsiteY1360" fmla="*/ 7049363 h 8133350"/>
              <a:gd name="connsiteX1361" fmla="*/ 1990564 w 15276297"/>
              <a:gd name="connsiteY1361" fmla="*/ 7049363 h 8133350"/>
              <a:gd name="connsiteX1362" fmla="*/ 1975636 w 15276297"/>
              <a:gd name="connsiteY1362" fmla="*/ 7064291 h 8133350"/>
              <a:gd name="connsiteX1363" fmla="*/ 1975636 w 15276297"/>
              <a:gd name="connsiteY1363" fmla="*/ 7106204 h 8133350"/>
              <a:gd name="connsiteX1364" fmla="*/ 1990564 w 15276297"/>
              <a:gd name="connsiteY1364" fmla="*/ 7121131 h 8133350"/>
              <a:gd name="connsiteX1365" fmla="*/ 2032476 w 15276297"/>
              <a:gd name="connsiteY1365" fmla="*/ 7121131 h 8133350"/>
              <a:gd name="connsiteX1366" fmla="*/ 2047404 w 15276297"/>
              <a:gd name="connsiteY1366" fmla="*/ 7106204 h 8133350"/>
              <a:gd name="connsiteX1367" fmla="*/ 2047404 w 15276297"/>
              <a:gd name="connsiteY1367" fmla="*/ 7064291 h 8133350"/>
              <a:gd name="connsiteX1368" fmla="*/ 2032476 w 15276297"/>
              <a:gd name="connsiteY1368" fmla="*/ 7049363 h 8133350"/>
              <a:gd name="connsiteX1369" fmla="*/ 2032476 w 15276297"/>
              <a:gd name="connsiteY1369" fmla="*/ 7163044 h 8133350"/>
              <a:gd name="connsiteX1370" fmla="*/ 1990564 w 15276297"/>
              <a:gd name="connsiteY1370" fmla="*/ 7163044 h 8133350"/>
              <a:gd name="connsiteX1371" fmla="*/ 1975636 w 15276297"/>
              <a:gd name="connsiteY1371" fmla="*/ 7177972 h 8133350"/>
              <a:gd name="connsiteX1372" fmla="*/ 1975636 w 15276297"/>
              <a:gd name="connsiteY1372" fmla="*/ 7219885 h 8133350"/>
              <a:gd name="connsiteX1373" fmla="*/ 1990564 w 15276297"/>
              <a:gd name="connsiteY1373" fmla="*/ 7234812 h 8133350"/>
              <a:gd name="connsiteX1374" fmla="*/ 2032476 w 15276297"/>
              <a:gd name="connsiteY1374" fmla="*/ 7234812 h 8133350"/>
              <a:gd name="connsiteX1375" fmla="*/ 2047404 w 15276297"/>
              <a:gd name="connsiteY1375" fmla="*/ 7219885 h 8133350"/>
              <a:gd name="connsiteX1376" fmla="*/ 2047404 w 15276297"/>
              <a:gd name="connsiteY1376" fmla="*/ 7177972 h 8133350"/>
              <a:gd name="connsiteX1377" fmla="*/ 2032476 w 15276297"/>
              <a:gd name="connsiteY1377" fmla="*/ 7163044 h 8133350"/>
              <a:gd name="connsiteX1378" fmla="*/ 11961755 w 15276297"/>
              <a:gd name="connsiteY1378" fmla="*/ 1185037 h 8133350"/>
              <a:gd name="connsiteX1379" fmla="*/ 11961755 w 15276297"/>
              <a:gd name="connsiteY1379" fmla="*/ 1185037 h 8133350"/>
              <a:gd name="connsiteX1380" fmla="*/ 11910082 w 15276297"/>
              <a:gd name="connsiteY1380" fmla="*/ 1133364 h 8133350"/>
              <a:gd name="connsiteX1381" fmla="*/ 10803128 w 15276297"/>
              <a:gd name="connsiteY1381" fmla="*/ 1133364 h 8133350"/>
              <a:gd name="connsiteX1382" fmla="*/ 10766383 w 15276297"/>
              <a:gd name="connsiteY1382" fmla="*/ 1148292 h 8133350"/>
              <a:gd name="connsiteX1383" fmla="*/ 9939039 w 15276297"/>
              <a:gd name="connsiteY1383" fmla="*/ 1975636 h 8133350"/>
              <a:gd name="connsiteX1384" fmla="*/ 9939039 w 15276297"/>
              <a:gd name="connsiteY1384" fmla="*/ 2048553 h 8133350"/>
              <a:gd name="connsiteX1385" fmla="*/ 10011955 w 15276297"/>
              <a:gd name="connsiteY1385" fmla="*/ 2048553 h 8133350"/>
              <a:gd name="connsiteX1386" fmla="*/ 10808870 w 15276297"/>
              <a:gd name="connsiteY1386" fmla="*/ 1251638 h 8133350"/>
              <a:gd name="connsiteX1387" fmla="*/ 10845615 w 15276297"/>
              <a:gd name="connsiteY1387" fmla="*/ 1236710 h 8133350"/>
              <a:gd name="connsiteX1388" fmla="*/ 11909507 w 15276297"/>
              <a:gd name="connsiteY1388" fmla="*/ 1236710 h 8133350"/>
              <a:gd name="connsiteX1389" fmla="*/ 11961180 w 15276297"/>
              <a:gd name="connsiteY1389" fmla="*/ 1185037 h 8133350"/>
              <a:gd name="connsiteX1390" fmla="*/ 14842818 w 15276297"/>
              <a:gd name="connsiteY1390" fmla="*/ 5882699 h 8133350"/>
              <a:gd name="connsiteX1391" fmla="*/ 14842818 w 15276297"/>
              <a:gd name="connsiteY1391" fmla="*/ 5882699 h 8133350"/>
              <a:gd name="connsiteX1392" fmla="*/ 14791144 w 15276297"/>
              <a:gd name="connsiteY1392" fmla="*/ 5831026 h 8133350"/>
              <a:gd name="connsiteX1393" fmla="*/ 12763836 w 15276297"/>
              <a:gd name="connsiteY1393" fmla="*/ 5831026 h 8133350"/>
              <a:gd name="connsiteX1394" fmla="*/ 12712163 w 15276297"/>
              <a:gd name="connsiteY1394" fmla="*/ 5882699 h 8133350"/>
              <a:gd name="connsiteX1395" fmla="*/ 12712163 w 15276297"/>
              <a:gd name="connsiteY1395" fmla="*/ 5882699 h 8133350"/>
              <a:gd name="connsiteX1396" fmla="*/ 12763836 w 15276297"/>
              <a:gd name="connsiteY1396" fmla="*/ 5934372 h 8133350"/>
              <a:gd name="connsiteX1397" fmla="*/ 14791144 w 15276297"/>
              <a:gd name="connsiteY1397" fmla="*/ 5934372 h 8133350"/>
              <a:gd name="connsiteX1398" fmla="*/ 14842818 w 15276297"/>
              <a:gd name="connsiteY1398" fmla="*/ 5882699 h 8133350"/>
              <a:gd name="connsiteX1399" fmla="*/ 10120469 w 15276297"/>
              <a:gd name="connsiteY1399" fmla="*/ 5591032 h 8133350"/>
              <a:gd name="connsiteX1400" fmla="*/ 10047552 w 15276297"/>
              <a:gd name="connsiteY1400" fmla="*/ 5591032 h 8133350"/>
              <a:gd name="connsiteX1401" fmla="*/ 10047552 w 15276297"/>
              <a:gd name="connsiteY1401" fmla="*/ 5663949 h 8133350"/>
              <a:gd name="connsiteX1402" fmla="*/ 10565432 w 15276297"/>
              <a:gd name="connsiteY1402" fmla="*/ 6181829 h 8133350"/>
              <a:gd name="connsiteX1403" fmla="*/ 10638348 w 15276297"/>
              <a:gd name="connsiteY1403" fmla="*/ 6181829 h 8133350"/>
              <a:gd name="connsiteX1404" fmla="*/ 10638348 w 15276297"/>
              <a:gd name="connsiteY1404" fmla="*/ 6108912 h 8133350"/>
              <a:gd name="connsiteX1405" fmla="*/ 10120469 w 15276297"/>
              <a:gd name="connsiteY1405" fmla="*/ 5591032 h 8133350"/>
              <a:gd name="connsiteX1406" fmla="*/ 5736292 w 15276297"/>
              <a:gd name="connsiteY1406" fmla="*/ 6201350 h 8133350"/>
              <a:gd name="connsiteX1407" fmla="*/ 4953731 w 15276297"/>
              <a:gd name="connsiteY1407" fmla="*/ 6983911 h 8133350"/>
              <a:gd name="connsiteX1408" fmla="*/ 4938803 w 15276297"/>
              <a:gd name="connsiteY1408" fmla="*/ 7020656 h 8133350"/>
              <a:gd name="connsiteX1409" fmla="*/ 4938803 w 15276297"/>
              <a:gd name="connsiteY1409" fmla="*/ 7472509 h 8133350"/>
              <a:gd name="connsiteX1410" fmla="*/ 4990476 w 15276297"/>
              <a:gd name="connsiteY1410" fmla="*/ 7524182 h 8133350"/>
              <a:gd name="connsiteX1411" fmla="*/ 4990476 w 15276297"/>
              <a:gd name="connsiteY1411" fmla="*/ 7524182 h 8133350"/>
              <a:gd name="connsiteX1412" fmla="*/ 5042149 w 15276297"/>
              <a:gd name="connsiteY1412" fmla="*/ 7472509 h 8133350"/>
              <a:gd name="connsiteX1413" fmla="*/ 5042149 w 15276297"/>
              <a:gd name="connsiteY1413" fmla="*/ 7063143 h 8133350"/>
              <a:gd name="connsiteX1414" fmla="*/ 5057077 w 15276297"/>
              <a:gd name="connsiteY1414" fmla="*/ 7026397 h 8133350"/>
              <a:gd name="connsiteX1415" fmla="*/ 5809208 w 15276297"/>
              <a:gd name="connsiteY1415" fmla="*/ 6274266 h 8133350"/>
              <a:gd name="connsiteX1416" fmla="*/ 5809208 w 15276297"/>
              <a:gd name="connsiteY1416" fmla="*/ 6201350 h 8133350"/>
              <a:gd name="connsiteX1417" fmla="*/ 5736292 w 15276297"/>
              <a:gd name="connsiteY1417" fmla="*/ 6201350 h 8133350"/>
              <a:gd name="connsiteX1418" fmla="*/ 6157714 w 15276297"/>
              <a:gd name="connsiteY1418" fmla="*/ 3650420 h 8133350"/>
              <a:gd name="connsiteX1419" fmla="*/ 4316429 w 15276297"/>
              <a:gd name="connsiteY1419" fmla="*/ 3650420 h 8133350"/>
              <a:gd name="connsiteX1420" fmla="*/ 4264756 w 15276297"/>
              <a:gd name="connsiteY1420" fmla="*/ 3702093 h 8133350"/>
              <a:gd name="connsiteX1421" fmla="*/ 4316429 w 15276297"/>
              <a:gd name="connsiteY1421" fmla="*/ 3753766 h 8133350"/>
              <a:gd name="connsiteX1422" fmla="*/ 6157714 w 15276297"/>
              <a:gd name="connsiteY1422" fmla="*/ 3753766 h 8133350"/>
              <a:gd name="connsiteX1423" fmla="*/ 6209387 w 15276297"/>
              <a:gd name="connsiteY1423" fmla="*/ 3702093 h 8133350"/>
              <a:gd name="connsiteX1424" fmla="*/ 6157714 w 15276297"/>
              <a:gd name="connsiteY1424" fmla="*/ 3650420 h 8133350"/>
              <a:gd name="connsiteX1425" fmla="*/ 12082899 w 15276297"/>
              <a:gd name="connsiteY1425" fmla="*/ 3998926 h 8133350"/>
              <a:gd name="connsiteX1426" fmla="*/ 12069120 w 15276297"/>
              <a:gd name="connsiteY1426" fmla="*/ 4012706 h 8133350"/>
              <a:gd name="connsiteX1427" fmla="*/ 12082899 w 15276297"/>
              <a:gd name="connsiteY1427" fmla="*/ 4026485 h 8133350"/>
              <a:gd name="connsiteX1428" fmla="*/ 12096679 w 15276297"/>
              <a:gd name="connsiteY1428" fmla="*/ 4012706 h 8133350"/>
              <a:gd name="connsiteX1429" fmla="*/ 12082899 w 15276297"/>
              <a:gd name="connsiteY1429" fmla="*/ 3998926 h 8133350"/>
              <a:gd name="connsiteX1430" fmla="*/ 12021465 w 15276297"/>
              <a:gd name="connsiteY1430" fmla="*/ 4050025 h 8133350"/>
              <a:gd name="connsiteX1431" fmla="*/ 12007687 w 15276297"/>
              <a:gd name="connsiteY1431" fmla="*/ 4063805 h 8133350"/>
              <a:gd name="connsiteX1432" fmla="*/ 12021465 w 15276297"/>
              <a:gd name="connsiteY1432" fmla="*/ 4077584 h 8133350"/>
              <a:gd name="connsiteX1433" fmla="*/ 12035244 w 15276297"/>
              <a:gd name="connsiteY1433" fmla="*/ 4063805 h 8133350"/>
              <a:gd name="connsiteX1434" fmla="*/ 12021465 w 15276297"/>
              <a:gd name="connsiteY1434" fmla="*/ 4050025 h 8133350"/>
              <a:gd name="connsiteX1435" fmla="*/ 12144332 w 15276297"/>
              <a:gd name="connsiteY1435" fmla="*/ 4050025 h 8133350"/>
              <a:gd name="connsiteX1436" fmla="*/ 12130553 w 15276297"/>
              <a:gd name="connsiteY1436" fmla="*/ 4063805 h 8133350"/>
              <a:gd name="connsiteX1437" fmla="*/ 12144332 w 15276297"/>
              <a:gd name="connsiteY1437" fmla="*/ 4077584 h 8133350"/>
              <a:gd name="connsiteX1438" fmla="*/ 12158112 w 15276297"/>
              <a:gd name="connsiteY1438" fmla="*/ 4063805 h 8133350"/>
              <a:gd name="connsiteX1439" fmla="*/ 12144332 w 15276297"/>
              <a:gd name="connsiteY1439" fmla="*/ 4050025 h 8133350"/>
              <a:gd name="connsiteX1440" fmla="*/ 12082899 w 15276297"/>
              <a:gd name="connsiteY1440" fmla="*/ 4050025 h 8133350"/>
              <a:gd name="connsiteX1441" fmla="*/ 12069120 w 15276297"/>
              <a:gd name="connsiteY1441" fmla="*/ 4063805 h 8133350"/>
              <a:gd name="connsiteX1442" fmla="*/ 12082899 w 15276297"/>
              <a:gd name="connsiteY1442" fmla="*/ 4077584 h 8133350"/>
              <a:gd name="connsiteX1443" fmla="*/ 12096679 w 15276297"/>
              <a:gd name="connsiteY1443" fmla="*/ 4063805 h 8133350"/>
              <a:gd name="connsiteX1444" fmla="*/ 12082899 w 15276297"/>
              <a:gd name="connsiteY1444" fmla="*/ 4050025 h 8133350"/>
              <a:gd name="connsiteX1445" fmla="*/ 12021465 w 15276297"/>
              <a:gd name="connsiteY1445" fmla="*/ 3998926 h 8133350"/>
              <a:gd name="connsiteX1446" fmla="*/ 12007687 w 15276297"/>
              <a:gd name="connsiteY1446" fmla="*/ 4012706 h 8133350"/>
              <a:gd name="connsiteX1447" fmla="*/ 12021465 w 15276297"/>
              <a:gd name="connsiteY1447" fmla="*/ 4026485 h 8133350"/>
              <a:gd name="connsiteX1448" fmla="*/ 12035244 w 15276297"/>
              <a:gd name="connsiteY1448" fmla="*/ 4012706 h 8133350"/>
              <a:gd name="connsiteX1449" fmla="*/ 12021465 w 15276297"/>
              <a:gd name="connsiteY1449" fmla="*/ 3998926 h 8133350"/>
              <a:gd name="connsiteX1450" fmla="*/ 12144332 w 15276297"/>
              <a:gd name="connsiteY1450" fmla="*/ 3998926 h 8133350"/>
              <a:gd name="connsiteX1451" fmla="*/ 12130553 w 15276297"/>
              <a:gd name="connsiteY1451" fmla="*/ 4012706 h 8133350"/>
              <a:gd name="connsiteX1452" fmla="*/ 12144332 w 15276297"/>
              <a:gd name="connsiteY1452" fmla="*/ 4026485 h 8133350"/>
              <a:gd name="connsiteX1453" fmla="*/ 12158112 w 15276297"/>
              <a:gd name="connsiteY1453" fmla="*/ 4012706 h 8133350"/>
              <a:gd name="connsiteX1454" fmla="*/ 12144332 w 15276297"/>
              <a:gd name="connsiteY1454" fmla="*/ 3998926 h 8133350"/>
              <a:gd name="connsiteX1455" fmla="*/ 12205767 w 15276297"/>
              <a:gd name="connsiteY1455" fmla="*/ 3998926 h 8133350"/>
              <a:gd name="connsiteX1456" fmla="*/ 12191987 w 15276297"/>
              <a:gd name="connsiteY1456" fmla="*/ 4012706 h 8133350"/>
              <a:gd name="connsiteX1457" fmla="*/ 12205767 w 15276297"/>
              <a:gd name="connsiteY1457" fmla="*/ 4026485 h 8133350"/>
              <a:gd name="connsiteX1458" fmla="*/ 12219546 w 15276297"/>
              <a:gd name="connsiteY1458" fmla="*/ 4012706 h 8133350"/>
              <a:gd name="connsiteX1459" fmla="*/ 12205767 w 15276297"/>
              <a:gd name="connsiteY1459" fmla="*/ 3998926 h 8133350"/>
              <a:gd name="connsiteX1460" fmla="*/ 12205767 w 15276297"/>
              <a:gd name="connsiteY1460" fmla="*/ 4050025 h 8133350"/>
              <a:gd name="connsiteX1461" fmla="*/ 12191987 w 15276297"/>
              <a:gd name="connsiteY1461" fmla="*/ 4063805 h 8133350"/>
              <a:gd name="connsiteX1462" fmla="*/ 12205767 w 15276297"/>
              <a:gd name="connsiteY1462" fmla="*/ 4077584 h 8133350"/>
              <a:gd name="connsiteX1463" fmla="*/ 12219546 w 15276297"/>
              <a:gd name="connsiteY1463" fmla="*/ 4063805 h 8133350"/>
              <a:gd name="connsiteX1464" fmla="*/ 12205767 w 15276297"/>
              <a:gd name="connsiteY1464" fmla="*/ 4050025 h 8133350"/>
              <a:gd name="connsiteX1465" fmla="*/ 11959457 w 15276297"/>
              <a:gd name="connsiteY1465" fmla="*/ 4050025 h 8133350"/>
              <a:gd name="connsiteX1466" fmla="*/ 11945679 w 15276297"/>
              <a:gd name="connsiteY1466" fmla="*/ 4063805 h 8133350"/>
              <a:gd name="connsiteX1467" fmla="*/ 11959457 w 15276297"/>
              <a:gd name="connsiteY1467" fmla="*/ 4077584 h 8133350"/>
              <a:gd name="connsiteX1468" fmla="*/ 11973238 w 15276297"/>
              <a:gd name="connsiteY1468" fmla="*/ 4063805 h 8133350"/>
              <a:gd name="connsiteX1469" fmla="*/ 11959457 w 15276297"/>
              <a:gd name="connsiteY1469" fmla="*/ 4050025 h 8133350"/>
              <a:gd name="connsiteX1470" fmla="*/ 11959457 w 15276297"/>
              <a:gd name="connsiteY1470" fmla="*/ 3998926 h 8133350"/>
              <a:gd name="connsiteX1471" fmla="*/ 11945679 w 15276297"/>
              <a:gd name="connsiteY1471" fmla="*/ 4012706 h 8133350"/>
              <a:gd name="connsiteX1472" fmla="*/ 11959457 w 15276297"/>
              <a:gd name="connsiteY1472" fmla="*/ 4026485 h 8133350"/>
              <a:gd name="connsiteX1473" fmla="*/ 11973238 w 15276297"/>
              <a:gd name="connsiteY1473" fmla="*/ 4012706 h 8133350"/>
              <a:gd name="connsiteX1474" fmla="*/ 11959457 w 15276297"/>
              <a:gd name="connsiteY1474" fmla="*/ 3998926 h 8133350"/>
              <a:gd name="connsiteX1475" fmla="*/ 11959457 w 15276297"/>
              <a:gd name="connsiteY1475" fmla="*/ 3947827 h 8133350"/>
              <a:gd name="connsiteX1476" fmla="*/ 11945679 w 15276297"/>
              <a:gd name="connsiteY1476" fmla="*/ 3961607 h 8133350"/>
              <a:gd name="connsiteX1477" fmla="*/ 11959457 w 15276297"/>
              <a:gd name="connsiteY1477" fmla="*/ 3975386 h 8133350"/>
              <a:gd name="connsiteX1478" fmla="*/ 11973238 w 15276297"/>
              <a:gd name="connsiteY1478" fmla="*/ 3961607 h 8133350"/>
              <a:gd name="connsiteX1479" fmla="*/ 11959457 w 15276297"/>
              <a:gd name="connsiteY1479" fmla="*/ 3947827 h 8133350"/>
              <a:gd name="connsiteX1480" fmla="*/ 12021465 w 15276297"/>
              <a:gd name="connsiteY1480" fmla="*/ 3947827 h 8133350"/>
              <a:gd name="connsiteX1481" fmla="*/ 12007687 w 15276297"/>
              <a:gd name="connsiteY1481" fmla="*/ 3961607 h 8133350"/>
              <a:gd name="connsiteX1482" fmla="*/ 12021465 w 15276297"/>
              <a:gd name="connsiteY1482" fmla="*/ 3975386 h 8133350"/>
              <a:gd name="connsiteX1483" fmla="*/ 12035244 w 15276297"/>
              <a:gd name="connsiteY1483" fmla="*/ 3961607 h 8133350"/>
              <a:gd name="connsiteX1484" fmla="*/ 12021465 w 15276297"/>
              <a:gd name="connsiteY1484" fmla="*/ 3947827 h 8133350"/>
              <a:gd name="connsiteX1485" fmla="*/ 11959457 w 15276297"/>
              <a:gd name="connsiteY1485" fmla="*/ 3897302 h 8133350"/>
              <a:gd name="connsiteX1486" fmla="*/ 11945679 w 15276297"/>
              <a:gd name="connsiteY1486" fmla="*/ 3911082 h 8133350"/>
              <a:gd name="connsiteX1487" fmla="*/ 11959457 w 15276297"/>
              <a:gd name="connsiteY1487" fmla="*/ 3924861 h 8133350"/>
              <a:gd name="connsiteX1488" fmla="*/ 11973238 w 15276297"/>
              <a:gd name="connsiteY1488" fmla="*/ 3911082 h 8133350"/>
              <a:gd name="connsiteX1489" fmla="*/ 11959457 w 15276297"/>
              <a:gd name="connsiteY1489" fmla="*/ 3897302 h 8133350"/>
              <a:gd name="connsiteX1490" fmla="*/ 12205767 w 15276297"/>
              <a:gd name="connsiteY1490" fmla="*/ 3947827 h 8133350"/>
              <a:gd name="connsiteX1491" fmla="*/ 12191987 w 15276297"/>
              <a:gd name="connsiteY1491" fmla="*/ 3961607 h 8133350"/>
              <a:gd name="connsiteX1492" fmla="*/ 12205767 w 15276297"/>
              <a:gd name="connsiteY1492" fmla="*/ 3975386 h 8133350"/>
              <a:gd name="connsiteX1493" fmla="*/ 12219546 w 15276297"/>
              <a:gd name="connsiteY1493" fmla="*/ 3961607 h 8133350"/>
              <a:gd name="connsiteX1494" fmla="*/ 12205767 w 15276297"/>
              <a:gd name="connsiteY1494" fmla="*/ 3947827 h 8133350"/>
              <a:gd name="connsiteX1495" fmla="*/ 12144332 w 15276297"/>
              <a:gd name="connsiteY1495" fmla="*/ 3947827 h 8133350"/>
              <a:gd name="connsiteX1496" fmla="*/ 12130553 w 15276297"/>
              <a:gd name="connsiteY1496" fmla="*/ 3961607 h 8133350"/>
              <a:gd name="connsiteX1497" fmla="*/ 12144332 w 15276297"/>
              <a:gd name="connsiteY1497" fmla="*/ 3975386 h 8133350"/>
              <a:gd name="connsiteX1498" fmla="*/ 12158112 w 15276297"/>
              <a:gd name="connsiteY1498" fmla="*/ 3961607 h 8133350"/>
              <a:gd name="connsiteX1499" fmla="*/ 12144332 w 15276297"/>
              <a:gd name="connsiteY1499" fmla="*/ 3947827 h 8133350"/>
              <a:gd name="connsiteX1500" fmla="*/ 12144332 w 15276297"/>
              <a:gd name="connsiteY1500" fmla="*/ 3897302 h 8133350"/>
              <a:gd name="connsiteX1501" fmla="*/ 12130553 w 15276297"/>
              <a:gd name="connsiteY1501" fmla="*/ 3911082 h 8133350"/>
              <a:gd name="connsiteX1502" fmla="*/ 12144332 w 15276297"/>
              <a:gd name="connsiteY1502" fmla="*/ 3924861 h 8133350"/>
              <a:gd name="connsiteX1503" fmla="*/ 12158112 w 15276297"/>
              <a:gd name="connsiteY1503" fmla="*/ 3911082 h 8133350"/>
              <a:gd name="connsiteX1504" fmla="*/ 12144332 w 15276297"/>
              <a:gd name="connsiteY1504" fmla="*/ 3897302 h 8133350"/>
              <a:gd name="connsiteX1505" fmla="*/ 12082899 w 15276297"/>
              <a:gd name="connsiteY1505" fmla="*/ 3897302 h 8133350"/>
              <a:gd name="connsiteX1506" fmla="*/ 12069120 w 15276297"/>
              <a:gd name="connsiteY1506" fmla="*/ 3911082 h 8133350"/>
              <a:gd name="connsiteX1507" fmla="*/ 12082899 w 15276297"/>
              <a:gd name="connsiteY1507" fmla="*/ 3924861 h 8133350"/>
              <a:gd name="connsiteX1508" fmla="*/ 12096679 w 15276297"/>
              <a:gd name="connsiteY1508" fmla="*/ 3911082 h 8133350"/>
              <a:gd name="connsiteX1509" fmla="*/ 12082899 w 15276297"/>
              <a:gd name="connsiteY1509" fmla="*/ 3897302 h 8133350"/>
              <a:gd name="connsiteX1510" fmla="*/ 12021465 w 15276297"/>
              <a:gd name="connsiteY1510" fmla="*/ 3897302 h 8133350"/>
              <a:gd name="connsiteX1511" fmla="*/ 12007687 w 15276297"/>
              <a:gd name="connsiteY1511" fmla="*/ 3911082 h 8133350"/>
              <a:gd name="connsiteX1512" fmla="*/ 12021465 w 15276297"/>
              <a:gd name="connsiteY1512" fmla="*/ 3924861 h 8133350"/>
              <a:gd name="connsiteX1513" fmla="*/ 12035244 w 15276297"/>
              <a:gd name="connsiteY1513" fmla="*/ 3911082 h 8133350"/>
              <a:gd name="connsiteX1514" fmla="*/ 12021465 w 15276297"/>
              <a:gd name="connsiteY1514" fmla="*/ 3897302 h 8133350"/>
              <a:gd name="connsiteX1515" fmla="*/ 12082899 w 15276297"/>
              <a:gd name="connsiteY1515" fmla="*/ 3947827 h 8133350"/>
              <a:gd name="connsiteX1516" fmla="*/ 12069120 w 15276297"/>
              <a:gd name="connsiteY1516" fmla="*/ 3961607 h 8133350"/>
              <a:gd name="connsiteX1517" fmla="*/ 12082899 w 15276297"/>
              <a:gd name="connsiteY1517" fmla="*/ 3975386 h 8133350"/>
              <a:gd name="connsiteX1518" fmla="*/ 12096679 w 15276297"/>
              <a:gd name="connsiteY1518" fmla="*/ 3961607 h 8133350"/>
              <a:gd name="connsiteX1519" fmla="*/ 12082899 w 15276297"/>
              <a:gd name="connsiteY1519" fmla="*/ 3947827 h 8133350"/>
              <a:gd name="connsiteX1520" fmla="*/ 12205767 w 15276297"/>
              <a:gd name="connsiteY1520" fmla="*/ 3897302 h 8133350"/>
              <a:gd name="connsiteX1521" fmla="*/ 12191987 w 15276297"/>
              <a:gd name="connsiteY1521" fmla="*/ 3911082 h 8133350"/>
              <a:gd name="connsiteX1522" fmla="*/ 12205767 w 15276297"/>
              <a:gd name="connsiteY1522" fmla="*/ 3924861 h 8133350"/>
              <a:gd name="connsiteX1523" fmla="*/ 12219546 w 15276297"/>
              <a:gd name="connsiteY1523" fmla="*/ 3911082 h 8133350"/>
              <a:gd name="connsiteX1524" fmla="*/ 12205767 w 15276297"/>
              <a:gd name="connsiteY1524" fmla="*/ 3897302 h 8133350"/>
              <a:gd name="connsiteX1525" fmla="*/ 4565034 w 15276297"/>
              <a:gd name="connsiteY1525" fmla="*/ 908299 h 8133350"/>
              <a:gd name="connsiteX1526" fmla="*/ 4578813 w 15276297"/>
              <a:gd name="connsiteY1526" fmla="*/ 894519 h 8133350"/>
              <a:gd name="connsiteX1527" fmla="*/ 4565034 w 15276297"/>
              <a:gd name="connsiteY1527" fmla="*/ 880740 h 8133350"/>
              <a:gd name="connsiteX1528" fmla="*/ 4551254 w 15276297"/>
              <a:gd name="connsiteY1528" fmla="*/ 894519 h 8133350"/>
              <a:gd name="connsiteX1529" fmla="*/ 4565034 w 15276297"/>
              <a:gd name="connsiteY1529" fmla="*/ 908299 h 8133350"/>
              <a:gd name="connsiteX1530" fmla="*/ 4503600 w 15276297"/>
              <a:gd name="connsiteY1530" fmla="*/ 857774 h 8133350"/>
              <a:gd name="connsiteX1531" fmla="*/ 4517380 w 15276297"/>
              <a:gd name="connsiteY1531" fmla="*/ 843994 h 8133350"/>
              <a:gd name="connsiteX1532" fmla="*/ 4503600 w 15276297"/>
              <a:gd name="connsiteY1532" fmla="*/ 830215 h 8133350"/>
              <a:gd name="connsiteX1533" fmla="*/ 4489821 w 15276297"/>
              <a:gd name="connsiteY1533" fmla="*/ 843994 h 8133350"/>
              <a:gd name="connsiteX1534" fmla="*/ 4503600 w 15276297"/>
              <a:gd name="connsiteY1534" fmla="*/ 857774 h 8133350"/>
              <a:gd name="connsiteX1535" fmla="*/ 4503600 w 15276297"/>
              <a:gd name="connsiteY1535" fmla="*/ 908299 h 8133350"/>
              <a:gd name="connsiteX1536" fmla="*/ 4517380 w 15276297"/>
              <a:gd name="connsiteY1536" fmla="*/ 894519 h 8133350"/>
              <a:gd name="connsiteX1537" fmla="*/ 4503600 w 15276297"/>
              <a:gd name="connsiteY1537" fmla="*/ 880740 h 8133350"/>
              <a:gd name="connsiteX1538" fmla="*/ 4489821 w 15276297"/>
              <a:gd name="connsiteY1538" fmla="*/ 894519 h 8133350"/>
              <a:gd name="connsiteX1539" fmla="*/ 4503600 w 15276297"/>
              <a:gd name="connsiteY1539" fmla="*/ 908299 h 8133350"/>
              <a:gd name="connsiteX1540" fmla="*/ 4565034 w 15276297"/>
              <a:gd name="connsiteY1540" fmla="*/ 857774 h 8133350"/>
              <a:gd name="connsiteX1541" fmla="*/ 4578813 w 15276297"/>
              <a:gd name="connsiteY1541" fmla="*/ 843994 h 8133350"/>
              <a:gd name="connsiteX1542" fmla="*/ 4565034 w 15276297"/>
              <a:gd name="connsiteY1542" fmla="*/ 830215 h 8133350"/>
              <a:gd name="connsiteX1543" fmla="*/ 4551254 w 15276297"/>
              <a:gd name="connsiteY1543" fmla="*/ 843994 h 8133350"/>
              <a:gd name="connsiteX1544" fmla="*/ 4565034 w 15276297"/>
              <a:gd name="connsiteY1544" fmla="*/ 857774 h 8133350"/>
              <a:gd name="connsiteX1545" fmla="*/ 4687901 w 15276297"/>
              <a:gd name="connsiteY1545" fmla="*/ 857774 h 8133350"/>
              <a:gd name="connsiteX1546" fmla="*/ 4701680 w 15276297"/>
              <a:gd name="connsiteY1546" fmla="*/ 843994 h 8133350"/>
              <a:gd name="connsiteX1547" fmla="*/ 4687901 w 15276297"/>
              <a:gd name="connsiteY1547" fmla="*/ 830215 h 8133350"/>
              <a:gd name="connsiteX1548" fmla="*/ 4674121 w 15276297"/>
              <a:gd name="connsiteY1548" fmla="*/ 843994 h 8133350"/>
              <a:gd name="connsiteX1549" fmla="*/ 4687901 w 15276297"/>
              <a:gd name="connsiteY1549" fmla="*/ 857774 h 8133350"/>
              <a:gd name="connsiteX1550" fmla="*/ 4626467 w 15276297"/>
              <a:gd name="connsiteY1550" fmla="*/ 857774 h 8133350"/>
              <a:gd name="connsiteX1551" fmla="*/ 4640247 w 15276297"/>
              <a:gd name="connsiteY1551" fmla="*/ 843994 h 8133350"/>
              <a:gd name="connsiteX1552" fmla="*/ 4626467 w 15276297"/>
              <a:gd name="connsiteY1552" fmla="*/ 830215 h 8133350"/>
              <a:gd name="connsiteX1553" fmla="*/ 4612688 w 15276297"/>
              <a:gd name="connsiteY1553" fmla="*/ 843994 h 8133350"/>
              <a:gd name="connsiteX1554" fmla="*/ 4626467 w 15276297"/>
              <a:gd name="connsiteY1554" fmla="*/ 857774 h 8133350"/>
              <a:gd name="connsiteX1555" fmla="*/ 4687901 w 15276297"/>
              <a:gd name="connsiteY1555" fmla="*/ 908299 h 8133350"/>
              <a:gd name="connsiteX1556" fmla="*/ 4701680 w 15276297"/>
              <a:gd name="connsiteY1556" fmla="*/ 894519 h 8133350"/>
              <a:gd name="connsiteX1557" fmla="*/ 4687901 w 15276297"/>
              <a:gd name="connsiteY1557" fmla="*/ 880740 h 8133350"/>
              <a:gd name="connsiteX1558" fmla="*/ 4674121 w 15276297"/>
              <a:gd name="connsiteY1558" fmla="*/ 894519 h 8133350"/>
              <a:gd name="connsiteX1559" fmla="*/ 4687901 w 15276297"/>
              <a:gd name="connsiteY1559" fmla="*/ 908299 h 8133350"/>
              <a:gd name="connsiteX1560" fmla="*/ 4626467 w 15276297"/>
              <a:gd name="connsiteY1560" fmla="*/ 908299 h 8133350"/>
              <a:gd name="connsiteX1561" fmla="*/ 4640247 w 15276297"/>
              <a:gd name="connsiteY1561" fmla="*/ 894519 h 8133350"/>
              <a:gd name="connsiteX1562" fmla="*/ 4626467 w 15276297"/>
              <a:gd name="connsiteY1562" fmla="*/ 880740 h 8133350"/>
              <a:gd name="connsiteX1563" fmla="*/ 4612688 w 15276297"/>
              <a:gd name="connsiteY1563" fmla="*/ 894519 h 8133350"/>
              <a:gd name="connsiteX1564" fmla="*/ 4626467 w 15276297"/>
              <a:gd name="connsiteY1564" fmla="*/ 908299 h 8133350"/>
              <a:gd name="connsiteX1565" fmla="*/ 4441592 w 15276297"/>
              <a:gd name="connsiteY1565" fmla="*/ 908299 h 8133350"/>
              <a:gd name="connsiteX1566" fmla="*/ 4455372 w 15276297"/>
              <a:gd name="connsiteY1566" fmla="*/ 894519 h 8133350"/>
              <a:gd name="connsiteX1567" fmla="*/ 4441592 w 15276297"/>
              <a:gd name="connsiteY1567" fmla="*/ 880740 h 8133350"/>
              <a:gd name="connsiteX1568" fmla="*/ 4427813 w 15276297"/>
              <a:gd name="connsiteY1568" fmla="*/ 894519 h 8133350"/>
              <a:gd name="connsiteX1569" fmla="*/ 4441592 w 15276297"/>
              <a:gd name="connsiteY1569" fmla="*/ 908299 h 8133350"/>
              <a:gd name="connsiteX1570" fmla="*/ 4441592 w 15276297"/>
              <a:gd name="connsiteY1570" fmla="*/ 857774 h 8133350"/>
              <a:gd name="connsiteX1571" fmla="*/ 4455372 w 15276297"/>
              <a:gd name="connsiteY1571" fmla="*/ 843994 h 8133350"/>
              <a:gd name="connsiteX1572" fmla="*/ 4441592 w 15276297"/>
              <a:gd name="connsiteY1572" fmla="*/ 830215 h 8133350"/>
              <a:gd name="connsiteX1573" fmla="*/ 4427813 w 15276297"/>
              <a:gd name="connsiteY1573" fmla="*/ 843994 h 8133350"/>
              <a:gd name="connsiteX1574" fmla="*/ 4441592 w 15276297"/>
              <a:gd name="connsiteY1574" fmla="*/ 857774 h 8133350"/>
              <a:gd name="connsiteX1575" fmla="*/ 4687901 w 15276297"/>
              <a:gd name="connsiteY1575" fmla="*/ 755576 h 8133350"/>
              <a:gd name="connsiteX1576" fmla="*/ 4701680 w 15276297"/>
              <a:gd name="connsiteY1576" fmla="*/ 741797 h 8133350"/>
              <a:gd name="connsiteX1577" fmla="*/ 4687901 w 15276297"/>
              <a:gd name="connsiteY1577" fmla="*/ 728017 h 8133350"/>
              <a:gd name="connsiteX1578" fmla="*/ 4674121 w 15276297"/>
              <a:gd name="connsiteY1578" fmla="*/ 741797 h 8133350"/>
              <a:gd name="connsiteX1579" fmla="*/ 4687901 w 15276297"/>
              <a:gd name="connsiteY1579" fmla="*/ 755576 h 8133350"/>
              <a:gd name="connsiteX1580" fmla="*/ 4565034 w 15276297"/>
              <a:gd name="connsiteY1580" fmla="*/ 755576 h 8133350"/>
              <a:gd name="connsiteX1581" fmla="*/ 4578813 w 15276297"/>
              <a:gd name="connsiteY1581" fmla="*/ 741797 h 8133350"/>
              <a:gd name="connsiteX1582" fmla="*/ 4565034 w 15276297"/>
              <a:gd name="connsiteY1582" fmla="*/ 728017 h 8133350"/>
              <a:gd name="connsiteX1583" fmla="*/ 4551254 w 15276297"/>
              <a:gd name="connsiteY1583" fmla="*/ 741797 h 8133350"/>
              <a:gd name="connsiteX1584" fmla="*/ 4565034 w 15276297"/>
              <a:gd name="connsiteY1584" fmla="*/ 755576 h 8133350"/>
              <a:gd name="connsiteX1585" fmla="*/ 4565034 w 15276297"/>
              <a:gd name="connsiteY1585" fmla="*/ 806675 h 8133350"/>
              <a:gd name="connsiteX1586" fmla="*/ 4578813 w 15276297"/>
              <a:gd name="connsiteY1586" fmla="*/ 792896 h 8133350"/>
              <a:gd name="connsiteX1587" fmla="*/ 4565034 w 15276297"/>
              <a:gd name="connsiteY1587" fmla="*/ 779116 h 8133350"/>
              <a:gd name="connsiteX1588" fmla="*/ 4551254 w 15276297"/>
              <a:gd name="connsiteY1588" fmla="*/ 792896 h 8133350"/>
              <a:gd name="connsiteX1589" fmla="*/ 4565034 w 15276297"/>
              <a:gd name="connsiteY1589" fmla="*/ 806675 h 8133350"/>
              <a:gd name="connsiteX1590" fmla="*/ 4626467 w 15276297"/>
              <a:gd name="connsiteY1590" fmla="*/ 755576 h 8133350"/>
              <a:gd name="connsiteX1591" fmla="*/ 4640247 w 15276297"/>
              <a:gd name="connsiteY1591" fmla="*/ 741797 h 8133350"/>
              <a:gd name="connsiteX1592" fmla="*/ 4626467 w 15276297"/>
              <a:gd name="connsiteY1592" fmla="*/ 728017 h 8133350"/>
              <a:gd name="connsiteX1593" fmla="*/ 4612688 w 15276297"/>
              <a:gd name="connsiteY1593" fmla="*/ 741797 h 8133350"/>
              <a:gd name="connsiteX1594" fmla="*/ 4626467 w 15276297"/>
              <a:gd name="connsiteY1594" fmla="*/ 755576 h 8133350"/>
              <a:gd name="connsiteX1595" fmla="*/ 4687901 w 15276297"/>
              <a:gd name="connsiteY1595" fmla="*/ 806675 h 8133350"/>
              <a:gd name="connsiteX1596" fmla="*/ 4701680 w 15276297"/>
              <a:gd name="connsiteY1596" fmla="*/ 792896 h 8133350"/>
              <a:gd name="connsiteX1597" fmla="*/ 4687901 w 15276297"/>
              <a:gd name="connsiteY1597" fmla="*/ 779116 h 8133350"/>
              <a:gd name="connsiteX1598" fmla="*/ 4674121 w 15276297"/>
              <a:gd name="connsiteY1598" fmla="*/ 792896 h 8133350"/>
              <a:gd name="connsiteX1599" fmla="*/ 4687901 w 15276297"/>
              <a:gd name="connsiteY1599" fmla="*/ 806675 h 8133350"/>
              <a:gd name="connsiteX1600" fmla="*/ 4626467 w 15276297"/>
              <a:gd name="connsiteY1600" fmla="*/ 806675 h 8133350"/>
              <a:gd name="connsiteX1601" fmla="*/ 4640247 w 15276297"/>
              <a:gd name="connsiteY1601" fmla="*/ 792896 h 8133350"/>
              <a:gd name="connsiteX1602" fmla="*/ 4626467 w 15276297"/>
              <a:gd name="connsiteY1602" fmla="*/ 779116 h 8133350"/>
              <a:gd name="connsiteX1603" fmla="*/ 4612688 w 15276297"/>
              <a:gd name="connsiteY1603" fmla="*/ 792896 h 8133350"/>
              <a:gd name="connsiteX1604" fmla="*/ 4626467 w 15276297"/>
              <a:gd name="connsiteY1604" fmla="*/ 806675 h 8133350"/>
              <a:gd name="connsiteX1605" fmla="*/ 4441592 w 15276297"/>
              <a:gd name="connsiteY1605" fmla="*/ 806675 h 8133350"/>
              <a:gd name="connsiteX1606" fmla="*/ 4455372 w 15276297"/>
              <a:gd name="connsiteY1606" fmla="*/ 792896 h 8133350"/>
              <a:gd name="connsiteX1607" fmla="*/ 4441592 w 15276297"/>
              <a:gd name="connsiteY1607" fmla="*/ 779116 h 8133350"/>
              <a:gd name="connsiteX1608" fmla="*/ 4427813 w 15276297"/>
              <a:gd name="connsiteY1608" fmla="*/ 792896 h 8133350"/>
              <a:gd name="connsiteX1609" fmla="*/ 4441592 w 15276297"/>
              <a:gd name="connsiteY1609" fmla="*/ 806675 h 8133350"/>
              <a:gd name="connsiteX1610" fmla="*/ 4441592 w 15276297"/>
              <a:gd name="connsiteY1610" fmla="*/ 755576 h 8133350"/>
              <a:gd name="connsiteX1611" fmla="*/ 4455372 w 15276297"/>
              <a:gd name="connsiteY1611" fmla="*/ 741797 h 8133350"/>
              <a:gd name="connsiteX1612" fmla="*/ 4441592 w 15276297"/>
              <a:gd name="connsiteY1612" fmla="*/ 728017 h 8133350"/>
              <a:gd name="connsiteX1613" fmla="*/ 4427813 w 15276297"/>
              <a:gd name="connsiteY1613" fmla="*/ 741797 h 8133350"/>
              <a:gd name="connsiteX1614" fmla="*/ 4441592 w 15276297"/>
              <a:gd name="connsiteY1614" fmla="*/ 755576 h 8133350"/>
              <a:gd name="connsiteX1615" fmla="*/ 4503600 w 15276297"/>
              <a:gd name="connsiteY1615" fmla="*/ 755576 h 8133350"/>
              <a:gd name="connsiteX1616" fmla="*/ 4517380 w 15276297"/>
              <a:gd name="connsiteY1616" fmla="*/ 741797 h 8133350"/>
              <a:gd name="connsiteX1617" fmla="*/ 4503600 w 15276297"/>
              <a:gd name="connsiteY1617" fmla="*/ 728017 h 8133350"/>
              <a:gd name="connsiteX1618" fmla="*/ 4489821 w 15276297"/>
              <a:gd name="connsiteY1618" fmla="*/ 741797 h 8133350"/>
              <a:gd name="connsiteX1619" fmla="*/ 4503600 w 15276297"/>
              <a:gd name="connsiteY1619" fmla="*/ 755576 h 8133350"/>
              <a:gd name="connsiteX1620" fmla="*/ 4503600 w 15276297"/>
              <a:gd name="connsiteY1620" fmla="*/ 806675 h 8133350"/>
              <a:gd name="connsiteX1621" fmla="*/ 4517380 w 15276297"/>
              <a:gd name="connsiteY1621" fmla="*/ 792896 h 8133350"/>
              <a:gd name="connsiteX1622" fmla="*/ 4503600 w 15276297"/>
              <a:gd name="connsiteY1622" fmla="*/ 779116 h 8133350"/>
              <a:gd name="connsiteX1623" fmla="*/ 4489821 w 15276297"/>
              <a:gd name="connsiteY1623" fmla="*/ 792896 h 8133350"/>
              <a:gd name="connsiteX1624" fmla="*/ 4503600 w 15276297"/>
              <a:gd name="connsiteY1624" fmla="*/ 806675 h 8133350"/>
              <a:gd name="connsiteX1625" fmla="*/ 13316164 w 15276297"/>
              <a:gd name="connsiteY1625" fmla="*/ 4210786 h 8133350"/>
              <a:gd name="connsiteX1626" fmla="*/ 13408028 w 15276297"/>
              <a:gd name="connsiteY1626" fmla="*/ 4210786 h 8133350"/>
              <a:gd name="connsiteX1627" fmla="*/ 13451089 w 15276297"/>
              <a:gd name="connsiteY1627" fmla="*/ 4167725 h 8133350"/>
              <a:gd name="connsiteX1628" fmla="*/ 13451089 w 15276297"/>
              <a:gd name="connsiteY1628" fmla="*/ 4075288 h 8133350"/>
              <a:gd name="connsiteX1629" fmla="*/ 13408028 w 15276297"/>
              <a:gd name="connsiteY1629" fmla="*/ 4032227 h 8133350"/>
              <a:gd name="connsiteX1630" fmla="*/ 13316164 w 15276297"/>
              <a:gd name="connsiteY1630" fmla="*/ 4032227 h 8133350"/>
              <a:gd name="connsiteX1631" fmla="*/ 13273103 w 15276297"/>
              <a:gd name="connsiteY1631" fmla="*/ 4075288 h 8133350"/>
              <a:gd name="connsiteX1632" fmla="*/ 13273103 w 15276297"/>
              <a:gd name="connsiteY1632" fmla="*/ 4167725 h 8133350"/>
              <a:gd name="connsiteX1633" fmla="*/ 13316164 w 15276297"/>
              <a:gd name="connsiteY1633" fmla="*/ 4210786 h 8133350"/>
              <a:gd name="connsiteX1634" fmla="*/ 13283438 w 15276297"/>
              <a:gd name="connsiteY1634" fmla="*/ 4075862 h 8133350"/>
              <a:gd name="connsiteX1635" fmla="*/ 13316164 w 15276297"/>
              <a:gd name="connsiteY1635" fmla="*/ 4043135 h 8133350"/>
              <a:gd name="connsiteX1636" fmla="*/ 13408028 w 15276297"/>
              <a:gd name="connsiteY1636" fmla="*/ 4043135 h 8133350"/>
              <a:gd name="connsiteX1637" fmla="*/ 13440754 w 15276297"/>
              <a:gd name="connsiteY1637" fmla="*/ 4075862 h 8133350"/>
              <a:gd name="connsiteX1638" fmla="*/ 13440754 w 15276297"/>
              <a:gd name="connsiteY1638" fmla="*/ 4168299 h 8133350"/>
              <a:gd name="connsiteX1639" fmla="*/ 13408028 w 15276297"/>
              <a:gd name="connsiteY1639" fmla="*/ 4201025 h 8133350"/>
              <a:gd name="connsiteX1640" fmla="*/ 13316164 w 15276297"/>
              <a:gd name="connsiteY1640" fmla="*/ 4201025 h 8133350"/>
              <a:gd name="connsiteX1641" fmla="*/ 13283438 w 15276297"/>
              <a:gd name="connsiteY1641" fmla="*/ 4168299 h 8133350"/>
              <a:gd name="connsiteX1642" fmla="*/ 13283438 w 15276297"/>
              <a:gd name="connsiteY1642" fmla="*/ 4075862 h 8133350"/>
              <a:gd name="connsiteX1643" fmla="*/ 13049761 w 15276297"/>
              <a:gd name="connsiteY1643" fmla="*/ 4210786 h 8133350"/>
              <a:gd name="connsiteX1644" fmla="*/ 13141625 w 15276297"/>
              <a:gd name="connsiteY1644" fmla="*/ 4210786 h 8133350"/>
              <a:gd name="connsiteX1645" fmla="*/ 13184685 w 15276297"/>
              <a:gd name="connsiteY1645" fmla="*/ 4167725 h 8133350"/>
              <a:gd name="connsiteX1646" fmla="*/ 13184685 w 15276297"/>
              <a:gd name="connsiteY1646" fmla="*/ 4075288 h 8133350"/>
              <a:gd name="connsiteX1647" fmla="*/ 13141625 w 15276297"/>
              <a:gd name="connsiteY1647" fmla="*/ 4032227 h 8133350"/>
              <a:gd name="connsiteX1648" fmla="*/ 13049761 w 15276297"/>
              <a:gd name="connsiteY1648" fmla="*/ 4032227 h 8133350"/>
              <a:gd name="connsiteX1649" fmla="*/ 13006700 w 15276297"/>
              <a:gd name="connsiteY1649" fmla="*/ 4075288 h 8133350"/>
              <a:gd name="connsiteX1650" fmla="*/ 13006700 w 15276297"/>
              <a:gd name="connsiteY1650" fmla="*/ 4167725 h 8133350"/>
              <a:gd name="connsiteX1651" fmla="*/ 13049761 w 15276297"/>
              <a:gd name="connsiteY1651" fmla="*/ 4210786 h 8133350"/>
              <a:gd name="connsiteX1652" fmla="*/ 13017034 w 15276297"/>
              <a:gd name="connsiteY1652" fmla="*/ 4075862 h 8133350"/>
              <a:gd name="connsiteX1653" fmla="*/ 13049761 w 15276297"/>
              <a:gd name="connsiteY1653" fmla="*/ 4043135 h 8133350"/>
              <a:gd name="connsiteX1654" fmla="*/ 13141625 w 15276297"/>
              <a:gd name="connsiteY1654" fmla="*/ 4043135 h 8133350"/>
              <a:gd name="connsiteX1655" fmla="*/ 13174351 w 15276297"/>
              <a:gd name="connsiteY1655" fmla="*/ 4075862 h 8133350"/>
              <a:gd name="connsiteX1656" fmla="*/ 13174351 w 15276297"/>
              <a:gd name="connsiteY1656" fmla="*/ 4168299 h 8133350"/>
              <a:gd name="connsiteX1657" fmla="*/ 13141625 w 15276297"/>
              <a:gd name="connsiteY1657" fmla="*/ 4201025 h 8133350"/>
              <a:gd name="connsiteX1658" fmla="*/ 13049761 w 15276297"/>
              <a:gd name="connsiteY1658" fmla="*/ 4201025 h 8133350"/>
              <a:gd name="connsiteX1659" fmla="*/ 13017034 w 15276297"/>
              <a:gd name="connsiteY1659" fmla="*/ 4168299 h 8133350"/>
              <a:gd name="connsiteX1660" fmla="*/ 13017034 w 15276297"/>
              <a:gd name="connsiteY1660" fmla="*/ 4075862 h 8133350"/>
              <a:gd name="connsiteX1661" fmla="*/ 13049761 w 15276297"/>
              <a:gd name="connsiteY1661" fmla="*/ 3944382 h 8133350"/>
              <a:gd name="connsiteX1662" fmla="*/ 13141625 w 15276297"/>
              <a:gd name="connsiteY1662" fmla="*/ 3944382 h 8133350"/>
              <a:gd name="connsiteX1663" fmla="*/ 13184685 w 15276297"/>
              <a:gd name="connsiteY1663" fmla="*/ 3901321 h 8133350"/>
              <a:gd name="connsiteX1664" fmla="*/ 13184685 w 15276297"/>
              <a:gd name="connsiteY1664" fmla="*/ 3809458 h 8133350"/>
              <a:gd name="connsiteX1665" fmla="*/ 13141625 w 15276297"/>
              <a:gd name="connsiteY1665" fmla="*/ 3766397 h 8133350"/>
              <a:gd name="connsiteX1666" fmla="*/ 13049761 w 15276297"/>
              <a:gd name="connsiteY1666" fmla="*/ 3766397 h 8133350"/>
              <a:gd name="connsiteX1667" fmla="*/ 13006700 w 15276297"/>
              <a:gd name="connsiteY1667" fmla="*/ 3809458 h 8133350"/>
              <a:gd name="connsiteX1668" fmla="*/ 13006700 w 15276297"/>
              <a:gd name="connsiteY1668" fmla="*/ 3901321 h 8133350"/>
              <a:gd name="connsiteX1669" fmla="*/ 13049761 w 15276297"/>
              <a:gd name="connsiteY1669" fmla="*/ 3944382 h 8133350"/>
              <a:gd name="connsiteX1670" fmla="*/ 13017034 w 15276297"/>
              <a:gd name="connsiteY1670" fmla="*/ 3809458 h 8133350"/>
              <a:gd name="connsiteX1671" fmla="*/ 13049761 w 15276297"/>
              <a:gd name="connsiteY1671" fmla="*/ 3776732 h 8133350"/>
              <a:gd name="connsiteX1672" fmla="*/ 13141625 w 15276297"/>
              <a:gd name="connsiteY1672" fmla="*/ 3776732 h 8133350"/>
              <a:gd name="connsiteX1673" fmla="*/ 13174351 w 15276297"/>
              <a:gd name="connsiteY1673" fmla="*/ 3809458 h 8133350"/>
              <a:gd name="connsiteX1674" fmla="*/ 13174351 w 15276297"/>
              <a:gd name="connsiteY1674" fmla="*/ 3901321 h 8133350"/>
              <a:gd name="connsiteX1675" fmla="*/ 13141625 w 15276297"/>
              <a:gd name="connsiteY1675" fmla="*/ 3934047 h 8133350"/>
              <a:gd name="connsiteX1676" fmla="*/ 13049761 w 15276297"/>
              <a:gd name="connsiteY1676" fmla="*/ 3934047 h 8133350"/>
              <a:gd name="connsiteX1677" fmla="*/ 13017034 w 15276297"/>
              <a:gd name="connsiteY1677" fmla="*/ 3901321 h 8133350"/>
              <a:gd name="connsiteX1678" fmla="*/ 13017034 w 15276297"/>
              <a:gd name="connsiteY1678" fmla="*/ 3809458 h 8133350"/>
              <a:gd name="connsiteX1679" fmla="*/ 13316164 w 15276297"/>
              <a:gd name="connsiteY1679" fmla="*/ 3944382 h 8133350"/>
              <a:gd name="connsiteX1680" fmla="*/ 13408028 w 15276297"/>
              <a:gd name="connsiteY1680" fmla="*/ 3944382 h 8133350"/>
              <a:gd name="connsiteX1681" fmla="*/ 13451089 w 15276297"/>
              <a:gd name="connsiteY1681" fmla="*/ 3901321 h 8133350"/>
              <a:gd name="connsiteX1682" fmla="*/ 13451089 w 15276297"/>
              <a:gd name="connsiteY1682" fmla="*/ 3809458 h 8133350"/>
              <a:gd name="connsiteX1683" fmla="*/ 13408028 w 15276297"/>
              <a:gd name="connsiteY1683" fmla="*/ 3766397 h 8133350"/>
              <a:gd name="connsiteX1684" fmla="*/ 13316164 w 15276297"/>
              <a:gd name="connsiteY1684" fmla="*/ 3766397 h 8133350"/>
              <a:gd name="connsiteX1685" fmla="*/ 13273103 w 15276297"/>
              <a:gd name="connsiteY1685" fmla="*/ 3809458 h 8133350"/>
              <a:gd name="connsiteX1686" fmla="*/ 13273103 w 15276297"/>
              <a:gd name="connsiteY1686" fmla="*/ 3901321 h 8133350"/>
              <a:gd name="connsiteX1687" fmla="*/ 13316164 w 15276297"/>
              <a:gd name="connsiteY1687" fmla="*/ 3944382 h 8133350"/>
              <a:gd name="connsiteX1688" fmla="*/ 13283438 w 15276297"/>
              <a:gd name="connsiteY1688" fmla="*/ 3809458 h 8133350"/>
              <a:gd name="connsiteX1689" fmla="*/ 13316164 w 15276297"/>
              <a:gd name="connsiteY1689" fmla="*/ 3776732 h 8133350"/>
              <a:gd name="connsiteX1690" fmla="*/ 13408028 w 15276297"/>
              <a:gd name="connsiteY1690" fmla="*/ 3776732 h 8133350"/>
              <a:gd name="connsiteX1691" fmla="*/ 13440754 w 15276297"/>
              <a:gd name="connsiteY1691" fmla="*/ 3809458 h 8133350"/>
              <a:gd name="connsiteX1692" fmla="*/ 13440754 w 15276297"/>
              <a:gd name="connsiteY1692" fmla="*/ 3901321 h 8133350"/>
              <a:gd name="connsiteX1693" fmla="*/ 13408028 w 15276297"/>
              <a:gd name="connsiteY1693" fmla="*/ 3934047 h 8133350"/>
              <a:gd name="connsiteX1694" fmla="*/ 13316164 w 15276297"/>
              <a:gd name="connsiteY1694" fmla="*/ 3934047 h 8133350"/>
              <a:gd name="connsiteX1695" fmla="*/ 13283438 w 15276297"/>
              <a:gd name="connsiteY1695" fmla="*/ 3901321 h 8133350"/>
              <a:gd name="connsiteX1696" fmla="*/ 13283438 w 15276297"/>
              <a:gd name="connsiteY1696" fmla="*/ 3809458 h 8133350"/>
              <a:gd name="connsiteX1697" fmla="*/ 532233 w 15276297"/>
              <a:gd name="connsiteY1697" fmla="*/ 748686 h 8133350"/>
              <a:gd name="connsiteX1698" fmla="*/ 439796 w 15276297"/>
              <a:gd name="connsiteY1698" fmla="*/ 748686 h 8133350"/>
              <a:gd name="connsiteX1699" fmla="*/ 396735 w 15276297"/>
              <a:gd name="connsiteY1699" fmla="*/ 791747 h 8133350"/>
              <a:gd name="connsiteX1700" fmla="*/ 396735 w 15276297"/>
              <a:gd name="connsiteY1700" fmla="*/ 884185 h 8133350"/>
              <a:gd name="connsiteX1701" fmla="*/ 439796 w 15276297"/>
              <a:gd name="connsiteY1701" fmla="*/ 927246 h 8133350"/>
              <a:gd name="connsiteX1702" fmla="*/ 532233 w 15276297"/>
              <a:gd name="connsiteY1702" fmla="*/ 927246 h 8133350"/>
              <a:gd name="connsiteX1703" fmla="*/ 575294 w 15276297"/>
              <a:gd name="connsiteY1703" fmla="*/ 884185 h 8133350"/>
              <a:gd name="connsiteX1704" fmla="*/ 575294 w 15276297"/>
              <a:gd name="connsiteY1704" fmla="*/ 791747 h 8133350"/>
              <a:gd name="connsiteX1705" fmla="*/ 532233 w 15276297"/>
              <a:gd name="connsiteY1705" fmla="*/ 748686 h 8133350"/>
              <a:gd name="connsiteX1706" fmla="*/ 564960 w 15276297"/>
              <a:gd name="connsiteY1706" fmla="*/ 884185 h 8133350"/>
              <a:gd name="connsiteX1707" fmla="*/ 532233 w 15276297"/>
              <a:gd name="connsiteY1707" fmla="*/ 916911 h 8133350"/>
              <a:gd name="connsiteX1708" fmla="*/ 439796 w 15276297"/>
              <a:gd name="connsiteY1708" fmla="*/ 916911 h 8133350"/>
              <a:gd name="connsiteX1709" fmla="*/ 407069 w 15276297"/>
              <a:gd name="connsiteY1709" fmla="*/ 884185 h 8133350"/>
              <a:gd name="connsiteX1710" fmla="*/ 407069 w 15276297"/>
              <a:gd name="connsiteY1710" fmla="*/ 791747 h 8133350"/>
              <a:gd name="connsiteX1711" fmla="*/ 439796 w 15276297"/>
              <a:gd name="connsiteY1711" fmla="*/ 759021 h 8133350"/>
              <a:gd name="connsiteX1712" fmla="*/ 532233 w 15276297"/>
              <a:gd name="connsiteY1712" fmla="*/ 759021 h 8133350"/>
              <a:gd name="connsiteX1713" fmla="*/ 564960 w 15276297"/>
              <a:gd name="connsiteY1713" fmla="*/ 791747 h 8133350"/>
              <a:gd name="connsiteX1714" fmla="*/ 564960 w 15276297"/>
              <a:gd name="connsiteY1714" fmla="*/ 884185 h 8133350"/>
              <a:gd name="connsiteX1715" fmla="*/ 706774 w 15276297"/>
              <a:gd name="connsiteY1715" fmla="*/ 927246 h 8133350"/>
              <a:gd name="connsiteX1716" fmla="*/ 799211 w 15276297"/>
              <a:gd name="connsiteY1716" fmla="*/ 927246 h 8133350"/>
              <a:gd name="connsiteX1717" fmla="*/ 842272 w 15276297"/>
              <a:gd name="connsiteY1717" fmla="*/ 884185 h 8133350"/>
              <a:gd name="connsiteX1718" fmla="*/ 842272 w 15276297"/>
              <a:gd name="connsiteY1718" fmla="*/ 791747 h 8133350"/>
              <a:gd name="connsiteX1719" fmla="*/ 799211 w 15276297"/>
              <a:gd name="connsiteY1719" fmla="*/ 748686 h 8133350"/>
              <a:gd name="connsiteX1720" fmla="*/ 706774 w 15276297"/>
              <a:gd name="connsiteY1720" fmla="*/ 748686 h 8133350"/>
              <a:gd name="connsiteX1721" fmla="*/ 663713 w 15276297"/>
              <a:gd name="connsiteY1721" fmla="*/ 791747 h 8133350"/>
              <a:gd name="connsiteX1722" fmla="*/ 663713 w 15276297"/>
              <a:gd name="connsiteY1722" fmla="*/ 884185 h 8133350"/>
              <a:gd name="connsiteX1723" fmla="*/ 706774 w 15276297"/>
              <a:gd name="connsiteY1723" fmla="*/ 927246 h 8133350"/>
              <a:gd name="connsiteX1724" fmla="*/ 674047 w 15276297"/>
              <a:gd name="connsiteY1724" fmla="*/ 791747 h 8133350"/>
              <a:gd name="connsiteX1725" fmla="*/ 706774 w 15276297"/>
              <a:gd name="connsiteY1725" fmla="*/ 759021 h 8133350"/>
              <a:gd name="connsiteX1726" fmla="*/ 799211 w 15276297"/>
              <a:gd name="connsiteY1726" fmla="*/ 759021 h 8133350"/>
              <a:gd name="connsiteX1727" fmla="*/ 831937 w 15276297"/>
              <a:gd name="connsiteY1727" fmla="*/ 791747 h 8133350"/>
              <a:gd name="connsiteX1728" fmla="*/ 831937 w 15276297"/>
              <a:gd name="connsiteY1728" fmla="*/ 884185 h 8133350"/>
              <a:gd name="connsiteX1729" fmla="*/ 799211 w 15276297"/>
              <a:gd name="connsiteY1729" fmla="*/ 916911 h 8133350"/>
              <a:gd name="connsiteX1730" fmla="*/ 706774 w 15276297"/>
              <a:gd name="connsiteY1730" fmla="*/ 916911 h 8133350"/>
              <a:gd name="connsiteX1731" fmla="*/ 674047 w 15276297"/>
              <a:gd name="connsiteY1731" fmla="*/ 884185 h 8133350"/>
              <a:gd name="connsiteX1732" fmla="*/ 674047 w 15276297"/>
              <a:gd name="connsiteY1732" fmla="*/ 791747 h 8133350"/>
              <a:gd name="connsiteX1733" fmla="*/ 532233 w 15276297"/>
              <a:gd name="connsiteY1733" fmla="*/ 1015090 h 8133350"/>
              <a:gd name="connsiteX1734" fmla="*/ 439796 w 15276297"/>
              <a:gd name="connsiteY1734" fmla="*/ 1015090 h 8133350"/>
              <a:gd name="connsiteX1735" fmla="*/ 396735 w 15276297"/>
              <a:gd name="connsiteY1735" fmla="*/ 1058151 h 8133350"/>
              <a:gd name="connsiteX1736" fmla="*/ 396735 w 15276297"/>
              <a:gd name="connsiteY1736" fmla="*/ 1150588 h 8133350"/>
              <a:gd name="connsiteX1737" fmla="*/ 439796 w 15276297"/>
              <a:gd name="connsiteY1737" fmla="*/ 1193649 h 8133350"/>
              <a:gd name="connsiteX1738" fmla="*/ 532233 w 15276297"/>
              <a:gd name="connsiteY1738" fmla="*/ 1193649 h 8133350"/>
              <a:gd name="connsiteX1739" fmla="*/ 575294 w 15276297"/>
              <a:gd name="connsiteY1739" fmla="*/ 1150588 h 8133350"/>
              <a:gd name="connsiteX1740" fmla="*/ 575294 w 15276297"/>
              <a:gd name="connsiteY1740" fmla="*/ 1058151 h 8133350"/>
              <a:gd name="connsiteX1741" fmla="*/ 532233 w 15276297"/>
              <a:gd name="connsiteY1741" fmla="*/ 1015090 h 8133350"/>
              <a:gd name="connsiteX1742" fmla="*/ 564960 w 15276297"/>
              <a:gd name="connsiteY1742" fmla="*/ 1150588 h 8133350"/>
              <a:gd name="connsiteX1743" fmla="*/ 532233 w 15276297"/>
              <a:gd name="connsiteY1743" fmla="*/ 1183315 h 8133350"/>
              <a:gd name="connsiteX1744" fmla="*/ 439796 w 15276297"/>
              <a:gd name="connsiteY1744" fmla="*/ 1183315 h 8133350"/>
              <a:gd name="connsiteX1745" fmla="*/ 407069 w 15276297"/>
              <a:gd name="connsiteY1745" fmla="*/ 1150588 h 8133350"/>
              <a:gd name="connsiteX1746" fmla="*/ 407069 w 15276297"/>
              <a:gd name="connsiteY1746" fmla="*/ 1058151 h 8133350"/>
              <a:gd name="connsiteX1747" fmla="*/ 439796 w 15276297"/>
              <a:gd name="connsiteY1747" fmla="*/ 1025425 h 8133350"/>
              <a:gd name="connsiteX1748" fmla="*/ 532233 w 15276297"/>
              <a:gd name="connsiteY1748" fmla="*/ 1025425 h 8133350"/>
              <a:gd name="connsiteX1749" fmla="*/ 564960 w 15276297"/>
              <a:gd name="connsiteY1749" fmla="*/ 1058151 h 8133350"/>
              <a:gd name="connsiteX1750" fmla="*/ 564960 w 15276297"/>
              <a:gd name="connsiteY1750" fmla="*/ 1150588 h 8133350"/>
              <a:gd name="connsiteX1751" fmla="*/ 706774 w 15276297"/>
              <a:gd name="connsiteY1751" fmla="*/ 1193649 h 8133350"/>
              <a:gd name="connsiteX1752" fmla="*/ 799211 w 15276297"/>
              <a:gd name="connsiteY1752" fmla="*/ 1193649 h 8133350"/>
              <a:gd name="connsiteX1753" fmla="*/ 842272 w 15276297"/>
              <a:gd name="connsiteY1753" fmla="*/ 1150588 h 8133350"/>
              <a:gd name="connsiteX1754" fmla="*/ 842272 w 15276297"/>
              <a:gd name="connsiteY1754" fmla="*/ 1058151 h 8133350"/>
              <a:gd name="connsiteX1755" fmla="*/ 799211 w 15276297"/>
              <a:gd name="connsiteY1755" fmla="*/ 1015090 h 8133350"/>
              <a:gd name="connsiteX1756" fmla="*/ 706774 w 15276297"/>
              <a:gd name="connsiteY1756" fmla="*/ 1015090 h 8133350"/>
              <a:gd name="connsiteX1757" fmla="*/ 663713 w 15276297"/>
              <a:gd name="connsiteY1757" fmla="*/ 1058151 h 8133350"/>
              <a:gd name="connsiteX1758" fmla="*/ 663713 w 15276297"/>
              <a:gd name="connsiteY1758" fmla="*/ 1150588 h 8133350"/>
              <a:gd name="connsiteX1759" fmla="*/ 706774 w 15276297"/>
              <a:gd name="connsiteY1759" fmla="*/ 1193649 h 8133350"/>
              <a:gd name="connsiteX1760" fmla="*/ 674047 w 15276297"/>
              <a:gd name="connsiteY1760" fmla="*/ 1058151 h 8133350"/>
              <a:gd name="connsiteX1761" fmla="*/ 706774 w 15276297"/>
              <a:gd name="connsiteY1761" fmla="*/ 1025425 h 8133350"/>
              <a:gd name="connsiteX1762" fmla="*/ 799211 w 15276297"/>
              <a:gd name="connsiteY1762" fmla="*/ 1025425 h 8133350"/>
              <a:gd name="connsiteX1763" fmla="*/ 831937 w 15276297"/>
              <a:gd name="connsiteY1763" fmla="*/ 1058151 h 8133350"/>
              <a:gd name="connsiteX1764" fmla="*/ 831937 w 15276297"/>
              <a:gd name="connsiteY1764" fmla="*/ 1150588 h 8133350"/>
              <a:gd name="connsiteX1765" fmla="*/ 799211 w 15276297"/>
              <a:gd name="connsiteY1765" fmla="*/ 1183315 h 8133350"/>
              <a:gd name="connsiteX1766" fmla="*/ 706774 w 15276297"/>
              <a:gd name="connsiteY1766" fmla="*/ 1183315 h 8133350"/>
              <a:gd name="connsiteX1767" fmla="*/ 674047 w 15276297"/>
              <a:gd name="connsiteY1767" fmla="*/ 1150588 h 8133350"/>
              <a:gd name="connsiteX1768" fmla="*/ 674047 w 15276297"/>
              <a:gd name="connsiteY1768" fmla="*/ 1058151 h 8133350"/>
              <a:gd name="connsiteX1769" fmla="*/ 0 w 15276297"/>
              <a:gd name="connsiteY1769" fmla="*/ 2897140 h 8133350"/>
              <a:gd name="connsiteX1770" fmla="*/ 133776 w 15276297"/>
              <a:gd name="connsiteY1770" fmla="*/ 3030916 h 8133350"/>
              <a:gd name="connsiteX1771" fmla="*/ 133776 w 15276297"/>
              <a:gd name="connsiteY1771" fmla="*/ 2940775 h 8133350"/>
              <a:gd name="connsiteX1772" fmla="*/ 0 w 15276297"/>
              <a:gd name="connsiteY1772" fmla="*/ 2806999 h 8133350"/>
              <a:gd name="connsiteX1773" fmla="*/ 0 w 15276297"/>
              <a:gd name="connsiteY1773" fmla="*/ 2897140 h 8133350"/>
              <a:gd name="connsiteX1774" fmla="*/ 0 w 15276297"/>
              <a:gd name="connsiteY1774" fmla="*/ 2584231 h 8133350"/>
              <a:gd name="connsiteX1775" fmla="*/ 133776 w 15276297"/>
              <a:gd name="connsiteY1775" fmla="*/ 2718007 h 8133350"/>
              <a:gd name="connsiteX1776" fmla="*/ 133776 w 15276297"/>
              <a:gd name="connsiteY1776" fmla="*/ 2627866 h 8133350"/>
              <a:gd name="connsiteX1777" fmla="*/ 0 w 15276297"/>
              <a:gd name="connsiteY1777" fmla="*/ 2494090 h 8133350"/>
              <a:gd name="connsiteX1778" fmla="*/ 0 w 15276297"/>
              <a:gd name="connsiteY1778" fmla="*/ 2584231 h 8133350"/>
              <a:gd name="connsiteX1779" fmla="*/ 0 w 15276297"/>
              <a:gd name="connsiteY1779" fmla="*/ 3210050 h 8133350"/>
              <a:gd name="connsiteX1780" fmla="*/ 133776 w 15276297"/>
              <a:gd name="connsiteY1780" fmla="*/ 3343826 h 8133350"/>
              <a:gd name="connsiteX1781" fmla="*/ 133776 w 15276297"/>
              <a:gd name="connsiteY1781" fmla="*/ 3253685 h 8133350"/>
              <a:gd name="connsiteX1782" fmla="*/ 0 w 15276297"/>
              <a:gd name="connsiteY1782" fmla="*/ 3119909 h 8133350"/>
              <a:gd name="connsiteX1783" fmla="*/ 0 w 15276297"/>
              <a:gd name="connsiteY1783" fmla="*/ 3210050 h 8133350"/>
              <a:gd name="connsiteX1784" fmla="*/ 0 w 15276297"/>
              <a:gd name="connsiteY1784" fmla="*/ 3053882 h 8133350"/>
              <a:gd name="connsiteX1785" fmla="*/ 133776 w 15276297"/>
              <a:gd name="connsiteY1785" fmla="*/ 3187658 h 8133350"/>
              <a:gd name="connsiteX1786" fmla="*/ 133776 w 15276297"/>
              <a:gd name="connsiteY1786" fmla="*/ 3097517 h 8133350"/>
              <a:gd name="connsiteX1787" fmla="*/ 0 w 15276297"/>
              <a:gd name="connsiteY1787" fmla="*/ 2963741 h 8133350"/>
              <a:gd name="connsiteX1788" fmla="*/ 0 w 15276297"/>
              <a:gd name="connsiteY1788" fmla="*/ 3053882 h 8133350"/>
              <a:gd name="connsiteX1789" fmla="*/ 0 w 15276297"/>
              <a:gd name="connsiteY1789" fmla="*/ 2740398 h 8133350"/>
              <a:gd name="connsiteX1790" fmla="*/ 133776 w 15276297"/>
              <a:gd name="connsiteY1790" fmla="*/ 2874174 h 8133350"/>
              <a:gd name="connsiteX1791" fmla="*/ 133776 w 15276297"/>
              <a:gd name="connsiteY1791" fmla="*/ 2784033 h 8133350"/>
              <a:gd name="connsiteX1792" fmla="*/ 0 w 15276297"/>
              <a:gd name="connsiteY1792" fmla="*/ 2650257 h 8133350"/>
              <a:gd name="connsiteX1793" fmla="*/ 0 w 15276297"/>
              <a:gd name="connsiteY1793" fmla="*/ 2740398 h 8133350"/>
              <a:gd name="connsiteX1794" fmla="*/ 14554597 w 15276297"/>
              <a:gd name="connsiteY1794" fmla="*/ 8052396 h 8133350"/>
              <a:gd name="connsiteX1795" fmla="*/ 14618327 w 15276297"/>
              <a:gd name="connsiteY1795" fmla="*/ 8116126 h 8133350"/>
              <a:gd name="connsiteX1796" fmla="*/ 14807795 w 15276297"/>
              <a:gd name="connsiteY1796" fmla="*/ 8116126 h 8133350"/>
              <a:gd name="connsiteX1797" fmla="*/ 14744065 w 15276297"/>
              <a:gd name="connsiteY1797" fmla="*/ 8052396 h 8133350"/>
              <a:gd name="connsiteX1798" fmla="*/ 14554597 w 15276297"/>
              <a:gd name="connsiteY1798" fmla="*/ 8052396 h 8133350"/>
              <a:gd name="connsiteX1799" fmla="*/ 14633254 w 15276297"/>
              <a:gd name="connsiteY1799" fmla="*/ 7941586 h 8133350"/>
              <a:gd name="connsiteX1800" fmla="*/ 14443786 w 15276297"/>
              <a:gd name="connsiteY1800" fmla="*/ 7941586 h 8133350"/>
              <a:gd name="connsiteX1801" fmla="*/ 14507517 w 15276297"/>
              <a:gd name="connsiteY1801" fmla="*/ 8005316 h 8133350"/>
              <a:gd name="connsiteX1802" fmla="*/ 14696985 w 15276297"/>
              <a:gd name="connsiteY1802" fmla="*/ 8005316 h 8133350"/>
              <a:gd name="connsiteX1803" fmla="*/ 14633254 w 15276297"/>
              <a:gd name="connsiteY1803" fmla="*/ 7941586 h 8133350"/>
              <a:gd name="connsiteX1804" fmla="*/ 14301399 w 15276297"/>
              <a:gd name="connsiteY1804" fmla="*/ 7609730 h 8133350"/>
              <a:gd name="connsiteX1805" fmla="*/ 14111931 w 15276297"/>
              <a:gd name="connsiteY1805" fmla="*/ 7609730 h 8133350"/>
              <a:gd name="connsiteX1806" fmla="*/ 14175660 w 15276297"/>
              <a:gd name="connsiteY1806" fmla="*/ 7673460 h 8133350"/>
              <a:gd name="connsiteX1807" fmla="*/ 14365128 w 15276297"/>
              <a:gd name="connsiteY1807" fmla="*/ 7673460 h 8133350"/>
              <a:gd name="connsiteX1808" fmla="*/ 14301399 w 15276297"/>
              <a:gd name="connsiteY1808" fmla="*/ 7609730 h 8133350"/>
              <a:gd name="connsiteX1809" fmla="*/ 14523019 w 15276297"/>
              <a:gd name="connsiteY1809" fmla="*/ 7830776 h 8133350"/>
              <a:gd name="connsiteX1810" fmla="*/ 14333550 w 15276297"/>
              <a:gd name="connsiteY1810" fmla="*/ 7830776 h 8133350"/>
              <a:gd name="connsiteX1811" fmla="*/ 14397281 w 15276297"/>
              <a:gd name="connsiteY1811" fmla="*/ 7894506 h 8133350"/>
              <a:gd name="connsiteX1812" fmla="*/ 14586749 w 15276297"/>
              <a:gd name="connsiteY1812" fmla="*/ 7894506 h 8133350"/>
              <a:gd name="connsiteX1813" fmla="*/ 14523019 w 15276297"/>
              <a:gd name="connsiteY1813" fmla="*/ 7830776 h 8133350"/>
              <a:gd name="connsiteX1814" fmla="*/ 14412208 w 15276297"/>
              <a:gd name="connsiteY1814" fmla="*/ 7720540 h 8133350"/>
              <a:gd name="connsiteX1815" fmla="*/ 14222740 w 15276297"/>
              <a:gd name="connsiteY1815" fmla="*/ 7720540 h 8133350"/>
              <a:gd name="connsiteX1816" fmla="*/ 14286471 w 15276297"/>
              <a:gd name="connsiteY1816" fmla="*/ 7784270 h 8133350"/>
              <a:gd name="connsiteX1817" fmla="*/ 14475939 w 15276297"/>
              <a:gd name="connsiteY1817" fmla="*/ 7784270 h 8133350"/>
              <a:gd name="connsiteX1818" fmla="*/ 14412208 w 15276297"/>
              <a:gd name="connsiteY1818" fmla="*/ 7720540 h 8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</a:cxnLst>
            <a:rect l="l" t="t" r="r" b="b"/>
            <a:pathLst>
              <a:path w="15276297" h="8133350">
                <a:moveTo>
                  <a:pt x="11527700" y="2279933"/>
                </a:moveTo>
                <a:cubicBezTo>
                  <a:pt x="11515069" y="2279933"/>
                  <a:pt x="11504734" y="2290268"/>
                  <a:pt x="11504734" y="2302899"/>
                </a:cubicBezTo>
                <a:cubicBezTo>
                  <a:pt x="11504734" y="2315531"/>
                  <a:pt x="11515069" y="2325865"/>
                  <a:pt x="11527700" y="2325865"/>
                </a:cubicBezTo>
                <a:cubicBezTo>
                  <a:pt x="11540331" y="2325865"/>
                  <a:pt x="11550666" y="2315531"/>
                  <a:pt x="11550666" y="2302899"/>
                </a:cubicBezTo>
                <a:cubicBezTo>
                  <a:pt x="11550666" y="2290268"/>
                  <a:pt x="11540331" y="2279933"/>
                  <a:pt x="11527700" y="2279933"/>
                </a:cubicBezTo>
                <a:close/>
                <a:moveTo>
                  <a:pt x="11631046" y="2279933"/>
                </a:moveTo>
                <a:cubicBezTo>
                  <a:pt x="11618415" y="2279933"/>
                  <a:pt x="11608080" y="2290268"/>
                  <a:pt x="11608080" y="2302899"/>
                </a:cubicBezTo>
                <a:cubicBezTo>
                  <a:pt x="11608080" y="2315531"/>
                  <a:pt x="11618415" y="2325865"/>
                  <a:pt x="11631046" y="2325865"/>
                </a:cubicBezTo>
                <a:cubicBezTo>
                  <a:pt x="11643677" y="2325865"/>
                  <a:pt x="11654012" y="2315531"/>
                  <a:pt x="11654012" y="2302899"/>
                </a:cubicBezTo>
                <a:cubicBezTo>
                  <a:pt x="11654012" y="2290268"/>
                  <a:pt x="11643677" y="2279933"/>
                  <a:pt x="11631046" y="2279933"/>
                </a:cubicBezTo>
                <a:close/>
                <a:moveTo>
                  <a:pt x="11734967" y="2279933"/>
                </a:moveTo>
                <a:cubicBezTo>
                  <a:pt x="11722335" y="2279933"/>
                  <a:pt x="11712001" y="2290268"/>
                  <a:pt x="11712001" y="2302899"/>
                </a:cubicBezTo>
                <a:cubicBezTo>
                  <a:pt x="11712001" y="2315531"/>
                  <a:pt x="11722335" y="2325865"/>
                  <a:pt x="11734967" y="2325865"/>
                </a:cubicBezTo>
                <a:cubicBezTo>
                  <a:pt x="11747598" y="2325865"/>
                  <a:pt x="11757933" y="2315531"/>
                  <a:pt x="11757933" y="2302899"/>
                </a:cubicBezTo>
                <a:cubicBezTo>
                  <a:pt x="11757933" y="2290268"/>
                  <a:pt x="11747598" y="2279933"/>
                  <a:pt x="11734967" y="2279933"/>
                </a:cubicBezTo>
                <a:close/>
                <a:moveTo>
                  <a:pt x="11734967" y="2365481"/>
                </a:moveTo>
                <a:cubicBezTo>
                  <a:pt x="11722335" y="2365481"/>
                  <a:pt x="11712001" y="2375816"/>
                  <a:pt x="11712001" y="2388447"/>
                </a:cubicBezTo>
                <a:cubicBezTo>
                  <a:pt x="11712001" y="2401078"/>
                  <a:pt x="11722335" y="2411413"/>
                  <a:pt x="11734967" y="2411413"/>
                </a:cubicBezTo>
                <a:cubicBezTo>
                  <a:pt x="11747598" y="2411413"/>
                  <a:pt x="11757933" y="2401078"/>
                  <a:pt x="11757933" y="2388447"/>
                </a:cubicBezTo>
                <a:cubicBezTo>
                  <a:pt x="11757933" y="2375816"/>
                  <a:pt x="11747598" y="2365481"/>
                  <a:pt x="11734967" y="2365481"/>
                </a:cubicBezTo>
                <a:close/>
                <a:moveTo>
                  <a:pt x="11631046" y="2365481"/>
                </a:moveTo>
                <a:cubicBezTo>
                  <a:pt x="11618415" y="2365481"/>
                  <a:pt x="11608080" y="2375816"/>
                  <a:pt x="11608080" y="2388447"/>
                </a:cubicBezTo>
                <a:cubicBezTo>
                  <a:pt x="11608080" y="2401078"/>
                  <a:pt x="11618415" y="2411413"/>
                  <a:pt x="11631046" y="2411413"/>
                </a:cubicBezTo>
                <a:cubicBezTo>
                  <a:pt x="11643677" y="2411413"/>
                  <a:pt x="11654012" y="2401078"/>
                  <a:pt x="11654012" y="2388447"/>
                </a:cubicBezTo>
                <a:cubicBezTo>
                  <a:pt x="11654012" y="2375816"/>
                  <a:pt x="11643677" y="2365481"/>
                  <a:pt x="11631046" y="2365481"/>
                </a:cubicBezTo>
                <a:close/>
                <a:moveTo>
                  <a:pt x="11320433" y="2279933"/>
                </a:moveTo>
                <a:cubicBezTo>
                  <a:pt x="11307802" y="2279933"/>
                  <a:pt x="11297467" y="2290268"/>
                  <a:pt x="11297467" y="2302899"/>
                </a:cubicBezTo>
                <a:cubicBezTo>
                  <a:pt x="11297467" y="2315531"/>
                  <a:pt x="11307802" y="2325865"/>
                  <a:pt x="11320433" y="2325865"/>
                </a:cubicBezTo>
                <a:cubicBezTo>
                  <a:pt x="11333065" y="2325865"/>
                  <a:pt x="11343399" y="2315531"/>
                  <a:pt x="11343399" y="2302899"/>
                </a:cubicBezTo>
                <a:cubicBezTo>
                  <a:pt x="11343399" y="2290268"/>
                  <a:pt x="11333065" y="2279933"/>
                  <a:pt x="11320433" y="2279933"/>
                </a:cubicBezTo>
                <a:close/>
                <a:moveTo>
                  <a:pt x="11424354" y="2365481"/>
                </a:moveTo>
                <a:cubicBezTo>
                  <a:pt x="11411723" y="2365481"/>
                  <a:pt x="11401388" y="2375816"/>
                  <a:pt x="11401388" y="2388447"/>
                </a:cubicBezTo>
                <a:cubicBezTo>
                  <a:pt x="11401388" y="2401078"/>
                  <a:pt x="11411723" y="2411413"/>
                  <a:pt x="11424354" y="2411413"/>
                </a:cubicBezTo>
                <a:cubicBezTo>
                  <a:pt x="11436985" y="2411413"/>
                  <a:pt x="11447320" y="2401078"/>
                  <a:pt x="11447320" y="2388447"/>
                </a:cubicBezTo>
                <a:cubicBezTo>
                  <a:pt x="11447320" y="2375816"/>
                  <a:pt x="11436985" y="2365481"/>
                  <a:pt x="11424354" y="2365481"/>
                </a:cubicBezTo>
                <a:close/>
                <a:moveTo>
                  <a:pt x="11527700" y="2365481"/>
                </a:moveTo>
                <a:cubicBezTo>
                  <a:pt x="11515069" y="2365481"/>
                  <a:pt x="11504734" y="2375816"/>
                  <a:pt x="11504734" y="2388447"/>
                </a:cubicBezTo>
                <a:cubicBezTo>
                  <a:pt x="11504734" y="2401078"/>
                  <a:pt x="11515069" y="2411413"/>
                  <a:pt x="11527700" y="2411413"/>
                </a:cubicBezTo>
                <a:cubicBezTo>
                  <a:pt x="11540331" y="2411413"/>
                  <a:pt x="11550666" y="2401078"/>
                  <a:pt x="11550666" y="2388447"/>
                </a:cubicBezTo>
                <a:cubicBezTo>
                  <a:pt x="11550666" y="2375816"/>
                  <a:pt x="11540331" y="2365481"/>
                  <a:pt x="11527700" y="2365481"/>
                </a:cubicBezTo>
                <a:close/>
                <a:moveTo>
                  <a:pt x="11424354" y="2279933"/>
                </a:moveTo>
                <a:cubicBezTo>
                  <a:pt x="11411723" y="2279933"/>
                  <a:pt x="11401388" y="2290268"/>
                  <a:pt x="11401388" y="2302899"/>
                </a:cubicBezTo>
                <a:cubicBezTo>
                  <a:pt x="11401388" y="2315531"/>
                  <a:pt x="11411723" y="2325865"/>
                  <a:pt x="11424354" y="2325865"/>
                </a:cubicBezTo>
                <a:cubicBezTo>
                  <a:pt x="11436985" y="2325865"/>
                  <a:pt x="11447320" y="2315531"/>
                  <a:pt x="11447320" y="2302899"/>
                </a:cubicBezTo>
                <a:cubicBezTo>
                  <a:pt x="11447320" y="2290268"/>
                  <a:pt x="11436985" y="2279933"/>
                  <a:pt x="11424354" y="2279933"/>
                </a:cubicBezTo>
                <a:close/>
                <a:moveTo>
                  <a:pt x="11320433" y="2365481"/>
                </a:moveTo>
                <a:cubicBezTo>
                  <a:pt x="11307802" y="2365481"/>
                  <a:pt x="11297467" y="2375816"/>
                  <a:pt x="11297467" y="2388447"/>
                </a:cubicBezTo>
                <a:cubicBezTo>
                  <a:pt x="11297467" y="2401078"/>
                  <a:pt x="11307802" y="2411413"/>
                  <a:pt x="11320433" y="2411413"/>
                </a:cubicBezTo>
                <a:cubicBezTo>
                  <a:pt x="11333065" y="2411413"/>
                  <a:pt x="11343399" y="2401078"/>
                  <a:pt x="11343399" y="2388447"/>
                </a:cubicBezTo>
                <a:cubicBezTo>
                  <a:pt x="11343399" y="2375816"/>
                  <a:pt x="11333065" y="2365481"/>
                  <a:pt x="11320433" y="2365481"/>
                </a:cubicBezTo>
                <a:close/>
                <a:moveTo>
                  <a:pt x="3048715" y="3916249"/>
                </a:moveTo>
                <a:cubicBezTo>
                  <a:pt x="3036083" y="3916249"/>
                  <a:pt x="3025749" y="3926584"/>
                  <a:pt x="3025749" y="3939215"/>
                </a:cubicBezTo>
                <a:cubicBezTo>
                  <a:pt x="3025749" y="3951846"/>
                  <a:pt x="3036083" y="3962181"/>
                  <a:pt x="3048715" y="3962181"/>
                </a:cubicBezTo>
                <a:cubicBezTo>
                  <a:pt x="3061346" y="3962181"/>
                  <a:pt x="3071680" y="3951846"/>
                  <a:pt x="3071680" y="3939215"/>
                </a:cubicBezTo>
                <a:cubicBezTo>
                  <a:pt x="3071680" y="3926584"/>
                  <a:pt x="3061346" y="3916249"/>
                  <a:pt x="3048715" y="3916249"/>
                </a:cubicBezTo>
                <a:close/>
                <a:moveTo>
                  <a:pt x="2737527" y="4001797"/>
                </a:moveTo>
                <a:cubicBezTo>
                  <a:pt x="2724896" y="4001797"/>
                  <a:pt x="2714562" y="4012132"/>
                  <a:pt x="2714562" y="4024763"/>
                </a:cubicBezTo>
                <a:cubicBezTo>
                  <a:pt x="2714562" y="4037394"/>
                  <a:pt x="2724896" y="4047729"/>
                  <a:pt x="2737527" y="4047729"/>
                </a:cubicBezTo>
                <a:cubicBezTo>
                  <a:pt x="2750159" y="4047729"/>
                  <a:pt x="2760493" y="4037394"/>
                  <a:pt x="2760493" y="4024763"/>
                </a:cubicBezTo>
                <a:cubicBezTo>
                  <a:pt x="2760493" y="4012132"/>
                  <a:pt x="2750159" y="4001797"/>
                  <a:pt x="2737527" y="4001797"/>
                </a:cubicBezTo>
                <a:close/>
                <a:moveTo>
                  <a:pt x="2634181" y="4001797"/>
                </a:moveTo>
                <a:cubicBezTo>
                  <a:pt x="2621550" y="4001797"/>
                  <a:pt x="2611215" y="4012132"/>
                  <a:pt x="2611215" y="4024763"/>
                </a:cubicBezTo>
                <a:cubicBezTo>
                  <a:pt x="2611215" y="4037394"/>
                  <a:pt x="2621550" y="4047729"/>
                  <a:pt x="2634181" y="4047729"/>
                </a:cubicBezTo>
                <a:cubicBezTo>
                  <a:pt x="2646813" y="4047729"/>
                  <a:pt x="2657147" y="4037394"/>
                  <a:pt x="2657147" y="4024763"/>
                </a:cubicBezTo>
                <a:cubicBezTo>
                  <a:pt x="2657147" y="4012132"/>
                  <a:pt x="2646813" y="4001797"/>
                  <a:pt x="2634181" y="4001797"/>
                </a:cubicBezTo>
                <a:close/>
                <a:moveTo>
                  <a:pt x="2944794" y="4001797"/>
                </a:moveTo>
                <a:cubicBezTo>
                  <a:pt x="2932163" y="4001797"/>
                  <a:pt x="2921828" y="4012132"/>
                  <a:pt x="2921828" y="4024763"/>
                </a:cubicBezTo>
                <a:cubicBezTo>
                  <a:pt x="2921828" y="4037394"/>
                  <a:pt x="2932163" y="4047729"/>
                  <a:pt x="2944794" y="4047729"/>
                </a:cubicBezTo>
                <a:cubicBezTo>
                  <a:pt x="2957425" y="4047729"/>
                  <a:pt x="2967760" y="4037394"/>
                  <a:pt x="2967760" y="4024763"/>
                </a:cubicBezTo>
                <a:cubicBezTo>
                  <a:pt x="2967760" y="4012132"/>
                  <a:pt x="2957425" y="4001797"/>
                  <a:pt x="2944794" y="4001797"/>
                </a:cubicBezTo>
                <a:close/>
                <a:moveTo>
                  <a:pt x="2737527" y="3916249"/>
                </a:moveTo>
                <a:cubicBezTo>
                  <a:pt x="2724896" y="3916249"/>
                  <a:pt x="2714562" y="3926584"/>
                  <a:pt x="2714562" y="3939215"/>
                </a:cubicBezTo>
                <a:cubicBezTo>
                  <a:pt x="2714562" y="3951846"/>
                  <a:pt x="2724896" y="3962181"/>
                  <a:pt x="2737527" y="3962181"/>
                </a:cubicBezTo>
                <a:cubicBezTo>
                  <a:pt x="2750159" y="3962181"/>
                  <a:pt x="2760493" y="3951846"/>
                  <a:pt x="2760493" y="3939215"/>
                </a:cubicBezTo>
                <a:cubicBezTo>
                  <a:pt x="2760493" y="3926584"/>
                  <a:pt x="2750159" y="3916249"/>
                  <a:pt x="2737527" y="3916249"/>
                </a:cubicBezTo>
                <a:close/>
                <a:moveTo>
                  <a:pt x="2634181" y="3916249"/>
                </a:moveTo>
                <a:cubicBezTo>
                  <a:pt x="2621550" y="3916249"/>
                  <a:pt x="2611215" y="3926584"/>
                  <a:pt x="2611215" y="3939215"/>
                </a:cubicBezTo>
                <a:cubicBezTo>
                  <a:pt x="2611215" y="3951846"/>
                  <a:pt x="2621550" y="3962181"/>
                  <a:pt x="2634181" y="3962181"/>
                </a:cubicBezTo>
                <a:cubicBezTo>
                  <a:pt x="2646813" y="3962181"/>
                  <a:pt x="2657147" y="3951846"/>
                  <a:pt x="2657147" y="3939215"/>
                </a:cubicBezTo>
                <a:cubicBezTo>
                  <a:pt x="2657147" y="3926584"/>
                  <a:pt x="2646813" y="3916249"/>
                  <a:pt x="2634181" y="3916249"/>
                </a:cubicBezTo>
                <a:close/>
                <a:moveTo>
                  <a:pt x="2841448" y="3916249"/>
                </a:moveTo>
                <a:cubicBezTo>
                  <a:pt x="2828817" y="3916249"/>
                  <a:pt x="2818482" y="3926584"/>
                  <a:pt x="2818482" y="3939215"/>
                </a:cubicBezTo>
                <a:cubicBezTo>
                  <a:pt x="2818482" y="3951846"/>
                  <a:pt x="2828817" y="3962181"/>
                  <a:pt x="2841448" y="3962181"/>
                </a:cubicBezTo>
                <a:cubicBezTo>
                  <a:pt x="2854079" y="3962181"/>
                  <a:pt x="2864414" y="3951846"/>
                  <a:pt x="2864414" y="3939215"/>
                </a:cubicBezTo>
                <a:cubicBezTo>
                  <a:pt x="2864414" y="3926584"/>
                  <a:pt x="2854079" y="3916249"/>
                  <a:pt x="2841448" y="3916249"/>
                </a:cubicBezTo>
                <a:close/>
                <a:moveTo>
                  <a:pt x="2944794" y="3916249"/>
                </a:moveTo>
                <a:cubicBezTo>
                  <a:pt x="2932163" y="3916249"/>
                  <a:pt x="2921828" y="3926584"/>
                  <a:pt x="2921828" y="3939215"/>
                </a:cubicBezTo>
                <a:cubicBezTo>
                  <a:pt x="2921828" y="3951846"/>
                  <a:pt x="2932163" y="3962181"/>
                  <a:pt x="2944794" y="3962181"/>
                </a:cubicBezTo>
                <a:cubicBezTo>
                  <a:pt x="2957425" y="3962181"/>
                  <a:pt x="2967760" y="3951846"/>
                  <a:pt x="2967760" y="3939215"/>
                </a:cubicBezTo>
                <a:cubicBezTo>
                  <a:pt x="2967760" y="3926584"/>
                  <a:pt x="2957425" y="3916249"/>
                  <a:pt x="2944794" y="3916249"/>
                </a:cubicBezTo>
                <a:close/>
                <a:moveTo>
                  <a:pt x="3048715" y="4001797"/>
                </a:moveTo>
                <a:cubicBezTo>
                  <a:pt x="3036083" y="4001797"/>
                  <a:pt x="3025749" y="4012132"/>
                  <a:pt x="3025749" y="4024763"/>
                </a:cubicBezTo>
                <a:cubicBezTo>
                  <a:pt x="3025749" y="4037394"/>
                  <a:pt x="3036083" y="4047729"/>
                  <a:pt x="3048715" y="4047729"/>
                </a:cubicBezTo>
                <a:cubicBezTo>
                  <a:pt x="3061346" y="4047729"/>
                  <a:pt x="3071680" y="4037394"/>
                  <a:pt x="3071680" y="4024763"/>
                </a:cubicBezTo>
                <a:cubicBezTo>
                  <a:pt x="3071680" y="4012132"/>
                  <a:pt x="3061346" y="4001797"/>
                  <a:pt x="3048715" y="4001797"/>
                </a:cubicBezTo>
                <a:close/>
                <a:moveTo>
                  <a:pt x="2841448" y="4001797"/>
                </a:moveTo>
                <a:cubicBezTo>
                  <a:pt x="2828817" y="4001797"/>
                  <a:pt x="2818482" y="4012132"/>
                  <a:pt x="2818482" y="4024763"/>
                </a:cubicBezTo>
                <a:cubicBezTo>
                  <a:pt x="2818482" y="4037394"/>
                  <a:pt x="2828817" y="4047729"/>
                  <a:pt x="2841448" y="4047729"/>
                </a:cubicBezTo>
                <a:cubicBezTo>
                  <a:pt x="2854079" y="4047729"/>
                  <a:pt x="2864414" y="4037394"/>
                  <a:pt x="2864414" y="4024763"/>
                </a:cubicBezTo>
                <a:cubicBezTo>
                  <a:pt x="2864414" y="4012132"/>
                  <a:pt x="2854079" y="4001797"/>
                  <a:pt x="2841448" y="4001797"/>
                </a:cubicBezTo>
                <a:close/>
                <a:moveTo>
                  <a:pt x="6635404" y="7527627"/>
                </a:moveTo>
                <a:cubicBezTo>
                  <a:pt x="6648035" y="7527627"/>
                  <a:pt x="6658370" y="7517292"/>
                  <a:pt x="6658370" y="7504661"/>
                </a:cubicBezTo>
                <a:cubicBezTo>
                  <a:pt x="6658370" y="7492030"/>
                  <a:pt x="6648035" y="7481695"/>
                  <a:pt x="6635404" y="7481695"/>
                </a:cubicBezTo>
                <a:cubicBezTo>
                  <a:pt x="6622772" y="7481695"/>
                  <a:pt x="6612438" y="7492030"/>
                  <a:pt x="6612438" y="7504661"/>
                </a:cubicBezTo>
                <a:cubicBezTo>
                  <a:pt x="6612438" y="7517292"/>
                  <a:pt x="6622772" y="7527627"/>
                  <a:pt x="6635404" y="7527627"/>
                </a:cubicBezTo>
                <a:close/>
                <a:moveTo>
                  <a:pt x="6720952" y="7481121"/>
                </a:moveTo>
                <a:cubicBezTo>
                  <a:pt x="6708320" y="7481121"/>
                  <a:pt x="6697986" y="7491455"/>
                  <a:pt x="6697986" y="7504087"/>
                </a:cubicBezTo>
                <a:cubicBezTo>
                  <a:pt x="6697986" y="7516718"/>
                  <a:pt x="6708320" y="7527053"/>
                  <a:pt x="6720952" y="7527053"/>
                </a:cubicBezTo>
                <a:cubicBezTo>
                  <a:pt x="6733583" y="7527053"/>
                  <a:pt x="6743918" y="7516718"/>
                  <a:pt x="6743918" y="7504087"/>
                </a:cubicBezTo>
                <a:cubicBezTo>
                  <a:pt x="6743918" y="7491455"/>
                  <a:pt x="6733583" y="7481121"/>
                  <a:pt x="6720952" y="7481121"/>
                </a:cubicBezTo>
                <a:close/>
                <a:moveTo>
                  <a:pt x="6635404" y="7630973"/>
                </a:moveTo>
                <a:cubicBezTo>
                  <a:pt x="6648035" y="7630973"/>
                  <a:pt x="6658370" y="7620638"/>
                  <a:pt x="6658370" y="7608007"/>
                </a:cubicBezTo>
                <a:cubicBezTo>
                  <a:pt x="6658370" y="7595376"/>
                  <a:pt x="6648035" y="7585041"/>
                  <a:pt x="6635404" y="7585041"/>
                </a:cubicBezTo>
                <a:cubicBezTo>
                  <a:pt x="6622772" y="7585041"/>
                  <a:pt x="6612438" y="7595376"/>
                  <a:pt x="6612438" y="7608007"/>
                </a:cubicBezTo>
                <a:cubicBezTo>
                  <a:pt x="6612438" y="7620638"/>
                  <a:pt x="6622772" y="7630973"/>
                  <a:pt x="6635404" y="7630973"/>
                </a:cubicBezTo>
                <a:close/>
                <a:moveTo>
                  <a:pt x="6720952" y="7688388"/>
                </a:moveTo>
                <a:cubicBezTo>
                  <a:pt x="6708320" y="7688388"/>
                  <a:pt x="6697986" y="7698722"/>
                  <a:pt x="6697986" y="7711353"/>
                </a:cubicBezTo>
                <a:cubicBezTo>
                  <a:pt x="6697986" y="7723984"/>
                  <a:pt x="6708320" y="7734319"/>
                  <a:pt x="6720952" y="7734319"/>
                </a:cubicBezTo>
                <a:cubicBezTo>
                  <a:pt x="6733583" y="7734319"/>
                  <a:pt x="6743918" y="7723984"/>
                  <a:pt x="6743918" y="7711353"/>
                </a:cubicBezTo>
                <a:cubicBezTo>
                  <a:pt x="6743918" y="7698722"/>
                  <a:pt x="6733583" y="7688388"/>
                  <a:pt x="6720952" y="7688388"/>
                </a:cubicBezTo>
                <a:close/>
                <a:moveTo>
                  <a:pt x="6635404" y="7895654"/>
                </a:moveTo>
                <a:cubicBezTo>
                  <a:pt x="6622772" y="7895654"/>
                  <a:pt x="6612438" y="7905989"/>
                  <a:pt x="6612438" y="7918620"/>
                </a:cubicBezTo>
                <a:cubicBezTo>
                  <a:pt x="6612438" y="7931252"/>
                  <a:pt x="6622772" y="7941586"/>
                  <a:pt x="6635404" y="7941586"/>
                </a:cubicBezTo>
                <a:cubicBezTo>
                  <a:pt x="6648035" y="7941586"/>
                  <a:pt x="6658370" y="7931252"/>
                  <a:pt x="6658370" y="7918620"/>
                </a:cubicBezTo>
                <a:cubicBezTo>
                  <a:pt x="6658370" y="7905989"/>
                  <a:pt x="6648035" y="7895654"/>
                  <a:pt x="6635404" y="7895654"/>
                </a:cubicBezTo>
                <a:close/>
                <a:moveTo>
                  <a:pt x="6720952" y="7584467"/>
                </a:moveTo>
                <a:cubicBezTo>
                  <a:pt x="6708320" y="7584467"/>
                  <a:pt x="6697986" y="7594801"/>
                  <a:pt x="6697986" y="7607433"/>
                </a:cubicBezTo>
                <a:cubicBezTo>
                  <a:pt x="6697986" y="7620064"/>
                  <a:pt x="6708320" y="7630399"/>
                  <a:pt x="6720952" y="7630399"/>
                </a:cubicBezTo>
                <a:cubicBezTo>
                  <a:pt x="6733583" y="7630399"/>
                  <a:pt x="6743918" y="7620064"/>
                  <a:pt x="6743918" y="7607433"/>
                </a:cubicBezTo>
                <a:cubicBezTo>
                  <a:pt x="6743918" y="7594801"/>
                  <a:pt x="6733583" y="7584467"/>
                  <a:pt x="6720952" y="7584467"/>
                </a:cubicBezTo>
                <a:close/>
                <a:moveTo>
                  <a:pt x="6720952" y="7791734"/>
                </a:moveTo>
                <a:cubicBezTo>
                  <a:pt x="6708320" y="7791734"/>
                  <a:pt x="6697986" y="7802069"/>
                  <a:pt x="6697986" y="7814700"/>
                </a:cubicBezTo>
                <a:cubicBezTo>
                  <a:pt x="6697986" y="7827331"/>
                  <a:pt x="6708320" y="7837665"/>
                  <a:pt x="6720952" y="7837665"/>
                </a:cubicBezTo>
                <a:cubicBezTo>
                  <a:pt x="6733583" y="7837665"/>
                  <a:pt x="6743918" y="7827331"/>
                  <a:pt x="6743918" y="7814700"/>
                </a:cubicBezTo>
                <a:cubicBezTo>
                  <a:pt x="6743918" y="7802069"/>
                  <a:pt x="6733583" y="7791734"/>
                  <a:pt x="6720952" y="7791734"/>
                </a:cubicBezTo>
                <a:close/>
                <a:moveTo>
                  <a:pt x="6635404" y="7791734"/>
                </a:moveTo>
                <a:cubicBezTo>
                  <a:pt x="6622772" y="7791734"/>
                  <a:pt x="6612438" y="7802069"/>
                  <a:pt x="6612438" y="7814700"/>
                </a:cubicBezTo>
                <a:cubicBezTo>
                  <a:pt x="6612438" y="7827331"/>
                  <a:pt x="6622772" y="7837665"/>
                  <a:pt x="6635404" y="7837665"/>
                </a:cubicBezTo>
                <a:cubicBezTo>
                  <a:pt x="6648035" y="7837665"/>
                  <a:pt x="6658370" y="7827331"/>
                  <a:pt x="6658370" y="7814700"/>
                </a:cubicBezTo>
                <a:cubicBezTo>
                  <a:pt x="6658370" y="7802069"/>
                  <a:pt x="6648035" y="7791734"/>
                  <a:pt x="6635404" y="7791734"/>
                </a:cubicBezTo>
                <a:close/>
                <a:moveTo>
                  <a:pt x="6720952" y="7895654"/>
                </a:moveTo>
                <a:cubicBezTo>
                  <a:pt x="6708320" y="7895654"/>
                  <a:pt x="6697986" y="7905989"/>
                  <a:pt x="6697986" y="7918620"/>
                </a:cubicBezTo>
                <a:cubicBezTo>
                  <a:pt x="6697986" y="7931252"/>
                  <a:pt x="6708320" y="7941586"/>
                  <a:pt x="6720952" y="7941586"/>
                </a:cubicBezTo>
                <a:cubicBezTo>
                  <a:pt x="6733583" y="7941586"/>
                  <a:pt x="6743918" y="7931252"/>
                  <a:pt x="6743918" y="7918620"/>
                </a:cubicBezTo>
                <a:cubicBezTo>
                  <a:pt x="6743918" y="7905989"/>
                  <a:pt x="6733583" y="7895654"/>
                  <a:pt x="6720952" y="7895654"/>
                </a:cubicBezTo>
                <a:close/>
                <a:moveTo>
                  <a:pt x="6635404" y="7688388"/>
                </a:moveTo>
                <a:cubicBezTo>
                  <a:pt x="6622772" y="7688388"/>
                  <a:pt x="6612438" y="7698722"/>
                  <a:pt x="6612438" y="7711353"/>
                </a:cubicBezTo>
                <a:cubicBezTo>
                  <a:pt x="6612438" y="7723984"/>
                  <a:pt x="6622772" y="7734319"/>
                  <a:pt x="6635404" y="7734319"/>
                </a:cubicBezTo>
                <a:cubicBezTo>
                  <a:pt x="6648035" y="7734319"/>
                  <a:pt x="6658370" y="7723984"/>
                  <a:pt x="6658370" y="7711353"/>
                </a:cubicBezTo>
                <a:cubicBezTo>
                  <a:pt x="6658370" y="7698722"/>
                  <a:pt x="6648035" y="7688388"/>
                  <a:pt x="6635404" y="7688388"/>
                </a:cubicBezTo>
                <a:close/>
                <a:moveTo>
                  <a:pt x="1923963" y="2088743"/>
                </a:moveTo>
                <a:cubicBezTo>
                  <a:pt x="1911332" y="2088743"/>
                  <a:pt x="1900997" y="2099077"/>
                  <a:pt x="1900997" y="2111709"/>
                </a:cubicBezTo>
                <a:cubicBezTo>
                  <a:pt x="1900997" y="2124340"/>
                  <a:pt x="1911332" y="2134675"/>
                  <a:pt x="1923963" y="2134675"/>
                </a:cubicBezTo>
                <a:cubicBezTo>
                  <a:pt x="1936594" y="2134675"/>
                  <a:pt x="1946929" y="2124340"/>
                  <a:pt x="1946929" y="2111709"/>
                </a:cubicBezTo>
                <a:cubicBezTo>
                  <a:pt x="1946929" y="2099077"/>
                  <a:pt x="1936594" y="2088743"/>
                  <a:pt x="1923963" y="2088743"/>
                </a:cubicBezTo>
                <a:close/>
                <a:moveTo>
                  <a:pt x="1923963" y="2174290"/>
                </a:moveTo>
                <a:cubicBezTo>
                  <a:pt x="1911332" y="2174290"/>
                  <a:pt x="1900997" y="2184625"/>
                  <a:pt x="1900997" y="2197256"/>
                </a:cubicBezTo>
                <a:cubicBezTo>
                  <a:pt x="1900997" y="2209888"/>
                  <a:pt x="1911332" y="2220222"/>
                  <a:pt x="1923963" y="2220222"/>
                </a:cubicBezTo>
                <a:cubicBezTo>
                  <a:pt x="1936594" y="2220222"/>
                  <a:pt x="1946929" y="2209888"/>
                  <a:pt x="1946929" y="2197256"/>
                </a:cubicBezTo>
                <a:cubicBezTo>
                  <a:pt x="1946929" y="2184625"/>
                  <a:pt x="1936594" y="2174290"/>
                  <a:pt x="1923963" y="2174290"/>
                </a:cubicBezTo>
                <a:close/>
                <a:moveTo>
                  <a:pt x="1716696" y="2174290"/>
                </a:moveTo>
                <a:cubicBezTo>
                  <a:pt x="1704065" y="2174290"/>
                  <a:pt x="1693730" y="2184625"/>
                  <a:pt x="1693730" y="2197256"/>
                </a:cubicBezTo>
                <a:cubicBezTo>
                  <a:pt x="1693730" y="2209888"/>
                  <a:pt x="1704065" y="2220222"/>
                  <a:pt x="1716696" y="2220222"/>
                </a:cubicBezTo>
                <a:cubicBezTo>
                  <a:pt x="1729327" y="2220222"/>
                  <a:pt x="1739662" y="2209888"/>
                  <a:pt x="1739662" y="2197256"/>
                </a:cubicBezTo>
                <a:cubicBezTo>
                  <a:pt x="1739662" y="2184625"/>
                  <a:pt x="1729327" y="2174290"/>
                  <a:pt x="1716696" y="2174290"/>
                </a:cubicBezTo>
                <a:close/>
                <a:moveTo>
                  <a:pt x="1820616" y="2174290"/>
                </a:moveTo>
                <a:cubicBezTo>
                  <a:pt x="1807985" y="2174290"/>
                  <a:pt x="1797651" y="2184625"/>
                  <a:pt x="1797651" y="2197256"/>
                </a:cubicBezTo>
                <a:cubicBezTo>
                  <a:pt x="1797651" y="2209888"/>
                  <a:pt x="1807985" y="2220222"/>
                  <a:pt x="1820616" y="2220222"/>
                </a:cubicBezTo>
                <a:cubicBezTo>
                  <a:pt x="1833248" y="2220222"/>
                  <a:pt x="1843582" y="2209888"/>
                  <a:pt x="1843582" y="2197256"/>
                </a:cubicBezTo>
                <a:cubicBezTo>
                  <a:pt x="1843582" y="2184625"/>
                  <a:pt x="1833248" y="2174290"/>
                  <a:pt x="1820616" y="2174290"/>
                </a:cubicBezTo>
                <a:close/>
                <a:moveTo>
                  <a:pt x="2131229" y="2134675"/>
                </a:moveTo>
                <a:cubicBezTo>
                  <a:pt x="2143861" y="2134675"/>
                  <a:pt x="2154195" y="2124340"/>
                  <a:pt x="2154195" y="2111709"/>
                </a:cubicBezTo>
                <a:cubicBezTo>
                  <a:pt x="2154195" y="2099077"/>
                  <a:pt x="2143861" y="2088743"/>
                  <a:pt x="2131229" y="2088743"/>
                </a:cubicBezTo>
                <a:cubicBezTo>
                  <a:pt x="2118598" y="2088743"/>
                  <a:pt x="2108264" y="2099077"/>
                  <a:pt x="2108264" y="2111709"/>
                </a:cubicBezTo>
                <a:cubicBezTo>
                  <a:pt x="2108264" y="2124340"/>
                  <a:pt x="2118598" y="2134675"/>
                  <a:pt x="2131229" y="2134675"/>
                </a:cubicBezTo>
                <a:close/>
                <a:moveTo>
                  <a:pt x="2027309" y="2134675"/>
                </a:moveTo>
                <a:cubicBezTo>
                  <a:pt x="2039940" y="2134675"/>
                  <a:pt x="2050275" y="2124340"/>
                  <a:pt x="2050275" y="2111709"/>
                </a:cubicBezTo>
                <a:cubicBezTo>
                  <a:pt x="2050275" y="2099077"/>
                  <a:pt x="2039940" y="2088743"/>
                  <a:pt x="2027309" y="2088743"/>
                </a:cubicBezTo>
                <a:cubicBezTo>
                  <a:pt x="2014678" y="2088743"/>
                  <a:pt x="2004343" y="2099077"/>
                  <a:pt x="2004343" y="2111709"/>
                </a:cubicBezTo>
                <a:cubicBezTo>
                  <a:pt x="2004343" y="2124340"/>
                  <a:pt x="2014678" y="2134675"/>
                  <a:pt x="2027309" y="2134675"/>
                </a:cubicBezTo>
                <a:close/>
                <a:moveTo>
                  <a:pt x="1820616" y="2134675"/>
                </a:moveTo>
                <a:cubicBezTo>
                  <a:pt x="1833248" y="2134675"/>
                  <a:pt x="1843582" y="2124340"/>
                  <a:pt x="1843582" y="2111709"/>
                </a:cubicBezTo>
                <a:cubicBezTo>
                  <a:pt x="1843582" y="2099077"/>
                  <a:pt x="1833248" y="2088743"/>
                  <a:pt x="1820616" y="2088743"/>
                </a:cubicBezTo>
                <a:cubicBezTo>
                  <a:pt x="1807985" y="2088743"/>
                  <a:pt x="1797651" y="2099077"/>
                  <a:pt x="1797651" y="2111709"/>
                </a:cubicBezTo>
                <a:cubicBezTo>
                  <a:pt x="1797651" y="2124340"/>
                  <a:pt x="1807985" y="2134675"/>
                  <a:pt x="1820616" y="2134675"/>
                </a:cubicBezTo>
                <a:close/>
                <a:moveTo>
                  <a:pt x="1716696" y="2088743"/>
                </a:moveTo>
                <a:cubicBezTo>
                  <a:pt x="1704065" y="2088743"/>
                  <a:pt x="1693730" y="2099077"/>
                  <a:pt x="1693730" y="2111709"/>
                </a:cubicBezTo>
                <a:cubicBezTo>
                  <a:pt x="1693730" y="2124340"/>
                  <a:pt x="1704065" y="2134675"/>
                  <a:pt x="1716696" y="2134675"/>
                </a:cubicBezTo>
                <a:cubicBezTo>
                  <a:pt x="1729327" y="2134675"/>
                  <a:pt x="1739662" y="2124340"/>
                  <a:pt x="1739662" y="2111709"/>
                </a:cubicBezTo>
                <a:cubicBezTo>
                  <a:pt x="1739662" y="2099077"/>
                  <a:pt x="1729327" y="2088743"/>
                  <a:pt x="1716696" y="2088743"/>
                </a:cubicBezTo>
                <a:close/>
                <a:moveTo>
                  <a:pt x="2131229" y="2220796"/>
                </a:moveTo>
                <a:cubicBezTo>
                  <a:pt x="2143861" y="2220796"/>
                  <a:pt x="2154195" y="2210462"/>
                  <a:pt x="2154195" y="2197831"/>
                </a:cubicBezTo>
                <a:cubicBezTo>
                  <a:pt x="2154195" y="2185199"/>
                  <a:pt x="2143861" y="2174865"/>
                  <a:pt x="2131229" y="2174865"/>
                </a:cubicBezTo>
                <a:cubicBezTo>
                  <a:pt x="2118598" y="2174865"/>
                  <a:pt x="2108264" y="2185199"/>
                  <a:pt x="2108264" y="2197831"/>
                </a:cubicBezTo>
                <a:cubicBezTo>
                  <a:pt x="2108264" y="2210462"/>
                  <a:pt x="2118598" y="2220796"/>
                  <a:pt x="2131229" y="2220796"/>
                </a:cubicBezTo>
                <a:close/>
                <a:moveTo>
                  <a:pt x="2027309" y="2174290"/>
                </a:moveTo>
                <a:cubicBezTo>
                  <a:pt x="2014678" y="2174290"/>
                  <a:pt x="2004343" y="2184625"/>
                  <a:pt x="2004343" y="2197256"/>
                </a:cubicBezTo>
                <a:cubicBezTo>
                  <a:pt x="2004343" y="2209888"/>
                  <a:pt x="2014678" y="2220222"/>
                  <a:pt x="2027309" y="2220222"/>
                </a:cubicBezTo>
                <a:cubicBezTo>
                  <a:pt x="2039940" y="2220222"/>
                  <a:pt x="2050275" y="2209888"/>
                  <a:pt x="2050275" y="2197256"/>
                </a:cubicBezTo>
                <a:cubicBezTo>
                  <a:pt x="2050275" y="2184625"/>
                  <a:pt x="2039940" y="2174290"/>
                  <a:pt x="2027309" y="2174290"/>
                </a:cubicBezTo>
                <a:close/>
                <a:moveTo>
                  <a:pt x="1820616" y="2306918"/>
                </a:moveTo>
                <a:cubicBezTo>
                  <a:pt x="1833248" y="2306918"/>
                  <a:pt x="1843582" y="2296584"/>
                  <a:pt x="1843582" y="2283952"/>
                </a:cubicBezTo>
                <a:cubicBezTo>
                  <a:pt x="1843582" y="2271321"/>
                  <a:pt x="1833248" y="2260987"/>
                  <a:pt x="1820616" y="2260987"/>
                </a:cubicBezTo>
                <a:cubicBezTo>
                  <a:pt x="1807985" y="2260987"/>
                  <a:pt x="1797651" y="2271321"/>
                  <a:pt x="1797651" y="2283952"/>
                </a:cubicBezTo>
                <a:cubicBezTo>
                  <a:pt x="1797651" y="2296584"/>
                  <a:pt x="1807985" y="2306918"/>
                  <a:pt x="1820616" y="2306918"/>
                </a:cubicBezTo>
                <a:close/>
                <a:moveTo>
                  <a:pt x="1716696" y="2345960"/>
                </a:moveTo>
                <a:lnTo>
                  <a:pt x="1716696" y="2345960"/>
                </a:lnTo>
                <a:cubicBezTo>
                  <a:pt x="1713251" y="2345960"/>
                  <a:pt x="1710381" y="2346534"/>
                  <a:pt x="1707510" y="2347683"/>
                </a:cubicBezTo>
                <a:cubicBezTo>
                  <a:pt x="1699472" y="2351128"/>
                  <a:pt x="1693156" y="2359165"/>
                  <a:pt x="1693156" y="2368926"/>
                </a:cubicBezTo>
                <a:cubicBezTo>
                  <a:pt x="1693156" y="2378687"/>
                  <a:pt x="1698898" y="2386724"/>
                  <a:pt x="1707510" y="2390169"/>
                </a:cubicBezTo>
                <a:cubicBezTo>
                  <a:pt x="1710381" y="2391318"/>
                  <a:pt x="1713251" y="2391892"/>
                  <a:pt x="1716696" y="2391892"/>
                </a:cubicBezTo>
                <a:lnTo>
                  <a:pt x="1716696" y="2391892"/>
                </a:lnTo>
                <a:cubicBezTo>
                  <a:pt x="1729327" y="2391892"/>
                  <a:pt x="1739662" y="2381557"/>
                  <a:pt x="1739662" y="2368926"/>
                </a:cubicBezTo>
                <a:cubicBezTo>
                  <a:pt x="1739662" y="2356295"/>
                  <a:pt x="1729327" y="2345960"/>
                  <a:pt x="1716696" y="2345960"/>
                </a:cubicBezTo>
                <a:close/>
                <a:moveTo>
                  <a:pt x="2027309" y="2306918"/>
                </a:moveTo>
                <a:cubicBezTo>
                  <a:pt x="2039940" y="2306918"/>
                  <a:pt x="2050275" y="2296584"/>
                  <a:pt x="2050275" y="2283952"/>
                </a:cubicBezTo>
                <a:cubicBezTo>
                  <a:pt x="2050275" y="2271321"/>
                  <a:pt x="2039940" y="2260987"/>
                  <a:pt x="2027309" y="2260987"/>
                </a:cubicBezTo>
                <a:cubicBezTo>
                  <a:pt x="2014678" y="2260987"/>
                  <a:pt x="2004343" y="2271321"/>
                  <a:pt x="2004343" y="2283952"/>
                </a:cubicBezTo>
                <a:cubicBezTo>
                  <a:pt x="2004343" y="2296584"/>
                  <a:pt x="2014678" y="2306918"/>
                  <a:pt x="2027309" y="2306918"/>
                </a:cubicBezTo>
                <a:close/>
                <a:moveTo>
                  <a:pt x="2122043" y="2390743"/>
                </a:moveTo>
                <a:cubicBezTo>
                  <a:pt x="2124914" y="2391892"/>
                  <a:pt x="2127785" y="2392466"/>
                  <a:pt x="2131229" y="2392466"/>
                </a:cubicBezTo>
                <a:cubicBezTo>
                  <a:pt x="2143861" y="2392466"/>
                  <a:pt x="2154195" y="2382131"/>
                  <a:pt x="2154195" y="2369500"/>
                </a:cubicBezTo>
                <a:cubicBezTo>
                  <a:pt x="2154195" y="2356869"/>
                  <a:pt x="2143861" y="2346534"/>
                  <a:pt x="2131229" y="2346534"/>
                </a:cubicBezTo>
                <a:lnTo>
                  <a:pt x="2131229" y="2346534"/>
                </a:lnTo>
                <a:cubicBezTo>
                  <a:pt x="2127785" y="2346534"/>
                  <a:pt x="2124914" y="2347109"/>
                  <a:pt x="2122043" y="2348257"/>
                </a:cubicBezTo>
                <a:cubicBezTo>
                  <a:pt x="2114005" y="2351702"/>
                  <a:pt x="2107689" y="2359740"/>
                  <a:pt x="2107689" y="2369500"/>
                </a:cubicBezTo>
                <a:cubicBezTo>
                  <a:pt x="2107689" y="2379261"/>
                  <a:pt x="2108264" y="2375816"/>
                  <a:pt x="2109412" y="2378687"/>
                </a:cubicBezTo>
                <a:cubicBezTo>
                  <a:pt x="2111709" y="2384428"/>
                  <a:pt x="2116302" y="2388447"/>
                  <a:pt x="2121469" y="2390743"/>
                </a:cubicBezTo>
                <a:close/>
                <a:moveTo>
                  <a:pt x="2131229" y="2306918"/>
                </a:moveTo>
                <a:cubicBezTo>
                  <a:pt x="2143861" y="2306918"/>
                  <a:pt x="2154195" y="2296584"/>
                  <a:pt x="2154195" y="2283952"/>
                </a:cubicBezTo>
                <a:cubicBezTo>
                  <a:pt x="2154195" y="2271321"/>
                  <a:pt x="2143861" y="2260987"/>
                  <a:pt x="2131229" y="2260987"/>
                </a:cubicBezTo>
                <a:cubicBezTo>
                  <a:pt x="2118598" y="2260987"/>
                  <a:pt x="2108264" y="2271321"/>
                  <a:pt x="2108264" y="2283952"/>
                </a:cubicBezTo>
                <a:cubicBezTo>
                  <a:pt x="2108264" y="2296584"/>
                  <a:pt x="2118598" y="2306918"/>
                  <a:pt x="2131229" y="2306918"/>
                </a:cubicBezTo>
                <a:close/>
                <a:moveTo>
                  <a:pt x="1716696" y="2260412"/>
                </a:moveTo>
                <a:cubicBezTo>
                  <a:pt x="1704065" y="2260412"/>
                  <a:pt x="1693730" y="2270747"/>
                  <a:pt x="1693730" y="2283378"/>
                </a:cubicBezTo>
                <a:cubicBezTo>
                  <a:pt x="1693730" y="2296009"/>
                  <a:pt x="1704065" y="2306344"/>
                  <a:pt x="1716696" y="2306344"/>
                </a:cubicBezTo>
                <a:cubicBezTo>
                  <a:pt x="1729327" y="2306344"/>
                  <a:pt x="1739662" y="2296009"/>
                  <a:pt x="1739662" y="2283378"/>
                </a:cubicBezTo>
                <a:cubicBezTo>
                  <a:pt x="1739662" y="2270747"/>
                  <a:pt x="1729327" y="2260412"/>
                  <a:pt x="1716696" y="2260412"/>
                </a:cubicBezTo>
                <a:close/>
                <a:moveTo>
                  <a:pt x="1923963" y="2260412"/>
                </a:moveTo>
                <a:cubicBezTo>
                  <a:pt x="1911332" y="2260412"/>
                  <a:pt x="1900997" y="2270747"/>
                  <a:pt x="1900997" y="2283378"/>
                </a:cubicBezTo>
                <a:cubicBezTo>
                  <a:pt x="1900997" y="2296009"/>
                  <a:pt x="1911332" y="2306344"/>
                  <a:pt x="1923963" y="2306344"/>
                </a:cubicBezTo>
                <a:cubicBezTo>
                  <a:pt x="1936594" y="2306344"/>
                  <a:pt x="1946929" y="2296009"/>
                  <a:pt x="1946929" y="2283378"/>
                </a:cubicBezTo>
                <a:cubicBezTo>
                  <a:pt x="1946929" y="2270747"/>
                  <a:pt x="1936594" y="2260412"/>
                  <a:pt x="1923963" y="2260412"/>
                </a:cubicBezTo>
                <a:close/>
                <a:moveTo>
                  <a:pt x="1923963" y="2345960"/>
                </a:moveTo>
                <a:lnTo>
                  <a:pt x="1923963" y="2345960"/>
                </a:lnTo>
                <a:cubicBezTo>
                  <a:pt x="1920518" y="2345960"/>
                  <a:pt x="1917647" y="2346534"/>
                  <a:pt x="1914777" y="2347683"/>
                </a:cubicBezTo>
                <a:cubicBezTo>
                  <a:pt x="1906738" y="2351128"/>
                  <a:pt x="1900423" y="2359165"/>
                  <a:pt x="1900423" y="2368926"/>
                </a:cubicBezTo>
                <a:cubicBezTo>
                  <a:pt x="1900423" y="2378687"/>
                  <a:pt x="1906164" y="2386724"/>
                  <a:pt x="1914777" y="2390169"/>
                </a:cubicBezTo>
                <a:cubicBezTo>
                  <a:pt x="1917647" y="2391318"/>
                  <a:pt x="1920518" y="2391892"/>
                  <a:pt x="1923963" y="2391892"/>
                </a:cubicBezTo>
                <a:lnTo>
                  <a:pt x="1923963" y="2391892"/>
                </a:lnTo>
                <a:cubicBezTo>
                  <a:pt x="1936594" y="2391892"/>
                  <a:pt x="1946929" y="2381557"/>
                  <a:pt x="1946929" y="2368926"/>
                </a:cubicBezTo>
                <a:cubicBezTo>
                  <a:pt x="1946929" y="2356295"/>
                  <a:pt x="1936594" y="2345960"/>
                  <a:pt x="1923963" y="2345960"/>
                </a:cubicBezTo>
                <a:close/>
                <a:moveTo>
                  <a:pt x="1829229" y="2348257"/>
                </a:moveTo>
                <a:cubicBezTo>
                  <a:pt x="1826358" y="2347109"/>
                  <a:pt x="1823487" y="2346534"/>
                  <a:pt x="1820042" y="2346534"/>
                </a:cubicBezTo>
                <a:cubicBezTo>
                  <a:pt x="1807411" y="2346534"/>
                  <a:pt x="1797077" y="2356869"/>
                  <a:pt x="1797077" y="2369500"/>
                </a:cubicBezTo>
                <a:cubicBezTo>
                  <a:pt x="1797077" y="2382131"/>
                  <a:pt x="1807411" y="2392466"/>
                  <a:pt x="1820042" y="2392466"/>
                </a:cubicBezTo>
                <a:cubicBezTo>
                  <a:pt x="1832674" y="2392466"/>
                  <a:pt x="1826358" y="2391892"/>
                  <a:pt x="1829229" y="2390743"/>
                </a:cubicBezTo>
                <a:cubicBezTo>
                  <a:pt x="1837267" y="2387299"/>
                  <a:pt x="1843582" y="2379261"/>
                  <a:pt x="1843582" y="2369500"/>
                </a:cubicBezTo>
                <a:cubicBezTo>
                  <a:pt x="1843582" y="2359740"/>
                  <a:pt x="1837841" y="2351702"/>
                  <a:pt x="1829229" y="2348257"/>
                </a:cubicBezTo>
                <a:close/>
                <a:moveTo>
                  <a:pt x="2036495" y="2348257"/>
                </a:moveTo>
                <a:cubicBezTo>
                  <a:pt x="2033625" y="2347109"/>
                  <a:pt x="2030754" y="2346534"/>
                  <a:pt x="2027309" y="2346534"/>
                </a:cubicBezTo>
                <a:cubicBezTo>
                  <a:pt x="2014678" y="2346534"/>
                  <a:pt x="2004343" y="2356869"/>
                  <a:pt x="2004343" y="2369500"/>
                </a:cubicBezTo>
                <a:cubicBezTo>
                  <a:pt x="2004343" y="2382131"/>
                  <a:pt x="2014678" y="2392466"/>
                  <a:pt x="2027309" y="2392466"/>
                </a:cubicBezTo>
                <a:cubicBezTo>
                  <a:pt x="2039940" y="2392466"/>
                  <a:pt x="2033625" y="2391892"/>
                  <a:pt x="2036495" y="2390743"/>
                </a:cubicBezTo>
                <a:cubicBezTo>
                  <a:pt x="2044533" y="2387299"/>
                  <a:pt x="2050849" y="2379261"/>
                  <a:pt x="2050849" y="2369500"/>
                </a:cubicBezTo>
                <a:cubicBezTo>
                  <a:pt x="2050849" y="2359740"/>
                  <a:pt x="2045108" y="2351702"/>
                  <a:pt x="2036495" y="2348257"/>
                </a:cubicBezTo>
                <a:close/>
                <a:moveTo>
                  <a:pt x="1923963" y="2432082"/>
                </a:moveTo>
                <a:lnTo>
                  <a:pt x="1923963" y="2432082"/>
                </a:lnTo>
                <a:cubicBezTo>
                  <a:pt x="1920518" y="2432082"/>
                  <a:pt x="1917647" y="2432656"/>
                  <a:pt x="1914777" y="2433804"/>
                </a:cubicBezTo>
                <a:cubicBezTo>
                  <a:pt x="1906738" y="2437249"/>
                  <a:pt x="1900423" y="2445287"/>
                  <a:pt x="1900423" y="2455048"/>
                </a:cubicBezTo>
                <a:cubicBezTo>
                  <a:pt x="1900423" y="2464808"/>
                  <a:pt x="1906164" y="2472846"/>
                  <a:pt x="1914777" y="2476291"/>
                </a:cubicBezTo>
                <a:cubicBezTo>
                  <a:pt x="1917647" y="2477440"/>
                  <a:pt x="1920518" y="2478014"/>
                  <a:pt x="1923963" y="2478014"/>
                </a:cubicBezTo>
                <a:lnTo>
                  <a:pt x="1923963" y="2478014"/>
                </a:lnTo>
                <a:cubicBezTo>
                  <a:pt x="1936594" y="2478014"/>
                  <a:pt x="1946929" y="2467679"/>
                  <a:pt x="1946929" y="2455048"/>
                </a:cubicBezTo>
                <a:cubicBezTo>
                  <a:pt x="1946929" y="2442417"/>
                  <a:pt x="1936594" y="2432082"/>
                  <a:pt x="1923963" y="2432082"/>
                </a:cubicBezTo>
                <a:close/>
                <a:moveTo>
                  <a:pt x="2122043" y="2476865"/>
                </a:moveTo>
                <a:cubicBezTo>
                  <a:pt x="2124914" y="2478014"/>
                  <a:pt x="2127785" y="2478588"/>
                  <a:pt x="2131229" y="2478588"/>
                </a:cubicBezTo>
                <a:cubicBezTo>
                  <a:pt x="2143861" y="2478588"/>
                  <a:pt x="2154195" y="2468253"/>
                  <a:pt x="2154195" y="2455622"/>
                </a:cubicBezTo>
                <a:cubicBezTo>
                  <a:pt x="2154195" y="2442991"/>
                  <a:pt x="2143861" y="2432656"/>
                  <a:pt x="2131229" y="2432656"/>
                </a:cubicBezTo>
                <a:lnTo>
                  <a:pt x="2131229" y="2432656"/>
                </a:lnTo>
                <a:cubicBezTo>
                  <a:pt x="2127785" y="2432656"/>
                  <a:pt x="2124914" y="2433230"/>
                  <a:pt x="2122043" y="2434379"/>
                </a:cubicBezTo>
                <a:cubicBezTo>
                  <a:pt x="2114005" y="2437823"/>
                  <a:pt x="2107689" y="2445862"/>
                  <a:pt x="2107689" y="2455622"/>
                </a:cubicBezTo>
                <a:cubicBezTo>
                  <a:pt x="2107689" y="2465382"/>
                  <a:pt x="2108264" y="2461938"/>
                  <a:pt x="2109412" y="2464808"/>
                </a:cubicBezTo>
                <a:cubicBezTo>
                  <a:pt x="2111709" y="2470550"/>
                  <a:pt x="2116302" y="2474569"/>
                  <a:pt x="2121469" y="2476865"/>
                </a:cubicBezTo>
                <a:close/>
                <a:moveTo>
                  <a:pt x="2036495" y="2433804"/>
                </a:moveTo>
                <a:cubicBezTo>
                  <a:pt x="2033625" y="2432656"/>
                  <a:pt x="2030754" y="2432082"/>
                  <a:pt x="2027309" y="2432082"/>
                </a:cubicBezTo>
                <a:cubicBezTo>
                  <a:pt x="2014678" y="2432082"/>
                  <a:pt x="2004343" y="2442417"/>
                  <a:pt x="2004343" y="2455048"/>
                </a:cubicBezTo>
                <a:cubicBezTo>
                  <a:pt x="2004343" y="2467679"/>
                  <a:pt x="2014678" y="2478014"/>
                  <a:pt x="2027309" y="2478014"/>
                </a:cubicBezTo>
                <a:cubicBezTo>
                  <a:pt x="2039940" y="2478014"/>
                  <a:pt x="2033625" y="2477440"/>
                  <a:pt x="2036495" y="2476291"/>
                </a:cubicBezTo>
                <a:cubicBezTo>
                  <a:pt x="2044533" y="2472846"/>
                  <a:pt x="2050849" y="2464808"/>
                  <a:pt x="2050849" y="2455048"/>
                </a:cubicBezTo>
                <a:cubicBezTo>
                  <a:pt x="2050849" y="2445287"/>
                  <a:pt x="2045108" y="2437249"/>
                  <a:pt x="2036495" y="2433804"/>
                </a:cubicBezTo>
                <a:close/>
                <a:moveTo>
                  <a:pt x="1716696" y="2432082"/>
                </a:moveTo>
                <a:lnTo>
                  <a:pt x="1716696" y="2432082"/>
                </a:lnTo>
                <a:cubicBezTo>
                  <a:pt x="1713251" y="2432082"/>
                  <a:pt x="1710381" y="2432656"/>
                  <a:pt x="1707510" y="2433804"/>
                </a:cubicBezTo>
                <a:cubicBezTo>
                  <a:pt x="1699472" y="2437249"/>
                  <a:pt x="1693156" y="2445287"/>
                  <a:pt x="1693156" y="2455048"/>
                </a:cubicBezTo>
                <a:cubicBezTo>
                  <a:pt x="1693156" y="2464808"/>
                  <a:pt x="1698898" y="2472846"/>
                  <a:pt x="1707510" y="2476291"/>
                </a:cubicBezTo>
                <a:cubicBezTo>
                  <a:pt x="1710381" y="2477440"/>
                  <a:pt x="1713251" y="2478014"/>
                  <a:pt x="1716696" y="2478014"/>
                </a:cubicBezTo>
                <a:lnTo>
                  <a:pt x="1716696" y="2478014"/>
                </a:lnTo>
                <a:cubicBezTo>
                  <a:pt x="1729327" y="2478014"/>
                  <a:pt x="1739662" y="2467679"/>
                  <a:pt x="1739662" y="2455048"/>
                </a:cubicBezTo>
                <a:cubicBezTo>
                  <a:pt x="1739662" y="2442417"/>
                  <a:pt x="1729327" y="2432082"/>
                  <a:pt x="1716696" y="2432082"/>
                </a:cubicBezTo>
                <a:close/>
                <a:moveTo>
                  <a:pt x="1829229" y="2433804"/>
                </a:moveTo>
                <a:cubicBezTo>
                  <a:pt x="1826358" y="2432656"/>
                  <a:pt x="1823487" y="2432082"/>
                  <a:pt x="1820042" y="2432082"/>
                </a:cubicBezTo>
                <a:cubicBezTo>
                  <a:pt x="1807411" y="2432082"/>
                  <a:pt x="1797077" y="2442417"/>
                  <a:pt x="1797077" y="2455048"/>
                </a:cubicBezTo>
                <a:cubicBezTo>
                  <a:pt x="1797077" y="2467679"/>
                  <a:pt x="1807411" y="2478014"/>
                  <a:pt x="1820042" y="2478014"/>
                </a:cubicBezTo>
                <a:cubicBezTo>
                  <a:pt x="1832674" y="2478014"/>
                  <a:pt x="1826358" y="2477440"/>
                  <a:pt x="1829229" y="2476291"/>
                </a:cubicBezTo>
                <a:cubicBezTo>
                  <a:pt x="1837267" y="2472846"/>
                  <a:pt x="1843582" y="2464808"/>
                  <a:pt x="1843582" y="2455048"/>
                </a:cubicBezTo>
                <a:cubicBezTo>
                  <a:pt x="1843582" y="2445287"/>
                  <a:pt x="1837841" y="2437249"/>
                  <a:pt x="1829229" y="2433804"/>
                </a:cubicBezTo>
                <a:close/>
                <a:moveTo>
                  <a:pt x="14177383" y="1017961"/>
                </a:moveTo>
                <a:cubicBezTo>
                  <a:pt x="14190014" y="1017961"/>
                  <a:pt x="14200349" y="1007626"/>
                  <a:pt x="14200349" y="994995"/>
                </a:cubicBezTo>
                <a:cubicBezTo>
                  <a:pt x="14200349" y="982364"/>
                  <a:pt x="14190014" y="972029"/>
                  <a:pt x="14177383" y="972029"/>
                </a:cubicBezTo>
                <a:cubicBezTo>
                  <a:pt x="14164752" y="972029"/>
                  <a:pt x="14154417" y="982364"/>
                  <a:pt x="14154417" y="994995"/>
                </a:cubicBezTo>
                <a:cubicBezTo>
                  <a:pt x="14154417" y="1007626"/>
                  <a:pt x="14164752" y="1017961"/>
                  <a:pt x="14177383" y="1017961"/>
                </a:cubicBezTo>
                <a:close/>
                <a:moveTo>
                  <a:pt x="13970116" y="1017961"/>
                </a:moveTo>
                <a:cubicBezTo>
                  <a:pt x="13982748" y="1017961"/>
                  <a:pt x="13993082" y="1007626"/>
                  <a:pt x="13993082" y="994995"/>
                </a:cubicBezTo>
                <a:cubicBezTo>
                  <a:pt x="13993082" y="982364"/>
                  <a:pt x="13982748" y="972029"/>
                  <a:pt x="13970116" y="972029"/>
                </a:cubicBezTo>
                <a:cubicBezTo>
                  <a:pt x="13957485" y="972029"/>
                  <a:pt x="13947150" y="982364"/>
                  <a:pt x="13947150" y="994995"/>
                </a:cubicBezTo>
                <a:cubicBezTo>
                  <a:pt x="13947150" y="1007626"/>
                  <a:pt x="13957485" y="1017961"/>
                  <a:pt x="13970116" y="1017961"/>
                </a:cubicBezTo>
                <a:close/>
                <a:moveTo>
                  <a:pt x="14073462" y="1017961"/>
                </a:moveTo>
                <a:cubicBezTo>
                  <a:pt x="14086094" y="1017961"/>
                  <a:pt x="14096428" y="1007626"/>
                  <a:pt x="14096428" y="994995"/>
                </a:cubicBezTo>
                <a:cubicBezTo>
                  <a:pt x="14096428" y="982364"/>
                  <a:pt x="14086094" y="972029"/>
                  <a:pt x="14073462" y="972029"/>
                </a:cubicBezTo>
                <a:cubicBezTo>
                  <a:pt x="14060831" y="972029"/>
                  <a:pt x="14050496" y="982364"/>
                  <a:pt x="14050496" y="994995"/>
                </a:cubicBezTo>
                <a:cubicBezTo>
                  <a:pt x="14050496" y="1007626"/>
                  <a:pt x="14060831" y="1017961"/>
                  <a:pt x="14073462" y="1017961"/>
                </a:cubicBezTo>
                <a:close/>
                <a:moveTo>
                  <a:pt x="14384076" y="1017961"/>
                </a:moveTo>
                <a:cubicBezTo>
                  <a:pt x="14396707" y="1017961"/>
                  <a:pt x="14407041" y="1007626"/>
                  <a:pt x="14407041" y="994995"/>
                </a:cubicBezTo>
                <a:cubicBezTo>
                  <a:pt x="14407041" y="982364"/>
                  <a:pt x="14396707" y="972029"/>
                  <a:pt x="14384076" y="972029"/>
                </a:cubicBezTo>
                <a:cubicBezTo>
                  <a:pt x="14371445" y="972029"/>
                  <a:pt x="14361110" y="982364"/>
                  <a:pt x="14361110" y="994995"/>
                </a:cubicBezTo>
                <a:cubicBezTo>
                  <a:pt x="14361110" y="1007626"/>
                  <a:pt x="14371445" y="1017961"/>
                  <a:pt x="14384076" y="1017961"/>
                </a:cubicBezTo>
                <a:close/>
                <a:moveTo>
                  <a:pt x="14280729" y="1017961"/>
                </a:moveTo>
                <a:cubicBezTo>
                  <a:pt x="14293360" y="1017961"/>
                  <a:pt x="14303695" y="1007626"/>
                  <a:pt x="14303695" y="994995"/>
                </a:cubicBezTo>
                <a:cubicBezTo>
                  <a:pt x="14303695" y="982364"/>
                  <a:pt x="14293360" y="972029"/>
                  <a:pt x="14280729" y="972029"/>
                </a:cubicBezTo>
                <a:cubicBezTo>
                  <a:pt x="14268098" y="972029"/>
                  <a:pt x="14257763" y="982364"/>
                  <a:pt x="14257763" y="994995"/>
                </a:cubicBezTo>
                <a:cubicBezTo>
                  <a:pt x="14257763" y="1007626"/>
                  <a:pt x="14268098" y="1017961"/>
                  <a:pt x="14280729" y="1017961"/>
                </a:cubicBezTo>
                <a:close/>
                <a:moveTo>
                  <a:pt x="14073462" y="1104083"/>
                </a:moveTo>
                <a:cubicBezTo>
                  <a:pt x="14086094" y="1104083"/>
                  <a:pt x="14096428" y="1093748"/>
                  <a:pt x="14096428" y="1081117"/>
                </a:cubicBezTo>
                <a:cubicBezTo>
                  <a:pt x="14096428" y="1068486"/>
                  <a:pt x="14086094" y="1058151"/>
                  <a:pt x="14073462" y="1058151"/>
                </a:cubicBezTo>
                <a:cubicBezTo>
                  <a:pt x="14060831" y="1058151"/>
                  <a:pt x="14050496" y="1068486"/>
                  <a:pt x="14050496" y="1081117"/>
                </a:cubicBezTo>
                <a:cubicBezTo>
                  <a:pt x="14050496" y="1093748"/>
                  <a:pt x="14060831" y="1104083"/>
                  <a:pt x="14073462" y="1104083"/>
                </a:cubicBezTo>
                <a:close/>
                <a:moveTo>
                  <a:pt x="13960930" y="1187908"/>
                </a:moveTo>
                <a:cubicBezTo>
                  <a:pt x="13963801" y="1189056"/>
                  <a:pt x="13966672" y="1189630"/>
                  <a:pt x="13970116" y="1189630"/>
                </a:cubicBezTo>
                <a:lnTo>
                  <a:pt x="13970116" y="1189630"/>
                </a:lnTo>
                <a:cubicBezTo>
                  <a:pt x="13982748" y="1189630"/>
                  <a:pt x="13993082" y="1179296"/>
                  <a:pt x="13993082" y="1166665"/>
                </a:cubicBezTo>
                <a:cubicBezTo>
                  <a:pt x="13993082" y="1154033"/>
                  <a:pt x="13982748" y="1143699"/>
                  <a:pt x="13970116" y="1143699"/>
                </a:cubicBezTo>
                <a:lnTo>
                  <a:pt x="13970116" y="1143699"/>
                </a:lnTo>
                <a:cubicBezTo>
                  <a:pt x="13966672" y="1143699"/>
                  <a:pt x="13963801" y="1144273"/>
                  <a:pt x="13960930" y="1145421"/>
                </a:cubicBezTo>
                <a:cubicBezTo>
                  <a:pt x="13952891" y="1148866"/>
                  <a:pt x="13946577" y="1156904"/>
                  <a:pt x="13946577" y="1166665"/>
                </a:cubicBezTo>
                <a:cubicBezTo>
                  <a:pt x="13946577" y="1176425"/>
                  <a:pt x="13952318" y="1184463"/>
                  <a:pt x="13960930" y="1187908"/>
                </a:cubicBezTo>
                <a:close/>
                <a:moveTo>
                  <a:pt x="14280729" y="1104083"/>
                </a:moveTo>
                <a:cubicBezTo>
                  <a:pt x="14293360" y="1104083"/>
                  <a:pt x="14303695" y="1093748"/>
                  <a:pt x="14303695" y="1081117"/>
                </a:cubicBezTo>
                <a:cubicBezTo>
                  <a:pt x="14303695" y="1068486"/>
                  <a:pt x="14293360" y="1058151"/>
                  <a:pt x="14280729" y="1058151"/>
                </a:cubicBezTo>
                <a:cubicBezTo>
                  <a:pt x="14268098" y="1058151"/>
                  <a:pt x="14257763" y="1068486"/>
                  <a:pt x="14257763" y="1081117"/>
                </a:cubicBezTo>
                <a:cubicBezTo>
                  <a:pt x="14257763" y="1093748"/>
                  <a:pt x="14268098" y="1104083"/>
                  <a:pt x="14280729" y="1104083"/>
                </a:cubicBezTo>
                <a:close/>
                <a:moveTo>
                  <a:pt x="14375463" y="1187908"/>
                </a:moveTo>
                <a:cubicBezTo>
                  <a:pt x="14378334" y="1189056"/>
                  <a:pt x="14381205" y="1189630"/>
                  <a:pt x="14384650" y="1189630"/>
                </a:cubicBezTo>
                <a:cubicBezTo>
                  <a:pt x="14397281" y="1189630"/>
                  <a:pt x="14407616" y="1179296"/>
                  <a:pt x="14407616" y="1166665"/>
                </a:cubicBezTo>
                <a:cubicBezTo>
                  <a:pt x="14407616" y="1154033"/>
                  <a:pt x="14397281" y="1143699"/>
                  <a:pt x="14384650" y="1143699"/>
                </a:cubicBezTo>
                <a:lnTo>
                  <a:pt x="14384650" y="1143699"/>
                </a:lnTo>
                <a:cubicBezTo>
                  <a:pt x="14381205" y="1143699"/>
                  <a:pt x="14378334" y="1144273"/>
                  <a:pt x="14375463" y="1145421"/>
                </a:cubicBezTo>
                <a:cubicBezTo>
                  <a:pt x="14367426" y="1148866"/>
                  <a:pt x="14361110" y="1156904"/>
                  <a:pt x="14361110" y="1166665"/>
                </a:cubicBezTo>
                <a:cubicBezTo>
                  <a:pt x="14361110" y="1176425"/>
                  <a:pt x="14361684" y="1172980"/>
                  <a:pt x="14362832" y="1175851"/>
                </a:cubicBezTo>
                <a:cubicBezTo>
                  <a:pt x="14365128" y="1181592"/>
                  <a:pt x="14369722" y="1185611"/>
                  <a:pt x="14374889" y="1187908"/>
                </a:cubicBezTo>
                <a:close/>
                <a:moveTo>
                  <a:pt x="14384076" y="1104083"/>
                </a:moveTo>
                <a:cubicBezTo>
                  <a:pt x="14396707" y="1104083"/>
                  <a:pt x="14407041" y="1093748"/>
                  <a:pt x="14407041" y="1081117"/>
                </a:cubicBezTo>
                <a:cubicBezTo>
                  <a:pt x="14407041" y="1068486"/>
                  <a:pt x="14396707" y="1058151"/>
                  <a:pt x="14384076" y="1058151"/>
                </a:cubicBezTo>
                <a:cubicBezTo>
                  <a:pt x="14371445" y="1058151"/>
                  <a:pt x="14361110" y="1068486"/>
                  <a:pt x="14361110" y="1081117"/>
                </a:cubicBezTo>
                <a:cubicBezTo>
                  <a:pt x="14361110" y="1093748"/>
                  <a:pt x="14371445" y="1104083"/>
                  <a:pt x="14384076" y="1104083"/>
                </a:cubicBezTo>
                <a:close/>
                <a:moveTo>
                  <a:pt x="13970116" y="1104083"/>
                </a:moveTo>
                <a:cubicBezTo>
                  <a:pt x="13982748" y="1104083"/>
                  <a:pt x="13993082" y="1093748"/>
                  <a:pt x="13993082" y="1081117"/>
                </a:cubicBezTo>
                <a:cubicBezTo>
                  <a:pt x="13993082" y="1068486"/>
                  <a:pt x="13982748" y="1058151"/>
                  <a:pt x="13970116" y="1058151"/>
                </a:cubicBezTo>
                <a:cubicBezTo>
                  <a:pt x="13957485" y="1058151"/>
                  <a:pt x="13947150" y="1068486"/>
                  <a:pt x="13947150" y="1081117"/>
                </a:cubicBezTo>
                <a:cubicBezTo>
                  <a:pt x="13947150" y="1093748"/>
                  <a:pt x="13957485" y="1104083"/>
                  <a:pt x="13970116" y="1104083"/>
                </a:cubicBezTo>
                <a:close/>
                <a:moveTo>
                  <a:pt x="14177383" y="1104083"/>
                </a:moveTo>
                <a:cubicBezTo>
                  <a:pt x="14190014" y="1104083"/>
                  <a:pt x="14200349" y="1093748"/>
                  <a:pt x="14200349" y="1081117"/>
                </a:cubicBezTo>
                <a:cubicBezTo>
                  <a:pt x="14200349" y="1068486"/>
                  <a:pt x="14190014" y="1058151"/>
                  <a:pt x="14177383" y="1058151"/>
                </a:cubicBezTo>
                <a:cubicBezTo>
                  <a:pt x="14164752" y="1058151"/>
                  <a:pt x="14154417" y="1068486"/>
                  <a:pt x="14154417" y="1081117"/>
                </a:cubicBezTo>
                <a:cubicBezTo>
                  <a:pt x="14154417" y="1093748"/>
                  <a:pt x="14164752" y="1104083"/>
                  <a:pt x="14177383" y="1104083"/>
                </a:cubicBezTo>
                <a:close/>
                <a:moveTo>
                  <a:pt x="14168196" y="1187908"/>
                </a:moveTo>
                <a:cubicBezTo>
                  <a:pt x="14171067" y="1189056"/>
                  <a:pt x="14173938" y="1189630"/>
                  <a:pt x="14177383" y="1189630"/>
                </a:cubicBezTo>
                <a:lnTo>
                  <a:pt x="14177383" y="1189630"/>
                </a:lnTo>
                <a:cubicBezTo>
                  <a:pt x="14190014" y="1189630"/>
                  <a:pt x="14200349" y="1179296"/>
                  <a:pt x="14200349" y="1166665"/>
                </a:cubicBezTo>
                <a:cubicBezTo>
                  <a:pt x="14200349" y="1154033"/>
                  <a:pt x="14190014" y="1143699"/>
                  <a:pt x="14177383" y="1143699"/>
                </a:cubicBezTo>
                <a:lnTo>
                  <a:pt x="14177383" y="1143699"/>
                </a:lnTo>
                <a:cubicBezTo>
                  <a:pt x="14173938" y="1143699"/>
                  <a:pt x="14171067" y="1144273"/>
                  <a:pt x="14168196" y="1145421"/>
                </a:cubicBezTo>
                <a:cubicBezTo>
                  <a:pt x="14160159" y="1148866"/>
                  <a:pt x="14153843" y="1156904"/>
                  <a:pt x="14153843" y="1166665"/>
                </a:cubicBezTo>
                <a:cubicBezTo>
                  <a:pt x="14153843" y="1176425"/>
                  <a:pt x="14159584" y="1184463"/>
                  <a:pt x="14168196" y="1187908"/>
                </a:cubicBezTo>
                <a:close/>
                <a:moveTo>
                  <a:pt x="14073462" y="1189630"/>
                </a:moveTo>
                <a:cubicBezTo>
                  <a:pt x="14076908" y="1189630"/>
                  <a:pt x="14079778" y="1189056"/>
                  <a:pt x="14082649" y="1187908"/>
                </a:cubicBezTo>
                <a:cubicBezTo>
                  <a:pt x="14090686" y="1184463"/>
                  <a:pt x="14097003" y="1176425"/>
                  <a:pt x="14097003" y="1166665"/>
                </a:cubicBezTo>
                <a:cubicBezTo>
                  <a:pt x="14097003" y="1156904"/>
                  <a:pt x="14091261" y="1148866"/>
                  <a:pt x="14082649" y="1145421"/>
                </a:cubicBezTo>
                <a:cubicBezTo>
                  <a:pt x="14079778" y="1144273"/>
                  <a:pt x="14076908" y="1143699"/>
                  <a:pt x="14073462" y="1143699"/>
                </a:cubicBezTo>
                <a:cubicBezTo>
                  <a:pt x="14060831" y="1143699"/>
                  <a:pt x="14050496" y="1154033"/>
                  <a:pt x="14050496" y="1166665"/>
                </a:cubicBezTo>
                <a:cubicBezTo>
                  <a:pt x="14050496" y="1179296"/>
                  <a:pt x="14060831" y="1189630"/>
                  <a:pt x="14073462" y="1189630"/>
                </a:cubicBezTo>
                <a:close/>
                <a:moveTo>
                  <a:pt x="14280729" y="1189630"/>
                </a:moveTo>
                <a:cubicBezTo>
                  <a:pt x="14284175" y="1189630"/>
                  <a:pt x="14287045" y="1189056"/>
                  <a:pt x="14289916" y="1187908"/>
                </a:cubicBezTo>
                <a:cubicBezTo>
                  <a:pt x="14297954" y="1184463"/>
                  <a:pt x="14304270" y="1176425"/>
                  <a:pt x="14304270" y="1166665"/>
                </a:cubicBezTo>
                <a:cubicBezTo>
                  <a:pt x="14304270" y="1156904"/>
                  <a:pt x="14298528" y="1148866"/>
                  <a:pt x="14289916" y="1145421"/>
                </a:cubicBezTo>
                <a:cubicBezTo>
                  <a:pt x="14287045" y="1144273"/>
                  <a:pt x="14284175" y="1143699"/>
                  <a:pt x="14280729" y="1143699"/>
                </a:cubicBezTo>
                <a:cubicBezTo>
                  <a:pt x="14268098" y="1143699"/>
                  <a:pt x="14257763" y="1154033"/>
                  <a:pt x="14257763" y="1166665"/>
                </a:cubicBezTo>
                <a:cubicBezTo>
                  <a:pt x="14257763" y="1179296"/>
                  <a:pt x="14268098" y="1189630"/>
                  <a:pt x="14280729" y="1189630"/>
                </a:cubicBezTo>
                <a:close/>
                <a:moveTo>
                  <a:pt x="14168196" y="1274030"/>
                </a:moveTo>
                <a:cubicBezTo>
                  <a:pt x="14171067" y="1275178"/>
                  <a:pt x="14173938" y="1275752"/>
                  <a:pt x="14177383" y="1275752"/>
                </a:cubicBezTo>
                <a:lnTo>
                  <a:pt x="14177383" y="1275752"/>
                </a:lnTo>
                <a:cubicBezTo>
                  <a:pt x="14190014" y="1275752"/>
                  <a:pt x="14200349" y="1265418"/>
                  <a:pt x="14200349" y="1252786"/>
                </a:cubicBezTo>
                <a:cubicBezTo>
                  <a:pt x="14200349" y="1240155"/>
                  <a:pt x="14190014" y="1229821"/>
                  <a:pt x="14177383" y="1229821"/>
                </a:cubicBezTo>
                <a:lnTo>
                  <a:pt x="14177383" y="1229821"/>
                </a:lnTo>
                <a:cubicBezTo>
                  <a:pt x="14173938" y="1229821"/>
                  <a:pt x="14171067" y="1230395"/>
                  <a:pt x="14168196" y="1231543"/>
                </a:cubicBezTo>
                <a:cubicBezTo>
                  <a:pt x="14160159" y="1234988"/>
                  <a:pt x="14153843" y="1243026"/>
                  <a:pt x="14153843" y="1252786"/>
                </a:cubicBezTo>
                <a:cubicBezTo>
                  <a:pt x="14153843" y="1262547"/>
                  <a:pt x="14159584" y="1270585"/>
                  <a:pt x="14168196" y="1274030"/>
                </a:cubicBezTo>
                <a:close/>
                <a:moveTo>
                  <a:pt x="14375463" y="1274030"/>
                </a:moveTo>
                <a:cubicBezTo>
                  <a:pt x="14378334" y="1275178"/>
                  <a:pt x="14381205" y="1275752"/>
                  <a:pt x="14384650" y="1275752"/>
                </a:cubicBezTo>
                <a:cubicBezTo>
                  <a:pt x="14397281" y="1275752"/>
                  <a:pt x="14407616" y="1265418"/>
                  <a:pt x="14407616" y="1252786"/>
                </a:cubicBezTo>
                <a:cubicBezTo>
                  <a:pt x="14407616" y="1240155"/>
                  <a:pt x="14397281" y="1229821"/>
                  <a:pt x="14384650" y="1229821"/>
                </a:cubicBezTo>
                <a:lnTo>
                  <a:pt x="14384650" y="1229821"/>
                </a:lnTo>
                <a:cubicBezTo>
                  <a:pt x="14381205" y="1229821"/>
                  <a:pt x="14378334" y="1230395"/>
                  <a:pt x="14375463" y="1231543"/>
                </a:cubicBezTo>
                <a:cubicBezTo>
                  <a:pt x="14367426" y="1234988"/>
                  <a:pt x="14361110" y="1243026"/>
                  <a:pt x="14361110" y="1252786"/>
                </a:cubicBezTo>
                <a:cubicBezTo>
                  <a:pt x="14361110" y="1262547"/>
                  <a:pt x="14361684" y="1259102"/>
                  <a:pt x="14362832" y="1261973"/>
                </a:cubicBezTo>
                <a:cubicBezTo>
                  <a:pt x="14365128" y="1267714"/>
                  <a:pt x="14369722" y="1271733"/>
                  <a:pt x="14374889" y="1274030"/>
                </a:cubicBezTo>
                <a:close/>
                <a:moveTo>
                  <a:pt x="14280729" y="1275752"/>
                </a:moveTo>
                <a:cubicBezTo>
                  <a:pt x="14284175" y="1275752"/>
                  <a:pt x="14287045" y="1275178"/>
                  <a:pt x="14289916" y="1274030"/>
                </a:cubicBezTo>
                <a:cubicBezTo>
                  <a:pt x="14297954" y="1270585"/>
                  <a:pt x="14304270" y="1262547"/>
                  <a:pt x="14304270" y="1252786"/>
                </a:cubicBezTo>
                <a:cubicBezTo>
                  <a:pt x="14304270" y="1243026"/>
                  <a:pt x="14298528" y="1234988"/>
                  <a:pt x="14289916" y="1231543"/>
                </a:cubicBezTo>
                <a:cubicBezTo>
                  <a:pt x="14287045" y="1230395"/>
                  <a:pt x="14284175" y="1229821"/>
                  <a:pt x="14280729" y="1229821"/>
                </a:cubicBezTo>
                <a:cubicBezTo>
                  <a:pt x="14268098" y="1229821"/>
                  <a:pt x="14257763" y="1240155"/>
                  <a:pt x="14257763" y="1252786"/>
                </a:cubicBezTo>
                <a:cubicBezTo>
                  <a:pt x="14257763" y="1265418"/>
                  <a:pt x="14268098" y="1275752"/>
                  <a:pt x="14280729" y="1275752"/>
                </a:cubicBezTo>
                <a:close/>
                <a:moveTo>
                  <a:pt x="13960930" y="1274030"/>
                </a:moveTo>
                <a:cubicBezTo>
                  <a:pt x="13963801" y="1275178"/>
                  <a:pt x="13966672" y="1275752"/>
                  <a:pt x="13970116" y="1275752"/>
                </a:cubicBezTo>
                <a:lnTo>
                  <a:pt x="13970116" y="1275752"/>
                </a:lnTo>
                <a:cubicBezTo>
                  <a:pt x="13982748" y="1275752"/>
                  <a:pt x="13993082" y="1265418"/>
                  <a:pt x="13993082" y="1252786"/>
                </a:cubicBezTo>
                <a:cubicBezTo>
                  <a:pt x="13993082" y="1240155"/>
                  <a:pt x="13982748" y="1229821"/>
                  <a:pt x="13970116" y="1229821"/>
                </a:cubicBezTo>
                <a:lnTo>
                  <a:pt x="13970116" y="1229821"/>
                </a:lnTo>
                <a:cubicBezTo>
                  <a:pt x="13966672" y="1229821"/>
                  <a:pt x="13963801" y="1230395"/>
                  <a:pt x="13960930" y="1231543"/>
                </a:cubicBezTo>
                <a:cubicBezTo>
                  <a:pt x="13952891" y="1234988"/>
                  <a:pt x="13946577" y="1243026"/>
                  <a:pt x="13946577" y="1252786"/>
                </a:cubicBezTo>
                <a:cubicBezTo>
                  <a:pt x="13946577" y="1262547"/>
                  <a:pt x="13952318" y="1270585"/>
                  <a:pt x="13960930" y="1274030"/>
                </a:cubicBezTo>
                <a:close/>
                <a:moveTo>
                  <a:pt x="14073462" y="1275752"/>
                </a:moveTo>
                <a:cubicBezTo>
                  <a:pt x="14076908" y="1275752"/>
                  <a:pt x="14079778" y="1275178"/>
                  <a:pt x="14082649" y="1274030"/>
                </a:cubicBezTo>
                <a:cubicBezTo>
                  <a:pt x="14090686" y="1270585"/>
                  <a:pt x="14097003" y="1262547"/>
                  <a:pt x="14097003" y="1252786"/>
                </a:cubicBezTo>
                <a:cubicBezTo>
                  <a:pt x="14097003" y="1243026"/>
                  <a:pt x="14091261" y="1234988"/>
                  <a:pt x="14082649" y="1231543"/>
                </a:cubicBezTo>
                <a:cubicBezTo>
                  <a:pt x="14079778" y="1230395"/>
                  <a:pt x="14076908" y="1229821"/>
                  <a:pt x="14073462" y="1229821"/>
                </a:cubicBezTo>
                <a:cubicBezTo>
                  <a:pt x="14060831" y="1229821"/>
                  <a:pt x="14050496" y="1240155"/>
                  <a:pt x="14050496" y="1252786"/>
                </a:cubicBezTo>
                <a:cubicBezTo>
                  <a:pt x="14050496" y="1265418"/>
                  <a:pt x="14060831" y="1275752"/>
                  <a:pt x="14073462" y="1275752"/>
                </a:cubicBezTo>
                <a:close/>
                <a:moveTo>
                  <a:pt x="13658929" y="1017961"/>
                </a:moveTo>
                <a:cubicBezTo>
                  <a:pt x="13671560" y="1017961"/>
                  <a:pt x="13681895" y="1007626"/>
                  <a:pt x="13681895" y="994995"/>
                </a:cubicBezTo>
                <a:cubicBezTo>
                  <a:pt x="13681895" y="982364"/>
                  <a:pt x="13671560" y="972029"/>
                  <a:pt x="13658929" y="972029"/>
                </a:cubicBezTo>
                <a:cubicBezTo>
                  <a:pt x="13646298" y="972029"/>
                  <a:pt x="13635963" y="982364"/>
                  <a:pt x="13635963" y="994995"/>
                </a:cubicBezTo>
                <a:cubicBezTo>
                  <a:pt x="13635963" y="1007626"/>
                  <a:pt x="13646298" y="1017961"/>
                  <a:pt x="13658929" y="1017961"/>
                </a:cubicBezTo>
                <a:close/>
                <a:moveTo>
                  <a:pt x="13452237" y="1017961"/>
                </a:moveTo>
                <a:cubicBezTo>
                  <a:pt x="13464868" y="1017961"/>
                  <a:pt x="13475202" y="1007626"/>
                  <a:pt x="13475202" y="994995"/>
                </a:cubicBezTo>
                <a:cubicBezTo>
                  <a:pt x="13475202" y="982364"/>
                  <a:pt x="13464868" y="972029"/>
                  <a:pt x="13452237" y="972029"/>
                </a:cubicBezTo>
                <a:cubicBezTo>
                  <a:pt x="13439606" y="972029"/>
                  <a:pt x="13429271" y="982364"/>
                  <a:pt x="13429271" y="994995"/>
                </a:cubicBezTo>
                <a:cubicBezTo>
                  <a:pt x="13429271" y="1007626"/>
                  <a:pt x="13439606" y="1017961"/>
                  <a:pt x="13452237" y="1017961"/>
                </a:cubicBezTo>
                <a:close/>
                <a:moveTo>
                  <a:pt x="13555583" y="1017961"/>
                </a:moveTo>
                <a:cubicBezTo>
                  <a:pt x="13568214" y="1017961"/>
                  <a:pt x="13578549" y="1007626"/>
                  <a:pt x="13578549" y="994995"/>
                </a:cubicBezTo>
                <a:cubicBezTo>
                  <a:pt x="13578549" y="982364"/>
                  <a:pt x="13568214" y="972029"/>
                  <a:pt x="13555583" y="972029"/>
                </a:cubicBezTo>
                <a:cubicBezTo>
                  <a:pt x="13542952" y="972029"/>
                  <a:pt x="13532617" y="982364"/>
                  <a:pt x="13532617" y="994995"/>
                </a:cubicBezTo>
                <a:cubicBezTo>
                  <a:pt x="13532617" y="1007626"/>
                  <a:pt x="13542952" y="1017961"/>
                  <a:pt x="13555583" y="1017961"/>
                </a:cubicBezTo>
                <a:close/>
                <a:moveTo>
                  <a:pt x="13866196" y="1017961"/>
                </a:moveTo>
                <a:cubicBezTo>
                  <a:pt x="13878827" y="1017961"/>
                  <a:pt x="13889162" y="1007626"/>
                  <a:pt x="13889162" y="994995"/>
                </a:cubicBezTo>
                <a:cubicBezTo>
                  <a:pt x="13889162" y="982364"/>
                  <a:pt x="13878827" y="972029"/>
                  <a:pt x="13866196" y="972029"/>
                </a:cubicBezTo>
                <a:cubicBezTo>
                  <a:pt x="13853565" y="972029"/>
                  <a:pt x="13843230" y="982364"/>
                  <a:pt x="13843230" y="994995"/>
                </a:cubicBezTo>
                <a:cubicBezTo>
                  <a:pt x="13843230" y="1007626"/>
                  <a:pt x="13853565" y="1017961"/>
                  <a:pt x="13866196" y="1017961"/>
                </a:cubicBezTo>
                <a:close/>
                <a:moveTo>
                  <a:pt x="13762850" y="1017961"/>
                </a:moveTo>
                <a:cubicBezTo>
                  <a:pt x="13775481" y="1017961"/>
                  <a:pt x="13785816" y="1007626"/>
                  <a:pt x="13785816" y="994995"/>
                </a:cubicBezTo>
                <a:cubicBezTo>
                  <a:pt x="13785816" y="982364"/>
                  <a:pt x="13775481" y="972029"/>
                  <a:pt x="13762850" y="972029"/>
                </a:cubicBezTo>
                <a:cubicBezTo>
                  <a:pt x="13750219" y="972029"/>
                  <a:pt x="13739884" y="982364"/>
                  <a:pt x="13739884" y="994995"/>
                </a:cubicBezTo>
                <a:cubicBezTo>
                  <a:pt x="13739884" y="1007626"/>
                  <a:pt x="13750219" y="1017961"/>
                  <a:pt x="13762850" y="1017961"/>
                </a:cubicBezTo>
                <a:close/>
                <a:moveTo>
                  <a:pt x="13555583" y="1104083"/>
                </a:moveTo>
                <a:cubicBezTo>
                  <a:pt x="13568214" y="1104083"/>
                  <a:pt x="13578549" y="1093748"/>
                  <a:pt x="13578549" y="1081117"/>
                </a:cubicBezTo>
                <a:cubicBezTo>
                  <a:pt x="13578549" y="1068486"/>
                  <a:pt x="13568214" y="1058151"/>
                  <a:pt x="13555583" y="1058151"/>
                </a:cubicBezTo>
                <a:cubicBezTo>
                  <a:pt x="13542952" y="1058151"/>
                  <a:pt x="13532617" y="1068486"/>
                  <a:pt x="13532617" y="1081117"/>
                </a:cubicBezTo>
                <a:cubicBezTo>
                  <a:pt x="13532617" y="1093748"/>
                  <a:pt x="13542952" y="1104083"/>
                  <a:pt x="13555583" y="1104083"/>
                </a:cubicBezTo>
                <a:close/>
                <a:moveTo>
                  <a:pt x="13443051" y="1187908"/>
                </a:moveTo>
                <a:cubicBezTo>
                  <a:pt x="13445922" y="1189056"/>
                  <a:pt x="13448793" y="1189630"/>
                  <a:pt x="13452237" y="1189630"/>
                </a:cubicBezTo>
                <a:lnTo>
                  <a:pt x="13452237" y="1189630"/>
                </a:lnTo>
                <a:cubicBezTo>
                  <a:pt x="13464868" y="1189630"/>
                  <a:pt x="13475202" y="1179296"/>
                  <a:pt x="13475202" y="1166665"/>
                </a:cubicBezTo>
                <a:cubicBezTo>
                  <a:pt x="13475202" y="1154033"/>
                  <a:pt x="13464868" y="1143699"/>
                  <a:pt x="13452237" y="1143699"/>
                </a:cubicBezTo>
                <a:lnTo>
                  <a:pt x="13452237" y="1143699"/>
                </a:lnTo>
                <a:cubicBezTo>
                  <a:pt x="13448793" y="1143699"/>
                  <a:pt x="13445922" y="1144273"/>
                  <a:pt x="13443051" y="1145421"/>
                </a:cubicBezTo>
                <a:cubicBezTo>
                  <a:pt x="13435012" y="1148866"/>
                  <a:pt x="13428697" y="1156904"/>
                  <a:pt x="13428697" y="1166665"/>
                </a:cubicBezTo>
                <a:cubicBezTo>
                  <a:pt x="13428697" y="1176425"/>
                  <a:pt x="13434439" y="1184463"/>
                  <a:pt x="13443051" y="1187908"/>
                </a:cubicBezTo>
                <a:close/>
                <a:moveTo>
                  <a:pt x="13762850" y="1104083"/>
                </a:moveTo>
                <a:cubicBezTo>
                  <a:pt x="13775481" y="1104083"/>
                  <a:pt x="13785816" y="1093748"/>
                  <a:pt x="13785816" y="1081117"/>
                </a:cubicBezTo>
                <a:cubicBezTo>
                  <a:pt x="13785816" y="1068486"/>
                  <a:pt x="13775481" y="1058151"/>
                  <a:pt x="13762850" y="1058151"/>
                </a:cubicBezTo>
                <a:cubicBezTo>
                  <a:pt x="13750219" y="1058151"/>
                  <a:pt x="13739884" y="1068486"/>
                  <a:pt x="13739884" y="1081117"/>
                </a:cubicBezTo>
                <a:cubicBezTo>
                  <a:pt x="13739884" y="1093748"/>
                  <a:pt x="13750219" y="1104083"/>
                  <a:pt x="13762850" y="1104083"/>
                </a:cubicBezTo>
                <a:close/>
                <a:moveTo>
                  <a:pt x="13857584" y="1187908"/>
                </a:moveTo>
                <a:cubicBezTo>
                  <a:pt x="13860455" y="1189056"/>
                  <a:pt x="13863326" y="1189630"/>
                  <a:pt x="13866770" y="1189630"/>
                </a:cubicBezTo>
                <a:cubicBezTo>
                  <a:pt x="13879402" y="1189630"/>
                  <a:pt x="13889735" y="1179296"/>
                  <a:pt x="13889735" y="1166665"/>
                </a:cubicBezTo>
                <a:cubicBezTo>
                  <a:pt x="13889735" y="1154033"/>
                  <a:pt x="13879402" y="1143699"/>
                  <a:pt x="13866770" y="1143699"/>
                </a:cubicBezTo>
                <a:lnTo>
                  <a:pt x="13866770" y="1143699"/>
                </a:lnTo>
                <a:cubicBezTo>
                  <a:pt x="13863326" y="1143699"/>
                  <a:pt x="13860455" y="1144273"/>
                  <a:pt x="13857584" y="1145421"/>
                </a:cubicBezTo>
                <a:cubicBezTo>
                  <a:pt x="13849545" y="1148866"/>
                  <a:pt x="13843230" y="1156904"/>
                  <a:pt x="13843230" y="1166665"/>
                </a:cubicBezTo>
                <a:cubicBezTo>
                  <a:pt x="13843230" y="1176425"/>
                  <a:pt x="13843804" y="1172980"/>
                  <a:pt x="13844953" y="1175851"/>
                </a:cubicBezTo>
                <a:cubicBezTo>
                  <a:pt x="13847249" y="1181592"/>
                  <a:pt x="13851843" y="1185611"/>
                  <a:pt x="13857009" y="1187908"/>
                </a:cubicBezTo>
                <a:close/>
                <a:moveTo>
                  <a:pt x="13866196" y="1104083"/>
                </a:moveTo>
                <a:cubicBezTo>
                  <a:pt x="13878827" y="1104083"/>
                  <a:pt x="13889162" y="1093748"/>
                  <a:pt x="13889162" y="1081117"/>
                </a:cubicBezTo>
                <a:cubicBezTo>
                  <a:pt x="13889162" y="1068486"/>
                  <a:pt x="13878827" y="1058151"/>
                  <a:pt x="13866196" y="1058151"/>
                </a:cubicBezTo>
                <a:cubicBezTo>
                  <a:pt x="13853565" y="1058151"/>
                  <a:pt x="13843230" y="1068486"/>
                  <a:pt x="13843230" y="1081117"/>
                </a:cubicBezTo>
                <a:cubicBezTo>
                  <a:pt x="13843230" y="1093748"/>
                  <a:pt x="13853565" y="1104083"/>
                  <a:pt x="13866196" y="1104083"/>
                </a:cubicBezTo>
                <a:close/>
                <a:moveTo>
                  <a:pt x="13452237" y="1104083"/>
                </a:moveTo>
                <a:cubicBezTo>
                  <a:pt x="13464868" y="1104083"/>
                  <a:pt x="13475202" y="1093748"/>
                  <a:pt x="13475202" y="1081117"/>
                </a:cubicBezTo>
                <a:cubicBezTo>
                  <a:pt x="13475202" y="1068486"/>
                  <a:pt x="13464868" y="1058151"/>
                  <a:pt x="13452237" y="1058151"/>
                </a:cubicBezTo>
                <a:cubicBezTo>
                  <a:pt x="13439606" y="1058151"/>
                  <a:pt x="13429271" y="1068486"/>
                  <a:pt x="13429271" y="1081117"/>
                </a:cubicBezTo>
                <a:cubicBezTo>
                  <a:pt x="13429271" y="1093748"/>
                  <a:pt x="13439606" y="1104083"/>
                  <a:pt x="13452237" y="1104083"/>
                </a:cubicBezTo>
                <a:close/>
                <a:moveTo>
                  <a:pt x="13658929" y="1104083"/>
                </a:moveTo>
                <a:cubicBezTo>
                  <a:pt x="13671560" y="1104083"/>
                  <a:pt x="13681895" y="1093748"/>
                  <a:pt x="13681895" y="1081117"/>
                </a:cubicBezTo>
                <a:cubicBezTo>
                  <a:pt x="13681895" y="1068486"/>
                  <a:pt x="13671560" y="1058151"/>
                  <a:pt x="13658929" y="1058151"/>
                </a:cubicBezTo>
                <a:cubicBezTo>
                  <a:pt x="13646298" y="1058151"/>
                  <a:pt x="13635963" y="1068486"/>
                  <a:pt x="13635963" y="1081117"/>
                </a:cubicBezTo>
                <a:cubicBezTo>
                  <a:pt x="13635963" y="1093748"/>
                  <a:pt x="13646298" y="1104083"/>
                  <a:pt x="13658929" y="1104083"/>
                </a:cubicBezTo>
                <a:close/>
                <a:moveTo>
                  <a:pt x="13650317" y="1187908"/>
                </a:moveTo>
                <a:cubicBezTo>
                  <a:pt x="13653188" y="1189056"/>
                  <a:pt x="13656058" y="1189630"/>
                  <a:pt x="13659504" y="1189630"/>
                </a:cubicBezTo>
                <a:lnTo>
                  <a:pt x="13659504" y="1189630"/>
                </a:lnTo>
                <a:cubicBezTo>
                  <a:pt x="13672135" y="1189630"/>
                  <a:pt x="13682470" y="1179296"/>
                  <a:pt x="13682470" y="1166665"/>
                </a:cubicBezTo>
                <a:cubicBezTo>
                  <a:pt x="13682470" y="1154033"/>
                  <a:pt x="13672135" y="1143699"/>
                  <a:pt x="13659504" y="1143699"/>
                </a:cubicBezTo>
                <a:lnTo>
                  <a:pt x="13659504" y="1143699"/>
                </a:lnTo>
                <a:cubicBezTo>
                  <a:pt x="13656058" y="1143699"/>
                  <a:pt x="13653188" y="1144273"/>
                  <a:pt x="13650317" y="1145421"/>
                </a:cubicBezTo>
                <a:cubicBezTo>
                  <a:pt x="13642279" y="1148866"/>
                  <a:pt x="13635963" y="1156904"/>
                  <a:pt x="13635963" y="1166665"/>
                </a:cubicBezTo>
                <a:cubicBezTo>
                  <a:pt x="13635963" y="1176425"/>
                  <a:pt x="13641705" y="1184463"/>
                  <a:pt x="13650317" y="1187908"/>
                </a:cubicBezTo>
                <a:close/>
                <a:moveTo>
                  <a:pt x="13555583" y="1189630"/>
                </a:moveTo>
                <a:cubicBezTo>
                  <a:pt x="13559028" y="1189630"/>
                  <a:pt x="13561899" y="1189056"/>
                  <a:pt x="13564770" y="1187908"/>
                </a:cubicBezTo>
                <a:cubicBezTo>
                  <a:pt x="13572807" y="1184463"/>
                  <a:pt x="13579123" y="1176425"/>
                  <a:pt x="13579123" y="1166665"/>
                </a:cubicBezTo>
                <a:cubicBezTo>
                  <a:pt x="13579123" y="1156904"/>
                  <a:pt x="13573382" y="1148866"/>
                  <a:pt x="13564770" y="1145421"/>
                </a:cubicBezTo>
                <a:cubicBezTo>
                  <a:pt x="13561899" y="1144273"/>
                  <a:pt x="13559028" y="1143699"/>
                  <a:pt x="13555583" y="1143699"/>
                </a:cubicBezTo>
                <a:cubicBezTo>
                  <a:pt x="13542952" y="1143699"/>
                  <a:pt x="13532617" y="1154033"/>
                  <a:pt x="13532617" y="1166665"/>
                </a:cubicBezTo>
                <a:cubicBezTo>
                  <a:pt x="13532617" y="1179296"/>
                  <a:pt x="13542952" y="1189630"/>
                  <a:pt x="13555583" y="1189630"/>
                </a:cubicBezTo>
                <a:close/>
                <a:moveTo>
                  <a:pt x="13762850" y="1189630"/>
                </a:moveTo>
                <a:cubicBezTo>
                  <a:pt x="13766294" y="1189630"/>
                  <a:pt x="13769165" y="1189056"/>
                  <a:pt x="13772036" y="1187908"/>
                </a:cubicBezTo>
                <a:cubicBezTo>
                  <a:pt x="13780074" y="1184463"/>
                  <a:pt x="13786389" y="1176425"/>
                  <a:pt x="13786389" y="1166665"/>
                </a:cubicBezTo>
                <a:cubicBezTo>
                  <a:pt x="13786389" y="1156904"/>
                  <a:pt x="13780648" y="1148866"/>
                  <a:pt x="13772036" y="1145421"/>
                </a:cubicBezTo>
                <a:cubicBezTo>
                  <a:pt x="13769165" y="1144273"/>
                  <a:pt x="13766294" y="1143699"/>
                  <a:pt x="13762850" y="1143699"/>
                </a:cubicBezTo>
                <a:cubicBezTo>
                  <a:pt x="13750219" y="1143699"/>
                  <a:pt x="13739884" y="1154033"/>
                  <a:pt x="13739884" y="1166665"/>
                </a:cubicBezTo>
                <a:cubicBezTo>
                  <a:pt x="13739884" y="1179296"/>
                  <a:pt x="13750219" y="1189630"/>
                  <a:pt x="13762850" y="1189630"/>
                </a:cubicBezTo>
                <a:close/>
                <a:moveTo>
                  <a:pt x="13650317" y="1274030"/>
                </a:moveTo>
                <a:cubicBezTo>
                  <a:pt x="13653188" y="1275178"/>
                  <a:pt x="13656058" y="1275752"/>
                  <a:pt x="13659504" y="1275752"/>
                </a:cubicBezTo>
                <a:lnTo>
                  <a:pt x="13659504" y="1275752"/>
                </a:lnTo>
                <a:cubicBezTo>
                  <a:pt x="13672135" y="1275752"/>
                  <a:pt x="13682470" y="1265418"/>
                  <a:pt x="13682470" y="1252786"/>
                </a:cubicBezTo>
                <a:cubicBezTo>
                  <a:pt x="13682470" y="1240155"/>
                  <a:pt x="13672135" y="1229821"/>
                  <a:pt x="13659504" y="1229821"/>
                </a:cubicBezTo>
                <a:lnTo>
                  <a:pt x="13659504" y="1229821"/>
                </a:lnTo>
                <a:cubicBezTo>
                  <a:pt x="13656058" y="1229821"/>
                  <a:pt x="13653188" y="1230395"/>
                  <a:pt x="13650317" y="1231543"/>
                </a:cubicBezTo>
                <a:cubicBezTo>
                  <a:pt x="13642279" y="1234988"/>
                  <a:pt x="13635963" y="1243026"/>
                  <a:pt x="13635963" y="1252786"/>
                </a:cubicBezTo>
                <a:cubicBezTo>
                  <a:pt x="13635963" y="1262547"/>
                  <a:pt x="13641705" y="1270585"/>
                  <a:pt x="13650317" y="1274030"/>
                </a:cubicBezTo>
                <a:close/>
                <a:moveTo>
                  <a:pt x="13857584" y="1274030"/>
                </a:moveTo>
                <a:cubicBezTo>
                  <a:pt x="13860455" y="1275178"/>
                  <a:pt x="13863326" y="1275752"/>
                  <a:pt x="13866770" y="1275752"/>
                </a:cubicBezTo>
                <a:cubicBezTo>
                  <a:pt x="13879402" y="1275752"/>
                  <a:pt x="13889735" y="1265418"/>
                  <a:pt x="13889735" y="1252786"/>
                </a:cubicBezTo>
                <a:cubicBezTo>
                  <a:pt x="13889735" y="1240155"/>
                  <a:pt x="13879402" y="1229821"/>
                  <a:pt x="13866770" y="1229821"/>
                </a:cubicBezTo>
                <a:lnTo>
                  <a:pt x="13866770" y="1229821"/>
                </a:lnTo>
                <a:cubicBezTo>
                  <a:pt x="13863326" y="1229821"/>
                  <a:pt x="13860455" y="1230395"/>
                  <a:pt x="13857584" y="1231543"/>
                </a:cubicBezTo>
                <a:cubicBezTo>
                  <a:pt x="13849545" y="1234988"/>
                  <a:pt x="13843230" y="1243026"/>
                  <a:pt x="13843230" y="1252786"/>
                </a:cubicBezTo>
                <a:cubicBezTo>
                  <a:pt x="13843230" y="1262547"/>
                  <a:pt x="13843804" y="1259102"/>
                  <a:pt x="13844953" y="1261973"/>
                </a:cubicBezTo>
                <a:cubicBezTo>
                  <a:pt x="13847249" y="1267714"/>
                  <a:pt x="13851843" y="1271733"/>
                  <a:pt x="13857009" y="1274030"/>
                </a:cubicBezTo>
                <a:close/>
                <a:moveTo>
                  <a:pt x="13762850" y="1275752"/>
                </a:moveTo>
                <a:cubicBezTo>
                  <a:pt x="13766294" y="1275752"/>
                  <a:pt x="13769165" y="1275178"/>
                  <a:pt x="13772036" y="1274030"/>
                </a:cubicBezTo>
                <a:cubicBezTo>
                  <a:pt x="13780074" y="1270585"/>
                  <a:pt x="13786389" y="1262547"/>
                  <a:pt x="13786389" y="1252786"/>
                </a:cubicBezTo>
                <a:cubicBezTo>
                  <a:pt x="13786389" y="1243026"/>
                  <a:pt x="13780648" y="1234988"/>
                  <a:pt x="13772036" y="1231543"/>
                </a:cubicBezTo>
                <a:cubicBezTo>
                  <a:pt x="13769165" y="1230395"/>
                  <a:pt x="13766294" y="1229821"/>
                  <a:pt x="13762850" y="1229821"/>
                </a:cubicBezTo>
                <a:cubicBezTo>
                  <a:pt x="13750219" y="1229821"/>
                  <a:pt x="13739884" y="1240155"/>
                  <a:pt x="13739884" y="1252786"/>
                </a:cubicBezTo>
                <a:cubicBezTo>
                  <a:pt x="13739884" y="1265418"/>
                  <a:pt x="13750219" y="1275752"/>
                  <a:pt x="13762850" y="1275752"/>
                </a:cubicBezTo>
                <a:close/>
                <a:moveTo>
                  <a:pt x="13443051" y="1274030"/>
                </a:moveTo>
                <a:cubicBezTo>
                  <a:pt x="13445922" y="1275178"/>
                  <a:pt x="13448793" y="1275752"/>
                  <a:pt x="13452237" y="1275752"/>
                </a:cubicBezTo>
                <a:lnTo>
                  <a:pt x="13452237" y="1275752"/>
                </a:lnTo>
                <a:cubicBezTo>
                  <a:pt x="13464868" y="1275752"/>
                  <a:pt x="13475202" y="1265418"/>
                  <a:pt x="13475202" y="1252786"/>
                </a:cubicBezTo>
                <a:cubicBezTo>
                  <a:pt x="13475202" y="1240155"/>
                  <a:pt x="13464868" y="1229821"/>
                  <a:pt x="13452237" y="1229821"/>
                </a:cubicBezTo>
                <a:lnTo>
                  <a:pt x="13452237" y="1229821"/>
                </a:lnTo>
                <a:cubicBezTo>
                  <a:pt x="13448793" y="1229821"/>
                  <a:pt x="13445922" y="1230395"/>
                  <a:pt x="13443051" y="1231543"/>
                </a:cubicBezTo>
                <a:cubicBezTo>
                  <a:pt x="13435012" y="1234988"/>
                  <a:pt x="13428697" y="1243026"/>
                  <a:pt x="13428697" y="1252786"/>
                </a:cubicBezTo>
                <a:cubicBezTo>
                  <a:pt x="13428697" y="1262547"/>
                  <a:pt x="13434439" y="1270585"/>
                  <a:pt x="13443051" y="1274030"/>
                </a:cubicBezTo>
                <a:close/>
                <a:moveTo>
                  <a:pt x="13555583" y="1275752"/>
                </a:moveTo>
                <a:cubicBezTo>
                  <a:pt x="13559028" y="1275752"/>
                  <a:pt x="13561899" y="1275178"/>
                  <a:pt x="13564770" y="1274030"/>
                </a:cubicBezTo>
                <a:cubicBezTo>
                  <a:pt x="13572807" y="1270585"/>
                  <a:pt x="13579123" y="1262547"/>
                  <a:pt x="13579123" y="1252786"/>
                </a:cubicBezTo>
                <a:cubicBezTo>
                  <a:pt x="13579123" y="1243026"/>
                  <a:pt x="13573382" y="1234988"/>
                  <a:pt x="13564770" y="1231543"/>
                </a:cubicBezTo>
                <a:cubicBezTo>
                  <a:pt x="13561899" y="1230395"/>
                  <a:pt x="13559028" y="1229821"/>
                  <a:pt x="13555583" y="1229821"/>
                </a:cubicBezTo>
                <a:cubicBezTo>
                  <a:pt x="13542952" y="1229821"/>
                  <a:pt x="13532617" y="1240155"/>
                  <a:pt x="13532617" y="1252786"/>
                </a:cubicBezTo>
                <a:cubicBezTo>
                  <a:pt x="13532617" y="1265418"/>
                  <a:pt x="13542952" y="1275752"/>
                  <a:pt x="13555583" y="1275752"/>
                </a:cubicBezTo>
                <a:close/>
                <a:moveTo>
                  <a:pt x="15149412" y="6131304"/>
                </a:moveTo>
                <a:cubicBezTo>
                  <a:pt x="15136781" y="6131304"/>
                  <a:pt x="15126446" y="6141638"/>
                  <a:pt x="15126446" y="6154270"/>
                </a:cubicBezTo>
                <a:cubicBezTo>
                  <a:pt x="15126446" y="6166901"/>
                  <a:pt x="15136781" y="6177236"/>
                  <a:pt x="15149412" y="6177236"/>
                </a:cubicBezTo>
                <a:cubicBezTo>
                  <a:pt x="15162043" y="6177236"/>
                  <a:pt x="15172378" y="6166901"/>
                  <a:pt x="15172378" y="6154270"/>
                </a:cubicBezTo>
                <a:cubicBezTo>
                  <a:pt x="15172378" y="6141638"/>
                  <a:pt x="15162043" y="6131304"/>
                  <a:pt x="15149412" y="6131304"/>
                </a:cubicBezTo>
                <a:close/>
                <a:moveTo>
                  <a:pt x="14942145" y="6131304"/>
                </a:moveTo>
                <a:cubicBezTo>
                  <a:pt x="14929514" y="6131304"/>
                  <a:pt x="14919179" y="6141638"/>
                  <a:pt x="14919179" y="6154270"/>
                </a:cubicBezTo>
                <a:cubicBezTo>
                  <a:pt x="14919179" y="6166901"/>
                  <a:pt x="14929514" y="6177236"/>
                  <a:pt x="14942145" y="6177236"/>
                </a:cubicBezTo>
                <a:cubicBezTo>
                  <a:pt x="14954776" y="6177236"/>
                  <a:pt x="14965111" y="6166901"/>
                  <a:pt x="14965111" y="6154270"/>
                </a:cubicBezTo>
                <a:cubicBezTo>
                  <a:pt x="14965111" y="6141638"/>
                  <a:pt x="14954776" y="6131304"/>
                  <a:pt x="14942145" y="6131304"/>
                </a:cubicBezTo>
                <a:close/>
                <a:moveTo>
                  <a:pt x="15046066" y="6131304"/>
                </a:moveTo>
                <a:cubicBezTo>
                  <a:pt x="15033435" y="6131304"/>
                  <a:pt x="15023100" y="6141638"/>
                  <a:pt x="15023100" y="6154270"/>
                </a:cubicBezTo>
                <a:cubicBezTo>
                  <a:pt x="15023100" y="6166901"/>
                  <a:pt x="15033435" y="6177236"/>
                  <a:pt x="15046066" y="6177236"/>
                </a:cubicBezTo>
                <a:cubicBezTo>
                  <a:pt x="15058697" y="6177236"/>
                  <a:pt x="15069032" y="6166901"/>
                  <a:pt x="15069032" y="6154270"/>
                </a:cubicBezTo>
                <a:cubicBezTo>
                  <a:pt x="15069032" y="6141638"/>
                  <a:pt x="15058697" y="6131304"/>
                  <a:pt x="15046066" y="6131304"/>
                </a:cubicBezTo>
                <a:close/>
                <a:moveTo>
                  <a:pt x="15252759" y="6177236"/>
                </a:moveTo>
                <a:cubicBezTo>
                  <a:pt x="15265389" y="6177236"/>
                  <a:pt x="15275724" y="6166901"/>
                  <a:pt x="15275724" y="6154270"/>
                </a:cubicBezTo>
                <a:cubicBezTo>
                  <a:pt x="15275724" y="6141638"/>
                  <a:pt x="15265389" y="6131304"/>
                  <a:pt x="15252759" y="6131304"/>
                </a:cubicBezTo>
                <a:cubicBezTo>
                  <a:pt x="15240128" y="6131304"/>
                  <a:pt x="15229793" y="6141638"/>
                  <a:pt x="15229793" y="6154270"/>
                </a:cubicBezTo>
                <a:cubicBezTo>
                  <a:pt x="15229793" y="6166901"/>
                  <a:pt x="15240128" y="6177236"/>
                  <a:pt x="15252759" y="6177236"/>
                </a:cubicBezTo>
                <a:close/>
                <a:moveTo>
                  <a:pt x="15046066" y="6263358"/>
                </a:moveTo>
                <a:cubicBezTo>
                  <a:pt x="15058697" y="6263358"/>
                  <a:pt x="15069032" y="6253023"/>
                  <a:pt x="15069032" y="6240392"/>
                </a:cubicBezTo>
                <a:cubicBezTo>
                  <a:pt x="15069032" y="6227760"/>
                  <a:pt x="15058697" y="6217426"/>
                  <a:pt x="15046066" y="6217426"/>
                </a:cubicBezTo>
                <a:cubicBezTo>
                  <a:pt x="15033435" y="6217426"/>
                  <a:pt x="15023100" y="6227760"/>
                  <a:pt x="15023100" y="6240392"/>
                </a:cubicBezTo>
                <a:cubicBezTo>
                  <a:pt x="15023100" y="6253023"/>
                  <a:pt x="15033435" y="6263358"/>
                  <a:pt x="15046066" y="6263358"/>
                </a:cubicBezTo>
                <a:close/>
                <a:moveTo>
                  <a:pt x="14942145" y="6302973"/>
                </a:moveTo>
                <a:lnTo>
                  <a:pt x="14942145" y="6302973"/>
                </a:lnTo>
                <a:cubicBezTo>
                  <a:pt x="14938701" y="6302973"/>
                  <a:pt x="14935830" y="6303548"/>
                  <a:pt x="14932960" y="6304696"/>
                </a:cubicBezTo>
                <a:cubicBezTo>
                  <a:pt x="14924921" y="6308141"/>
                  <a:pt x="14918606" y="6316179"/>
                  <a:pt x="14918606" y="6325939"/>
                </a:cubicBezTo>
                <a:cubicBezTo>
                  <a:pt x="14918606" y="6335700"/>
                  <a:pt x="14924347" y="6343738"/>
                  <a:pt x="14932960" y="6347183"/>
                </a:cubicBezTo>
                <a:cubicBezTo>
                  <a:pt x="14935830" y="6348331"/>
                  <a:pt x="14938701" y="6348905"/>
                  <a:pt x="14942145" y="6348905"/>
                </a:cubicBezTo>
                <a:lnTo>
                  <a:pt x="14942145" y="6348905"/>
                </a:lnTo>
                <a:cubicBezTo>
                  <a:pt x="14954776" y="6348905"/>
                  <a:pt x="14965111" y="6338571"/>
                  <a:pt x="14965111" y="6325939"/>
                </a:cubicBezTo>
                <a:cubicBezTo>
                  <a:pt x="14965111" y="6313308"/>
                  <a:pt x="14954776" y="6302973"/>
                  <a:pt x="14942145" y="6302973"/>
                </a:cubicBezTo>
                <a:close/>
                <a:moveTo>
                  <a:pt x="15252759" y="6263358"/>
                </a:moveTo>
                <a:cubicBezTo>
                  <a:pt x="15265389" y="6263358"/>
                  <a:pt x="15275724" y="6253023"/>
                  <a:pt x="15275724" y="6240392"/>
                </a:cubicBezTo>
                <a:cubicBezTo>
                  <a:pt x="15275724" y="6227760"/>
                  <a:pt x="15265389" y="6217426"/>
                  <a:pt x="15252759" y="6217426"/>
                </a:cubicBezTo>
                <a:cubicBezTo>
                  <a:pt x="15240128" y="6217426"/>
                  <a:pt x="15229793" y="6227760"/>
                  <a:pt x="15229793" y="6240392"/>
                </a:cubicBezTo>
                <a:cubicBezTo>
                  <a:pt x="15229793" y="6253023"/>
                  <a:pt x="15240128" y="6263358"/>
                  <a:pt x="15252759" y="6263358"/>
                </a:cubicBezTo>
                <a:close/>
                <a:moveTo>
                  <a:pt x="14942145" y="6216851"/>
                </a:moveTo>
                <a:cubicBezTo>
                  <a:pt x="14929514" y="6216851"/>
                  <a:pt x="14919179" y="6227186"/>
                  <a:pt x="14919179" y="6239817"/>
                </a:cubicBezTo>
                <a:cubicBezTo>
                  <a:pt x="14919179" y="6252449"/>
                  <a:pt x="14929514" y="6262783"/>
                  <a:pt x="14942145" y="6262783"/>
                </a:cubicBezTo>
                <a:cubicBezTo>
                  <a:pt x="14954776" y="6262783"/>
                  <a:pt x="14965111" y="6252449"/>
                  <a:pt x="14965111" y="6239817"/>
                </a:cubicBezTo>
                <a:cubicBezTo>
                  <a:pt x="14965111" y="6227186"/>
                  <a:pt x="14954776" y="6216851"/>
                  <a:pt x="14942145" y="6216851"/>
                </a:cubicBezTo>
                <a:close/>
                <a:moveTo>
                  <a:pt x="15149412" y="6216851"/>
                </a:moveTo>
                <a:cubicBezTo>
                  <a:pt x="15136781" y="6216851"/>
                  <a:pt x="15126446" y="6227186"/>
                  <a:pt x="15126446" y="6239817"/>
                </a:cubicBezTo>
                <a:cubicBezTo>
                  <a:pt x="15126446" y="6252449"/>
                  <a:pt x="15136781" y="6262783"/>
                  <a:pt x="15149412" y="6262783"/>
                </a:cubicBezTo>
                <a:cubicBezTo>
                  <a:pt x="15162043" y="6262783"/>
                  <a:pt x="15172378" y="6252449"/>
                  <a:pt x="15172378" y="6239817"/>
                </a:cubicBezTo>
                <a:cubicBezTo>
                  <a:pt x="15172378" y="6227186"/>
                  <a:pt x="15162043" y="6216851"/>
                  <a:pt x="15149412" y="6216851"/>
                </a:cubicBezTo>
                <a:close/>
                <a:moveTo>
                  <a:pt x="15149412" y="6302973"/>
                </a:moveTo>
                <a:lnTo>
                  <a:pt x="15149412" y="6302973"/>
                </a:lnTo>
                <a:cubicBezTo>
                  <a:pt x="15145967" y="6302973"/>
                  <a:pt x="15143096" y="6303548"/>
                  <a:pt x="15140225" y="6304696"/>
                </a:cubicBezTo>
                <a:cubicBezTo>
                  <a:pt x="15132188" y="6308141"/>
                  <a:pt x="15125872" y="6316179"/>
                  <a:pt x="15125872" y="6325939"/>
                </a:cubicBezTo>
                <a:cubicBezTo>
                  <a:pt x="15125872" y="6335700"/>
                  <a:pt x="15131613" y="6343738"/>
                  <a:pt x="15140225" y="6347183"/>
                </a:cubicBezTo>
                <a:cubicBezTo>
                  <a:pt x="15143096" y="6348331"/>
                  <a:pt x="15145967" y="6348905"/>
                  <a:pt x="15149412" y="6348905"/>
                </a:cubicBezTo>
                <a:lnTo>
                  <a:pt x="15149412" y="6348905"/>
                </a:lnTo>
                <a:cubicBezTo>
                  <a:pt x="15162043" y="6348905"/>
                  <a:pt x="15172378" y="6338571"/>
                  <a:pt x="15172378" y="6325939"/>
                </a:cubicBezTo>
                <a:cubicBezTo>
                  <a:pt x="15172378" y="6313308"/>
                  <a:pt x="15162043" y="6302973"/>
                  <a:pt x="15149412" y="6302973"/>
                </a:cubicBezTo>
                <a:close/>
                <a:moveTo>
                  <a:pt x="15054678" y="6304696"/>
                </a:moveTo>
                <a:cubicBezTo>
                  <a:pt x="15051807" y="6303548"/>
                  <a:pt x="15048937" y="6302973"/>
                  <a:pt x="15045491" y="6302973"/>
                </a:cubicBezTo>
                <a:cubicBezTo>
                  <a:pt x="15032860" y="6302973"/>
                  <a:pt x="15022525" y="6313308"/>
                  <a:pt x="15022525" y="6325939"/>
                </a:cubicBezTo>
                <a:cubicBezTo>
                  <a:pt x="15022525" y="6338571"/>
                  <a:pt x="15032860" y="6348905"/>
                  <a:pt x="15045491" y="6348905"/>
                </a:cubicBezTo>
                <a:cubicBezTo>
                  <a:pt x="15058122" y="6348905"/>
                  <a:pt x="15051807" y="6348331"/>
                  <a:pt x="15054678" y="6347183"/>
                </a:cubicBezTo>
                <a:cubicBezTo>
                  <a:pt x="15062716" y="6343738"/>
                  <a:pt x="15069032" y="6335700"/>
                  <a:pt x="15069032" y="6325939"/>
                </a:cubicBezTo>
                <a:cubicBezTo>
                  <a:pt x="15069032" y="6316179"/>
                  <a:pt x="15063290" y="6308141"/>
                  <a:pt x="15054678" y="6304696"/>
                </a:cubicBezTo>
                <a:close/>
                <a:moveTo>
                  <a:pt x="15261944" y="6304696"/>
                </a:moveTo>
                <a:cubicBezTo>
                  <a:pt x="15259073" y="6303548"/>
                  <a:pt x="15256203" y="6302973"/>
                  <a:pt x="15252759" y="6302973"/>
                </a:cubicBezTo>
                <a:cubicBezTo>
                  <a:pt x="15240128" y="6302973"/>
                  <a:pt x="15229793" y="6313308"/>
                  <a:pt x="15229793" y="6325939"/>
                </a:cubicBezTo>
                <a:cubicBezTo>
                  <a:pt x="15229793" y="6338571"/>
                  <a:pt x="15240128" y="6348905"/>
                  <a:pt x="15252759" y="6348905"/>
                </a:cubicBezTo>
                <a:cubicBezTo>
                  <a:pt x="15265389" y="6348905"/>
                  <a:pt x="15259073" y="6348331"/>
                  <a:pt x="15261944" y="6347183"/>
                </a:cubicBezTo>
                <a:cubicBezTo>
                  <a:pt x="15269983" y="6343738"/>
                  <a:pt x="15276298" y="6335700"/>
                  <a:pt x="15276298" y="6325939"/>
                </a:cubicBezTo>
                <a:cubicBezTo>
                  <a:pt x="15276298" y="6316179"/>
                  <a:pt x="15270556" y="6308141"/>
                  <a:pt x="15261944" y="6304696"/>
                </a:cubicBezTo>
                <a:close/>
                <a:moveTo>
                  <a:pt x="14631533" y="6131304"/>
                </a:moveTo>
                <a:cubicBezTo>
                  <a:pt x="14618901" y="6131304"/>
                  <a:pt x="14608567" y="6141638"/>
                  <a:pt x="14608567" y="6154270"/>
                </a:cubicBezTo>
                <a:cubicBezTo>
                  <a:pt x="14608567" y="6166901"/>
                  <a:pt x="14618901" y="6177236"/>
                  <a:pt x="14631533" y="6177236"/>
                </a:cubicBezTo>
                <a:cubicBezTo>
                  <a:pt x="14644164" y="6177236"/>
                  <a:pt x="14654499" y="6166901"/>
                  <a:pt x="14654499" y="6154270"/>
                </a:cubicBezTo>
                <a:cubicBezTo>
                  <a:pt x="14654499" y="6141638"/>
                  <a:pt x="14644164" y="6131304"/>
                  <a:pt x="14631533" y="6131304"/>
                </a:cubicBezTo>
                <a:close/>
                <a:moveTo>
                  <a:pt x="14424266" y="6131304"/>
                </a:moveTo>
                <a:cubicBezTo>
                  <a:pt x="14411635" y="6131304"/>
                  <a:pt x="14401300" y="6141638"/>
                  <a:pt x="14401300" y="6154270"/>
                </a:cubicBezTo>
                <a:cubicBezTo>
                  <a:pt x="14401300" y="6166901"/>
                  <a:pt x="14411635" y="6177236"/>
                  <a:pt x="14424266" y="6177236"/>
                </a:cubicBezTo>
                <a:cubicBezTo>
                  <a:pt x="14436897" y="6177236"/>
                  <a:pt x="14447232" y="6166901"/>
                  <a:pt x="14447232" y="6154270"/>
                </a:cubicBezTo>
                <a:cubicBezTo>
                  <a:pt x="14447232" y="6141638"/>
                  <a:pt x="14436897" y="6131304"/>
                  <a:pt x="14424266" y="6131304"/>
                </a:cubicBezTo>
                <a:close/>
                <a:moveTo>
                  <a:pt x="14527612" y="6131304"/>
                </a:moveTo>
                <a:cubicBezTo>
                  <a:pt x="14514981" y="6131304"/>
                  <a:pt x="14504646" y="6141638"/>
                  <a:pt x="14504646" y="6154270"/>
                </a:cubicBezTo>
                <a:cubicBezTo>
                  <a:pt x="14504646" y="6166901"/>
                  <a:pt x="14514981" y="6177236"/>
                  <a:pt x="14527612" y="6177236"/>
                </a:cubicBezTo>
                <a:cubicBezTo>
                  <a:pt x="14540243" y="6177236"/>
                  <a:pt x="14550578" y="6166901"/>
                  <a:pt x="14550578" y="6154270"/>
                </a:cubicBezTo>
                <a:cubicBezTo>
                  <a:pt x="14550578" y="6141638"/>
                  <a:pt x="14540243" y="6131304"/>
                  <a:pt x="14527612" y="6131304"/>
                </a:cubicBezTo>
                <a:close/>
                <a:moveTo>
                  <a:pt x="14838799" y="6131304"/>
                </a:moveTo>
                <a:cubicBezTo>
                  <a:pt x="14826168" y="6131304"/>
                  <a:pt x="14815833" y="6141638"/>
                  <a:pt x="14815833" y="6154270"/>
                </a:cubicBezTo>
                <a:cubicBezTo>
                  <a:pt x="14815833" y="6166901"/>
                  <a:pt x="14826168" y="6177236"/>
                  <a:pt x="14838799" y="6177236"/>
                </a:cubicBezTo>
                <a:cubicBezTo>
                  <a:pt x="14851430" y="6177236"/>
                  <a:pt x="14861765" y="6166901"/>
                  <a:pt x="14861765" y="6154270"/>
                </a:cubicBezTo>
                <a:cubicBezTo>
                  <a:pt x="14861765" y="6141638"/>
                  <a:pt x="14851430" y="6131304"/>
                  <a:pt x="14838799" y="6131304"/>
                </a:cubicBezTo>
                <a:close/>
                <a:moveTo>
                  <a:pt x="14734879" y="6131304"/>
                </a:moveTo>
                <a:cubicBezTo>
                  <a:pt x="14722247" y="6131304"/>
                  <a:pt x="14711913" y="6141638"/>
                  <a:pt x="14711913" y="6154270"/>
                </a:cubicBezTo>
                <a:cubicBezTo>
                  <a:pt x="14711913" y="6166901"/>
                  <a:pt x="14722247" y="6177236"/>
                  <a:pt x="14734879" y="6177236"/>
                </a:cubicBezTo>
                <a:cubicBezTo>
                  <a:pt x="14747510" y="6177236"/>
                  <a:pt x="14757845" y="6166901"/>
                  <a:pt x="14757845" y="6154270"/>
                </a:cubicBezTo>
                <a:cubicBezTo>
                  <a:pt x="14757845" y="6141638"/>
                  <a:pt x="14747510" y="6131304"/>
                  <a:pt x="14734879" y="6131304"/>
                </a:cubicBezTo>
                <a:close/>
                <a:moveTo>
                  <a:pt x="14527612" y="6263358"/>
                </a:moveTo>
                <a:cubicBezTo>
                  <a:pt x="14540243" y="6263358"/>
                  <a:pt x="14550578" y="6253023"/>
                  <a:pt x="14550578" y="6240392"/>
                </a:cubicBezTo>
                <a:cubicBezTo>
                  <a:pt x="14550578" y="6227760"/>
                  <a:pt x="14540243" y="6217426"/>
                  <a:pt x="14527612" y="6217426"/>
                </a:cubicBezTo>
                <a:cubicBezTo>
                  <a:pt x="14514981" y="6217426"/>
                  <a:pt x="14504646" y="6227760"/>
                  <a:pt x="14504646" y="6240392"/>
                </a:cubicBezTo>
                <a:cubicBezTo>
                  <a:pt x="14504646" y="6253023"/>
                  <a:pt x="14514981" y="6263358"/>
                  <a:pt x="14527612" y="6263358"/>
                </a:cubicBezTo>
                <a:close/>
                <a:moveTo>
                  <a:pt x="14424266" y="6302973"/>
                </a:moveTo>
                <a:lnTo>
                  <a:pt x="14424266" y="6302973"/>
                </a:lnTo>
                <a:cubicBezTo>
                  <a:pt x="14420820" y="6302973"/>
                  <a:pt x="14417950" y="6303548"/>
                  <a:pt x="14415079" y="6304696"/>
                </a:cubicBezTo>
                <a:cubicBezTo>
                  <a:pt x="14407041" y="6308141"/>
                  <a:pt x="14400725" y="6316179"/>
                  <a:pt x="14400725" y="6325939"/>
                </a:cubicBezTo>
                <a:cubicBezTo>
                  <a:pt x="14400725" y="6335700"/>
                  <a:pt x="14406467" y="6343738"/>
                  <a:pt x="14415079" y="6347183"/>
                </a:cubicBezTo>
                <a:cubicBezTo>
                  <a:pt x="14417950" y="6348331"/>
                  <a:pt x="14420820" y="6348905"/>
                  <a:pt x="14424266" y="6348905"/>
                </a:cubicBezTo>
                <a:lnTo>
                  <a:pt x="14424266" y="6348905"/>
                </a:lnTo>
                <a:cubicBezTo>
                  <a:pt x="14436897" y="6348905"/>
                  <a:pt x="14447232" y="6338571"/>
                  <a:pt x="14447232" y="6325939"/>
                </a:cubicBezTo>
                <a:cubicBezTo>
                  <a:pt x="14447232" y="6313308"/>
                  <a:pt x="14436897" y="6302973"/>
                  <a:pt x="14424266" y="6302973"/>
                </a:cubicBezTo>
                <a:close/>
                <a:moveTo>
                  <a:pt x="14734879" y="6263358"/>
                </a:moveTo>
                <a:cubicBezTo>
                  <a:pt x="14747510" y="6263358"/>
                  <a:pt x="14757845" y="6253023"/>
                  <a:pt x="14757845" y="6240392"/>
                </a:cubicBezTo>
                <a:cubicBezTo>
                  <a:pt x="14757845" y="6227760"/>
                  <a:pt x="14747510" y="6217426"/>
                  <a:pt x="14734879" y="6217426"/>
                </a:cubicBezTo>
                <a:cubicBezTo>
                  <a:pt x="14722247" y="6217426"/>
                  <a:pt x="14711913" y="6227760"/>
                  <a:pt x="14711913" y="6240392"/>
                </a:cubicBezTo>
                <a:cubicBezTo>
                  <a:pt x="14711913" y="6253023"/>
                  <a:pt x="14722247" y="6263358"/>
                  <a:pt x="14734879" y="6263358"/>
                </a:cubicBezTo>
                <a:close/>
                <a:moveTo>
                  <a:pt x="14838799" y="6302973"/>
                </a:moveTo>
                <a:lnTo>
                  <a:pt x="14838799" y="6302973"/>
                </a:lnTo>
                <a:cubicBezTo>
                  <a:pt x="14835355" y="6302973"/>
                  <a:pt x="14832484" y="6303548"/>
                  <a:pt x="14829613" y="6304696"/>
                </a:cubicBezTo>
                <a:cubicBezTo>
                  <a:pt x="14821574" y="6308141"/>
                  <a:pt x="14815260" y="6316179"/>
                  <a:pt x="14815260" y="6325939"/>
                </a:cubicBezTo>
                <a:cubicBezTo>
                  <a:pt x="14815260" y="6335700"/>
                  <a:pt x="14815833" y="6332255"/>
                  <a:pt x="14816981" y="6335126"/>
                </a:cubicBezTo>
                <a:cubicBezTo>
                  <a:pt x="14819278" y="6340867"/>
                  <a:pt x="14823872" y="6344886"/>
                  <a:pt x="14829039" y="6347183"/>
                </a:cubicBezTo>
                <a:cubicBezTo>
                  <a:pt x="14831909" y="6348331"/>
                  <a:pt x="14834780" y="6348905"/>
                  <a:pt x="14838225" y="6348905"/>
                </a:cubicBezTo>
                <a:cubicBezTo>
                  <a:pt x="14850856" y="6348905"/>
                  <a:pt x="14861191" y="6338571"/>
                  <a:pt x="14861191" y="6325939"/>
                </a:cubicBezTo>
                <a:cubicBezTo>
                  <a:pt x="14861191" y="6313308"/>
                  <a:pt x="14850856" y="6302973"/>
                  <a:pt x="14838225" y="6302973"/>
                </a:cubicBezTo>
                <a:close/>
                <a:moveTo>
                  <a:pt x="14838799" y="6216851"/>
                </a:moveTo>
                <a:cubicBezTo>
                  <a:pt x="14826168" y="6216851"/>
                  <a:pt x="14815833" y="6227186"/>
                  <a:pt x="14815833" y="6239817"/>
                </a:cubicBezTo>
                <a:cubicBezTo>
                  <a:pt x="14815833" y="6252449"/>
                  <a:pt x="14826168" y="6262783"/>
                  <a:pt x="14838799" y="6262783"/>
                </a:cubicBezTo>
                <a:cubicBezTo>
                  <a:pt x="14851430" y="6262783"/>
                  <a:pt x="14861765" y="6252449"/>
                  <a:pt x="14861765" y="6239817"/>
                </a:cubicBezTo>
                <a:cubicBezTo>
                  <a:pt x="14861765" y="6227186"/>
                  <a:pt x="14851430" y="6216851"/>
                  <a:pt x="14838799" y="6216851"/>
                </a:cubicBezTo>
                <a:close/>
                <a:moveTo>
                  <a:pt x="14424266" y="6216851"/>
                </a:moveTo>
                <a:cubicBezTo>
                  <a:pt x="14411635" y="6216851"/>
                  <a:pt x="14401300" y="6227186"/>
                  <a:pt x="14401300" y="6239817"/>
                </a:cubicBezTo>
                <a:cubicBezTo>
                  <a:pt x="14401300" y="6252449"/>
                  <a:pt x="14411635" y="6262783"/>
                  <a:pt x="14424266" y="6262783"/>
                </a:cubicBezTo>
                <a:cubicBezTo>
                  <a:pt x="14436897" y="6262783"/>
                  <a:pt x="14447232" y="6252449"/>
                  <a:pt x="14447232" y="6239817"/>
                </a:cubicBezTo>
                <a:cubicBezTo>
                  <a:pt x="14447232" y="6227186"/>
                  <a:pt x="14436897" y="6216851"/>
                  <a:pt x="14424266" y="6216851"/>
                </a:cubicBezTo>
                <a:close/>
                <a:moveTo>
                  <a:pt x="14631533" y="6216851"/>
                </a:moveTo>
                <a:cubicBezTo>
                  <a:pt x="14618901" y="6216851"/>
                  <a:pt x="14608567" y="6227186"/>
                  <a:pt x="14608567" y="6239817"/>
                </a:cubicBezTo>
                <a:cubicBezTo>
                  <a:pt x="14608567" y="6252449"/>
                  <a:pt x="14618901" y="6262783"/>
                  <a:pt x="14631533" y="6262783"/>
                </a:cubicBezTo>
                <a:cubicBezTo>
                  <a:pt x="14644164" y="6262783"/>
                  <a:pt x="14654499" y="6252449"/>
                  <a:pt x="14654499" y="6239817"/>
                </a:cubicBezTo>
                <a:cubicBezTo>
                  <a:pt x="14654499" y="6227186"/>
                  <a:pt x="14644164" y="6216851"/>
                  <a:pt x="14631533" y="6216851"/>
                </a:cubicBezTo>
                <a:close/>
                <a:moveTo>
                  <a:pt x="14631533" y="6302973"/>
                </a:moveTo>
                <a:lnTo>
                  <a:pt x="14631533" y="6302973"/>
                </a:lnTo>
                <a:cubicBezTo>
                  <a:pt x="14628088" y="6302973"/>
                  <a:pt x="14625217" y="6303548"/>
                  <a:pt x="14622346" y="6304696"/>
                </a:cubicBezTo>
                <a:cubicBezTo>
                  <a:pt x="14614309" y="6308141"/>
                  <a:pt x="14607992" y="6316179"/>
                  <a:pt x="14607992" y="6325939"/>
                </a:cubicBezTo>
                <a:cubicBezTo>
                  <a:pt x="14607992" y="6335700"/>
                  <a:pt x="14613734" y="6343738"/>
                  <a:pt x="14622346" y="6347183"/>
                </a:cubicBezTo>
                <a:cubicBezTo>
                  <a:pt x="14625217" y="6348331"/>
                  <a:pt x="14628088" y="6348905"/>
                  <a:pt x="14631533" y="6348905"/>
                </a:cubicBezTo>
                <a:lnTo>
                  <a:pt x="14631533" y="6348905"/>
                </a:lnTo>
                <a:cubicBezTo>
                  <a:pt x="14644164" y="6348905"/>
                  <a:pt x="14654499" y="6338571"/>
                  <a:pt x="14654499" y="6325939"/>
                </a:cubicBezTo>
                <a:cubicBezTo>
                  <a:pt x="14654499" y="6313308"/>
                  <a:pt x="14644164" y="6302973"/>
                  <a:pt x="14631533" y="6302973"/>
                </a:cubicBezTo>
                <a:close/>
                <a:moveTo>
                  <a:pt x="14527612" y="6349480"/>
                </a:moveTo>
                <a:cubicBezTo>
                  <a:pt x="14531057" y="6349480"/>
                  <a:pt x="14533928" y="6348905"/>
                  <a:pt x="14536799" y="6347757"/>
                </a:cubicBezTo>
                <a:cubicBezTo>
                  <a:pt x="14544836" y="6344312"/>
                  <a:pt x="14551153" y="6336274"/>
                  <a:pt x="14551153" y="6326514"/>
                </a:cubicBezTo>
                <a:cubicBezTo>
                  <a:pt x="14551153" y="6316753"/>
                  <a:pt x="14545411" y="6308715"/>
                  <a:pt x="14536799" y="6305270"/>
                </a:cubicBezTo>
                <a:cubicBezTo>
                  <a:pt x="14533928" y="6304122"/>
                  <a:pt x="14531057" y="6303548"/>
                  <a:pt x="14527612" y="6303548"/>
                </a:cubicBezTo>
                <a:cubicBezTo>
                  <a:pt x="14514981" y="6303548"/>
                  <a:pt x="14504646" y="6313882"/>
                  <a:pt x="14504646" y="6326514"/>
                </a:cubicBezTo>
                <a:cubicBezTo>
                  <a:pt x="14504646" y="6339145"/>
                  <a:pt x="14514981" y="6349480"/>
                  <a:pt x="14527612" y="6349480"/>
                </a:cubicBezTo>
                <a:close/>
                <a:moveTo>
                  <a:pt x="14734879" y="6349480"/>
                </a:moveTo>
                <a:cubicBezTo>
                  <a:pt x="14738323" y="6349480"/>
                  <a:pt x="14741194" y="6348905"/>
                  <a:pt x="14744065" y="6347757"/>
                </a:cubicBezTo>
                <a:cubicBezTo>
                  <a:pt x="14752104" y="6344312"/>
                  <a:pt x="14758418" y="6336274"/>
                  <a:pt x="14758418" y="6326514"/>
                </a:cubicBezTo>
                <a:cubicBezTo>
                  <a:pt x="14758418" y="6316753"/>
                  <a:pt x="14752677" y="6308715"/>
                  <a:pt x="14744065" y="6305270"/>
                </a:cubicBezTo>
                <a:cubicBezTo>
                  <a:pt x="14741194" y="6304122"/>
                  <a:pt x="14738323" y="6303548"/>
                  <a:pt x="14734879" y="6303548"/>
                </a:cubicBezTo>
                <a:cubicBezTo>
                  <a:pt x="14722247" y="6303548"/>
                  <a:pt x="14711913" y="6313882"/>
                  <a:pt x="14711913" y="6326514"/>
                </a:cubicBezTo>
                <a:cubicBezTo>
                  <a:pt x="14711913" y="6339145"/>
                  <a:pt x="14722247" y="6349480"/>
                  <a:pt x="14734879" y="6349480"/>
                </a:cubicBezTo>
                <a:close/>
                <a:moveTo>
                  <a:pt x="14008010" y="3295598"/>
                </a:moveTo>
                <a:cubicBezTo>
                  <a:pt x="14020641" y="3295598"/>
                  <a:pt x="14030976" y="3285263"/>
                  <a:pt x="14030976" y="3272632"/>
                </a:cubicBezTo>
                <a:cubicBezTo>
                  <a:pt x="14030976" y="3260000"/>
                  <a:pt x="14020641" y="3249666"/>
                  <a:pt x="14008010" y="3249666"/>
                </a:cubicBezTo>
                <a:cubicBezTo>
                  <a:pt x="13995379" y="3249666"/>
                  <a:pt x="13985044" y="3260000"/>
                  <a:pt x="13985044" y="3272632"/>
                </a:cubicBezTo>
                <a:cubicBezTo>
                  <a:pt x="13985044" y="3285263"/>
                  <a:pt x="13995379" y="3295598"/>
                  <a:pt x="14008010" y="3295598"/>
                </a:cubicBezTo>
                <a:close/>
                <a:moveTo>
                  <a:pt x="13836341" y="3295598"/>
                </a:moveTo>
                <a:cubicBezTo>
                  <a:pt x="13848972" y="3295598"/>
                  <a:pt x="13859307" y="3285263"/>
                  <a:pt x="13859307" y="3272632"/>
                </a:cubicBezTo>
                <a:lnTo>
                  <a:pt x="13859307" y="3272632"/>
                </a:lnTo>
                <a:cubicBezTo>
                  <a:pt x="13859307" y="3269187"/>
                  <a:pt x="13858732" y="3266316"/>
                  <a:pt x="13857584" y="3263445"/>
                </a:cubicBezTo>
                <a:cubicBezTo>
                  <a:pt x="13854139" y="3255407"/>
                  <a:pt x="13846101" y="3249092"/>
                  <a:pt x="13836341" y="3249092"/>
                </a:cubicBezTo>
                <a:cubicBezTo>
                  <a:pt x="13826579" y="3249092"/>
                  <a:pt x="13818542" y="3254833"/>
                  <a:pt x="13815096" y="3263445"/>
                </a:cubicBezTo>
                <a:cubicBezTo>
                  <a:pt x="13813948" y="3266316"/>
                  <a:pt x="13813375" y="3269187"/>
                  <a:pt x="13813375" y="3272632"/>
                </a:cubicBezTo>
                <a:lnTo>
                  <a:pt x="13813375" y="3272632"/>
                </a:lnTo>
                <a:cubicBezTo>
                  <a:pt x="13813375" y="3285263"/>
                  <a:pt x="13823709" y="3295598"/>
                  <a:pt x="13836341" y="3295598"/>
                </a:cubicBezTo>
                <a:close/>
                <a:moveTo>
                  <a:pt x="13922463" y="3295598"/>
                </a:moveTo>
                <a:cubicBezTo>
                  <a:pt x="13935094" y="3295598"/>
                  <a:pt x="13945429" y="3285263"/>
                  <a:pt x="13945429" y="3272632"/>
                </a:cubicBezTo>
                <a:cubicBezTo>
                  <a:pt x="13945429" y="3260000"/>
                  <a:pt x="13935094" y="3249666"/>
                  <a:pt x="13922463" y="3249666"/>
                </a:cubicBezTo>
                <a:cubicBezTo>
                  <a:pt x="13909831" y="3249666"/>
                  <a:pt x="13899497" y="3260000"/>
                  <a:pt x="13899497" y="3272632"/>
                </a:cubicBezTo>
                <a:cubicBezTo>
                  <a:pt x="13899497" y="3285263"/>
                  <a:pt x="13909831" y="3295598"/>
                  <a:pt x="13922463" y="3295598"/>
                </a:cubicBezTo>
                <a:close/>
                <a:moveTo>
                  <a:pt x="14008010" y="2984410"/>
                </a:moveTo>
                <a:cubicBezTo>
                  <a:pt x="14020641" y="2984410"/>
                  <a:pt x="14030976" y="2974076"/>
                  <a:pt x="14030976" y="2961445"/>
                </a:cubicBezTo>
                <a:cubicBezTo>
                  <a:pt x="14030976" y="2948813"/>
                  <a:pt x="14020641" y="2938479"/>
                  <a:pt x="14008010" y="2938479"/>
                </a:cubicBezTo>
                <a:cubicBezTo>
                  <a:pt x="13995379" y="2938479"/>
                  <a:pt x="13985044" y="2948813"/>
                  <a:pt x="13985044" y="2961445"/>
                </a:cubicBezTo>
                <a:cubicBezTo>
                  <a:pt x="13985044" y="2974076"/>
                  <a:pt x="13995379" y="2984410"/>
                  <a:pt x="14008010" y="2984410"/>
                </a:cubicBezTo>
                <a:close/>
                <a:moveTo>
                  <a:pt x="13985044" y="2754178"/>
                </a:moveTo>
                <a:cubicBezTo>
                  <a:pt x="13985044" y="2766809"/>
                  <a:pt x="13995379" y="2777144"/>
                  <a:pt x="14008010" y="2777144"/>
                </a:cubicBezTo>
                <a:cubicBezTo>
                  <a:pt x="14020641" y="2777144"/>
                  <a:pt x="14030976" y="2766809"/>
                  <a:pt x="14030976" y="2754178"/>
                </a:cubicBezTo>
                <a:cubicBezTo>
                  <a:pt x="14030976" y="2741547"/>
                  <a:pt x="14020641" y="2731212"/>
                  <a:pt x="14008010" y="2731212"/>
                </a:cubicBezTo>
                <a:cubicBezTo>
                  <a:pt x="13995379" y="2731212"/>
                  <a:pt x="13985044" y="2741547"/>
                  <a:pt x="13985044" y="2754178"/>
                </a:cubicBezTo>
                <a:close/>
                <a:moveTo>
                  <a:pt x="14008010" y="2881064"/>
                </a:moveTo>
                <a:cubicBezTo>
                  <a:pt x="14020641" y="2881064"/>
                  <a:pt x="14030976" y="2870730"/>
                  <a:pt x="14030976" y="2858098"/>
                </a:cubicBezTo>
                <a:cubicBezTo>
                  <a:pt x="14030976" y="2845467"/>
                  <a:pt x="14020641" y="2835133"/>
                  <a:pt x="14008010" y="2835133"/>
                </a:cubicBezTo>
                <a:cubicBezTo>
                  <a:pt x="13995379" y="2835133"/>
                  <a:pt x="13985044" y="2845467"/>
                  <a:pt x="13985044" y="2858098"/>
                </a:cubicBezTo>
                <a:cubicBezTo>
                  <a:pt x="13985044" y="2870730"/>
                  <a:pt x="13995379" y="2881064"/>
                  <a:pt x="14008010" y="2881064"/>
                </a:cubicBezTo>
                <a:close/>
                <a:moveTo>
                  <a:pt x="14008010" y="3191677"/>
                </a:moveTo>
                <a:cubicBezTo>
                  <a:pt x="14020641" y="3191677"/>
                  <a:pt x="14030976" y="3181342"/>
                  <a:pt x="14030976" y="3168711"/>
                </a:cubicBezTo>
                <a:cubicBezTo>
                  <a:pt x="14030976" y="3156080"/>
                  <a:pt x="14020641" y="3145745"/>
                  <a:pt x="14008010" y="3145745"/>
                </a:cubicBezTo>
                <a:cubicBezTo>
                  <a:pt x="13995379" y="3145745"/>
                  <a:pt x="13985044" y="3156080"/>
                  <a:pt x="13985044" y="3168711"/>
                </a:cubicBezTo>
                <a:cubicBezTo>
                  <a:pt x="13985044" y="3181342"/>
                  <a:pt x="13995379" y="3191677"/>
                  <a:pt x="14008010" y="3191677"/>
                </a:cubicBezTo>
                <a:close/>
                <a:moveTo>
                  <a:pt x="14008010" y="3088331"/>
                </a:moveTo>
                <a:cubicBezTo>
                  <a:pt x="14020641" y="3088331"/>
                  <a:pt x="14030976" y="3077996"/>
                  <a:pt x="14030976" y="3065365"/>
                </a:cubicBezTo>
                <a:cubicBezTo>
                  <a:pt x="14030976" y="3052734"/>
                  <a:pt x="14020641" y="3042399"/>
                  <a:pt x="14008010" y="3042399"/>
                </a:cubicBezTo>
                <a:cubicBezTo>
                  <a:pt x="13995379" y="3042399"/>
                  <a:pt x="13985044" y="3052734"/>
                  <a:pt x="13985044" y="3065365"/>
                </a:cubicBezTo>
                <a:cubicBezTo>
                  <a:pt x="13985044" y="3077996"/>
                  <a:pt x="13995379" y="3088331"/>
                  <a:pt x="14008010" y="3088331"/>
                </a:cubicBezTo>
                <a:close/>
                <a:moveTo>
                  <a:pt x="13922463" y="2881064"/>
                </a:moveTo>
                <a:cubicBezTo>
                  <a:pt x="13935094" y="2881064"/>
                  <a:pt x="13945429" y="2870730"/>
                  <a:pt x="13945429" y="2858098"/>
                </a:cubicBezTo>
                <a:cubicBezTo>
                  <a:pt x="13945429" y="2845467"/>
                  <a:pt x="13935094" y="2835133"/>
                  <a:pt x="13922463" y="2835133"/>
                </a:cubicBezTo>
                <a:cubicBezTo>
                  <a:pt x="13909831" y="2835133"/>
                  <a:pt x="13899497" y="2845467"/>
                  <a:pt x="13899497" y="2858098"/>
                </a:cubicBezTo>
                <a:cubicBezTo>
                  <a:pt x="13899497" y="2870730"/>
                  <a:pt x="13909831" y="2881064"/>
                  <a:pt x="13922463" y="2881064"/>
                </a:cubicBezTo>
                <a:close/>
                <a:moveTo>
                  <a:pt x="13836341" y="2777718"/>
                </a:moveTo>
                <a:cubicBezTo>
                  <a:pt x="13848972" y="2777718"/>
                  <a:pt x="13859307" y="2767383"/>
                  <a:pt x="13859307" y="2754752"/>
                </a:cubicBezTo>
                <a:lnTo>
                  <a:pt x="13859307" y="2754752"/>
                </a:lnTo>
                <a:cubicBezTo>
                  <a:pt x="13859307" y="2751307"/>
                  <a:pt x="13858732" y="2748436"/>
                  <a:pt x="13857584" y="2745566"/>
                </a:cubicBezTo>
                <a:cubicBezTo>
                  <a:pt x="13854139" y="2737528"/>
                  <a:pt x="13846101" y="2731212"/>
                  <a:pt x="13836341" y="2731212"/>
                </a:cubicBezTo>
                <a:cubicBezTo>
                  <a:pt x="13826579" y="2731212"/>
                  <a:pt x="13818542" y="2736953"/>
                  <a:pt x="13815096" y="2745566"/>
                </a:cubicBezTo>
                <a:cubicBezTo>
                  <a:pt x="13813948" y="2748436"/>
                  <a:pt x="13813375" y="2751307"/>
                  <a:pt x="13813375" y="2754752"/>
                </a:cubicBezTo>
                <a:lnTo>
                  <a:pt x="13813375" y="2754752"/>
                </a:lnTo>
                <a:cubicBezTo>
                  <a:pt x="13813375" y="2767383"/>
                  <a:pt x="13823709" y="2777718"/>
                  <a:pt x="13836341" y="2777718"/>
                </a:cubicBezTo>
                <a:close/>
                <a:moveTo>
                  <a:pt x="13922463" y="3088331"/>
                </a:moveTo>
                <a:cubicBezTo>
                  <a:pt x="13935094" y="3088331"/>
                  <a:pt x="13945429" y="3077996"/>
                  <a:pt x="13945429" y="3065365"/>
                </a:cubicBezTo>
                <a:cubicBezTo>
                  <a:pt x="13945429" y="3052734"/>
                  <a:pt x="13935094" y="3042399"/>
                  <a:pt x="13922463" y="3042399"/>
                </a:cubicBezTo>
                <a:cubicBezTo>
                  <a:pt x="13909831" y="3042399"/>
                  <a:pt x="13899497" y="3052734"/>
                  <a:pt x="13899497" y="3065365"/>
                </a:cubicBezTo>
                <a:cubicBezTo>
                  <a:pt x="13899497" y="3077996"/>
                  <a:pt x="13909831" y="3088331"/>
                  <a:pt x="13922463" y="3088331"/>
                </a:cubicBezTo>
                <a:close/>
                <a:moveTo>
                  <a:pt x="13836341" y="3191677"/>
                </a:moveTo>
                <a:cubicBezTo>
                  <a:pt x="13848972" y="3191677"/>
                  <a:pt x="13859307" y="3181342"/>
                  <a:pt x="13859307" y="3168711"/>
                </a:cubicBezTo>
                <a:lnTo>
                  <a:pt x="13859307" y="3168711"/>
                </a:lnTo>
                <a:cubicBezTo>
                  <a:pt x="13859307" y="3165266"/>
                  <a:pt x="13858732" y="3162396"/>
                  <a:pt x="13857584" y="3159525"/>
                </a:cubicBezTo>
                <a:cubicBezTo>
                  <a:pt x="13854139" y="3151487"/>
                  <a:pt x="13846101" y="3145171"/>
                  <a:pt x="13836341" y="3145171"/>
                </a:cubicBezTo>
                <a:cubicBezTo>
                  <a:pt x="13826579" y="3145171"/>
                  <a:pt x="13830025" y="3145745"/>
                  <a:pt x="13827154" y="3146894"/>
                </a:cubicBezTo>
                <a:cubicBezTo>
                  <a:pt x="13821413" y="3149190"/>
                  <a:pt x="13817394" y="3153783"/>
                  <a:pt x="13815096" y="3158951"/>
                </a:cubicBezTo>
                <a:cubicBezTo>
                  <a:pt x="13813948" y="3161821"/>
                  <a:pt x="13813375" y="3164692"/>
                  <a:pt x="13813375" y="3168137"/>
                </a:cubicBezTo>
                <a:cubicBezTo>
                  <a:pt x="13813375" y="3180768"/>
                  <a:pt x="13823709" y="3191103"/>
                  <a:pt x="13836341" y="3191103"/>
                </a:cubicBezTo>
                <a:close/>
                <a:moveTo>
                  <a:pt x="13922463" y="3191677"/>
                </a:moveTo>
                <a:cubicBezTo>
                  <a:pt x="13935094" y="3191677"/>
                  <a:pt x="13945429" y="3181342"/>
                  <a:pt x="13945429" y="3168711"/>
                </a:cubicBezTo>
                <a:cubicBezTo>
                  <a:pt x="13945429" y="3156080"/>
                  <a:pt x="13935094" y="3145745"/>
                  <a:pt x="13922463" y="3145745"/>
                </a:cubicBezTo>
                <a:cubicBezTo>
                  <a:pt x="13909831" y="3145745"/>
                  <a:pt x="13899497" y="3156080"/>
                  <a:pt x="13899497" y="3168711"/>
                </a:cubicBezTo>
                <a:cubicBezTo>
                  <a:pt x="13899497" y="3181342"/>
                  <a:pt x="13909831" y="3191677"/>
                  <a:pt x="13922463" y="3191677"/>
                </a:cubicBezTo>
                <a:close/>
                <a:moveTo>
                  <a:pt x="13922463" y="2777718"/>
                </a:moveTo>
                <a:cubicBezTo>
                  <a:pt x="13935094" y="2777718"/>
                  <a:pt x="13945429" y="2767383"/>
                  <a:pt x="13945429" y="2754752"/>
                </a:cubicBezTo>
                <a:cubicBezTo>
                  <a:pt x="13945429" y="2742121"/>
                  <a:pt x="13935094" y="2731786"/>
                  <a:pt x="13922463" y="2731786"/>
                </a:cubicBezTo>
                <a:cubicBezTo>
                  <a:pt x="13909831" y="2731786"/>
                  <a:pt x="13899497" y="2742121"/>
                  <a:pt x="13899497" y="2754752"/>
                </a:cubicBezTo>
                <a:cubicBezTo>
                  <a:pt x="13899497" y="2767383"/>
                  <a:pt x="13909831" y="2777718"/>
                  <a:pt x="13922463" y="2777718"/>
                </a:cubicBezTo>
                <a:close/>
                <a:moveTo>
                  <a:pt x="13922463" y="2984410"/>
                </a:moveTo>
                <a:cubicBezTo>
                  <a:pt x="13935094" y="2984410"/>
                  <a:pt x="13945429" y="2974076"/>
                  <a:pt x="13945429" y="2961445"/>
                </a:cubicBezTo>
                <a:cubicBezTo>
                  <a:pt x="13945429" y="2948813"/>
                  <a:pt x="13935094" y="2938479"/>
                  <a:pt x="13922463" y="2938479"/>
                </a:cubicBezTo>
                <a:cubicBezTo>
                  <a:pt x="13909831" y="2938479"/>
                  <a:pt x="13899497" y="2948813"/>
                  <a:pt x="13899497" y="2961445"/>
                </a:cubicBezTo>
                <a:cubicBezTo>
                  <a:pt x="13899497" y="2974076"/>
                  <a:pt x="13909831" y="2984410"/>
                  <a:pt x="13922463" y="2984410"/>
                </a:cubicBezTo>
                <a:close/>
                <a:moveTo>
                  <a:pt x="13836341" y="2984410"/>
                </a:moveTo>
                <a:cubicBezTo>
                  <a:pt x="13848972" y="2984410"/>
                  <a:pt x="13859307" y="2974076"/>
                  <a:pt x="13859307" y="2961445"/>
                </a:cubicBezTo>
                <a:lnTo>
                  <a:pt x="13859307" y="2961445"/>
                </a:lnTo>
                <a:cubicBezTo>
                  <a:pt x="13859307" y="2958000"/>
                  <a:pt x="13858732" y="2955129"/>
                  <a:pt x="13857584" y="2952258"/>
                </a:cubicBezTo>
                <a:cubicBezTo>
                  <a:pt x="13854139" y="2944220"/>
                  <a:pt x="13846101" y="2937904"/>
                  <a:pt x="13836341" y="2937904"/>
                </a:cubicBezTo>
                <a:cubicBezTo>
                  <a:pt x="13826579" y="2937904"/>
                  <a:pt x="13818542" y="2943646"/>
                  <a:pt x="13815096" y="2952258"/>
                </a:cubicBezTo>
                <a:cubicBezTo>
                  <a:pt x="13813948" y="2955129"/>
                  <a:pt x="13813375" y="2958000"/>
                  <a:pt x="13813375" y="2961445"/>
                </a:cubicBezTo>
                <a:lnTo>
                  <a:pt x="13813375" y="2961445"/>
                </a:lnTo>
                <a:cubicBezTo>
                  <a:pt x="13813375" y="2974076"/>
                  <a:pt x="13823709" y="2984410"/>
                  <a:pt x="13836341" y="2984410"/>
                </a:cubicBezTo>
                <a:close/>
                <a:moveTo>
                  <a:pt x="13836341" y="2881064"/>
                </a:moveTo>
                <a:cubicBezTo>
                  <a:pt x="13846101" y="2881064"/>
                  <a:pt x="13854139" y="2875323"/>
                  <a:pt x="13857584" y="2866711"/>
                </a:cubicBezTo>
                <a:cubicBezTo>
                  <a:pt x="13858732" y="2863840"/>
                  <a:pt x="13859307" y="2860969"/>
                  <a:pt x="13859307" y="2857524"/>
                </a:cubicBezTo>
                <a:cubicBezTo>
                  <a:pt x="13859307" y="2844893"/>
                  <a:pt x="13848972" y="2834558"/>
                  <a:pt x="13836341" y="2834558"/>
                </a:cubicBezTo>
                <a:cubicBezTo>
                  <a:pt x="13823709" y="2834558"/>
                  <a:pt x="13813375" y="2844893"/>
                  <a:pt x="13813375" y="2857524"/>
                </a:cubicBezTo>
                <a:cubicBezTo>
                  <a:pt x="13813375" y="2870155"/>
                  <a:pt x="13813948" y="2863840"/>
                  <a:pt x="13815096" y="2866711"/>
                </a:cubicBezTo>
                <a:cubicBezTo>
                  <a:pt x="13818542" y="2874748"/>
                  <a:pt x="13826579" y="2881064"/>
                  <a:pt x="13836341" y="2881064"/>
                </a:cubicBezTo>
                <a:close/>
                <a:moveTo>
                  <a:pt x="13836341" y="3088331"/>
                </a:moveTo>
                <a:cubicBezTo>
                  <a:pt x="13846101" y="3088331"/>
                  <a:pt x="13854139" y="3082589"/>
                  <a:pt x="13857584" y="3073977"/>
                </a:cubicBezTo>
                <a:cubicBezTo>
                  <a:pt x="13858732" y="3071106"/>
                  <a:pt x="13859307" y="3068236"/>
                  <a:pt x="13859307" y="3064791"/>
                </a:cubicBezTo>
                <a:cubicBezTo>
                  <a:pt x="13859307" y="3052160"/>
                  <a:pt x="13848972" y="3041825"/>
                  <a:pt x="13836341" y="3041825"/>
                </a:cubicBezTo>
                <a:cubicBezTo>
                  <a:pt x="13823709" y="3041825"/>
                  <a:pt x="13813375" y="3052160"/>
                  <a:pt x="13813375" y="3064791"/>
                </a:cubicBezTo>
                <a:cubicBezTo>
                  <a:pt x="13813375" y="3077422"/>
                  <a:pt x="13813948" y="3071106"/>
                  <a:pt x="13815096" y="3073977"/>
                </a:cubicBezTo>
                <a:cubicBezTo>
                  <a:pt x="13818542" y="3082015"/>
                  <a:pt x="13826579" y="3088331"/>
                  <a:pt x="13836341" y="3088331"/>
                </a:cubicBezTo>
                <a:close/>
                <a:moveTo>
                  <a:pt x="6151399" y="356545"/>
                </a:moveTo>
                <a:cubicBezTo>
                  <a:pt x="6164030" y="356545"/>
                  <a:pt x="6174364" y="346210"/>
                  <a:pt x="6174364" y="333579"/>
                </a:cubicBezTo>
                <a:cubicBezTo>
                  <a:pt x="6174364" y="320948"/>
                  <a:pt x="6164030" y="310613"/>
                  <a:pt x="6151399" y="310613"/>
                </a:cubicBezTo>
                <a:cubicBezTo>
                  <a:pt x="6138768" y="310613"/>
                  <a:pt x="6128433" y="320948"/>
                  <a:pt x="6128433" y="333579"/>
                </a:cubicBezTo>
                <a:cubicBezTo>
                  <a:pt x="6128433" y="346210"/>
                  <a:pt x="6138768" y="356545"/>
                  <a:pt x="6151399" y="356545"/>
                </a:cubicBezTo>
                <a:close/>
                <a:moveTo>
                  <a:pt x="6065851" y="253198"/>
                </a:moveTo>
                <a:cubicBezTo>
                  <a:pt x="6078482" y="253198"/>
                  <a:pt x="6088817" y="242864"/>
                  <a:pt x="6088817" y="230233"/>
                </a:cubicBezTo>
                <a:cubicBezTo>
                  <a:pt x="6088817" y="217601"/>
                  <a:pt x="6078482" y="207267"/>
                  <a:pt x="6065851" y="207267"/>
                </a:cubicBezTo>
                <a:cubicBezTo>
                  <a:pt x="6053220" y="207267"/>
                  <a:pt x="6042885" y="217601"/>
                  <a:pt x="6042885" y="230233"/>
                </a:cubicBezTo>
                <a:cubicBezTo>
                  <a:pt x="6042885" y="242864"/>
                  <a:pt x="6053220" y="253198"/>
                  <a:pt x="6065851" y="253198"/>
                </a:cubicBezTo>
                <a:close/>
                <a:moveTo>
                  <a:pt x="6065851" y="149278"/>
                </a:moveTo>
                <a:cubicBezTo>
                  <a:pt x="6078482" y="149278"/>
                  <a:pt x="6088817" y="138943"/>
                  <a:pt x="6088817" y="126312"/>
                </a:cubicBezTo>
                <a:cubicBezTo>
                  <a:pt x="6088817" y="113681"/>
                  <a:pt x="6078482" y="103346"/>
                  <a:pt x="6065851" y="103346"/>
                </a:cubicBezTo>
                <a:cubicBezTo>
                  <a:pt x="6053220" y="103346"/>
                  <a:pt x="6042885" y="113681"/>
                  <a:pt x="6042885" y="126312"/>
                </a:cubicBezTo>
                <a:cubicBezTo>
                  <a:pt x="6042885" y="138943"/>
                  <a:pt x="6053220" y="149278"/>
                  <a:pt x="6065851" y="149278"/>
                </a:cubicBezTo>
                <a:close/>
                <a:moveTo>
                  <a:pt x="6151399" y="460465"/>
                </a:moveTo>
                <a:cubicBezTo>
                  <a:pt x="6164030" y="460465"/>
                  <a:pt x="6174364" y="450130"/>
                  <a:pt x="6174364" y="437499"/>
                </a:cubicBezTo>
                <a:cubicBezTo>
                  <a:pt x="6174364" y="424868"/>
                  <a:pt x="6164030" y="414533"/>
                  <a:pt x="6151399" y="414533"/>
                </a:cubicBezTo>
                <a:cubicBezTo>
                  <a:pt x="6138768" y="414533"/>
                  <a:pt x="6128433" y="424868"/>
                  <a:pt x="6128433" y="437499"/>
                </a:cubicBezTo>
                <a:cubicBezTo>
                  <a:pt x="6128433" y="450130"/>
                  <a:pt x="6138768" y="460465"/>
                  <a:pt x="6151399" y="460465"/>
                </a:cubicBezTo>
                <a:close/>
                <a:moveTo>
                  <a:pt x="6065851" y="45932"/>
                </a:moveTo>
                <a:cubicBezTo>
                  <a:pt x="6078482" y="45932"/>
                  <a:pt x="6088817" y="35597"/>
                  <a:pt x="6088817" y="22966"/>
                </a:cubicBezTo>
                <a:cubicBezTo>
                  <a:pt x="6088817" y="10335"/>
                  <a:pt x="6078482" y="0"/>
                  <a:pt x="6065851" y="0"/>
                </a:cubicBezTo>
                <a:cubicBezTo>
                  <a:pt x="6053220" y="0"/>
                  <a:pt x="6042885" y="10335"/>
                  <a:pt x="6042885" y="22966"/>
                </a:cubicBezTo>
                <a:cubicBezTo>
                  <a:pt x="6042885" y="35597"/>
                  <a:pt x="6053220" y="45932"/>
                  <a:pt x="6065851" y="45932"/>
                </a:cubicBezTo>
                <a:close/>
                <a:moveTo>
                  <a:pt x="6151399" y="149278"/>
                </a:moveTo>
                <a:cubicBezTo>
                  <a:pt x="6164030" y="149278"/>
                  <a:pt x="6174364" y="138943"/>
                  <a:pt x="6174364" y="126312"/>
                </a:cubicBezTo>
                <a:cubicBezTo>
                  <a:pt x="6174364" y="113681"/>
                  <a:pt x="6164030" y="103346"/>
                  <a:pt x="6151399" y="103346"/>
                </a:cubicBezTo>
                <a:cubicBezTo>
                  <a:pt x="6138768" y="103346"/>
                  <a:pt x="6128433" y="113681"/>
                  <a:pt x="6128433" y="126312"/>
                </a:cubicBezTo>
                <a:cubicBezTo>
                  <a:pt x="6128433" y="138943"/>
                  <a:pt x="6138768" y="149278"/>
                  <a:pt x="6151399" y="149278"/>
                </a:cubicBezTo>
                <a:close/>
                <a:moveTo>
                  <a:pt x="6151399" y="253198"/>
                </a:moveTo>
                <a:cubicBezTo>
                  <a:pt x="6164030" y="253198"/>
                  <a:pt x="6174364" y="242864"/>
                  <a:pt x="6174364" y="230233"/>
                </a:cubicBezTo>
                <a:cubicBezTo>
                  <a:pt x="6174364" y="217601"/>
                  <a:pt x="6164030" y="207267"/>
                  <a:pt x="6151399" y="207267"/>
                </a:cubicBezTo>
                <a:cubicBezTo>
                  <a:pt x="6138768" y="207267"/>
                  <a:pt x="6128433" y="217601"/>
                  <a:pt x="6128433" y="230233"/>
                </a:cubicBezTo>
                <a:cubicBezTo>
                  <a:pt x="6128433" y="242864"/>
                  <a:pt x="6138768" y="253198"/>
                  <a:pt x="6151399" y="253198"/>
                </a:cubicBezTo>
                <a:close/>
                <a:moveTo>
                  <a:pt x="6151399" y="45932"/>
                </a:moveTo>
                <a:cubicBezTo>
                  <a:pt x="6164030" y="45932"/>
                  <a:pt x="6174364" y="35597"/>
                  <a:pt x="6174364" y="22966"/>
                </a:cubicBezTo>
                <a:cubicBezTo>
                  <a:pt x="6174364" y="10335"/>
                  <a:pt x="6164030" y="0"/>
                  <a:pt x="6151399" y="0"/>
                </a:cubicBezTo>
                <a:cubicBezTo>
                  <a:pt x="6138768" y="0"/>
                  <a:pt x="6128433" y="10335"/>
                  <a:pt x="6128433" y="22966"/>
                </a:cubicBezTo>
                <a:cubicBezTo>
                  <a:pt x="6128433" y="35597"/>
                  <a:pt x="6138768" y="45932"/>
                  <a:pt x="6151399" y="45932"/>
                </a:cubicBezTo>
                <a:close/>
                <a:moveTo>
                  <a:pt x="6065851" y="356545"/>
                </a:moveTo>
                <a:cubicBezTo>
                  <a:pt x="6078482" y="356545"/>
                  <a:pt x="6088817" y="346210"/>
                  <a:pt x="6088817" y="333579"/>
                </a:cubicBezTo>
                <a:cubicBezTo>
                  <a:pt x="6088817" y="320948"/>
                  <a:pt x="6078482" y="310613"/>
                  <a:pt x="6065851" y="310613"/>
                </a:cubicBezTo>
                <a:cubicBezTo>
                  <a:pt x="6053220" y="310613"/>
                  <a:pt x="6042885" y="320948"/>
                  <a:pt x="6042885" y="333579"/>
                </a:cubicBezTo>
                <a:cubicBezTo>
                  <a:pt x="6042885" y="346210"/>
                  <a:pt x="6053220" y="356545"/>
                  <a:pt x="6065851" y="356545"/>
                </a:cubicBezTo>
                <a:close/>
                <a:moveTo>
                  <a:pt x="6065851" y="460465"/>
                </a:moveTo>
                <a:cubicBezTo>
                  <a:pt x="6078482" y="460465"/>
                  <a:pt x="6088817" y="450130"/>
                  <a:pt x="6088817" y="437499"/>
                </a:cubicBezTo>
                <a:cubicBezTo>
                  <a:pt x="6088817" y="424868"/>
                  <a:pt x="6078482" y="414533"/>
                  <a:pt x="6065851" y="414533"/>
                </a:cubicBezTo>
                <a:cubicBezTo>
                  <a:pt x="6053220" y="414533"/>
                  <a:pt x="6042885" y="424868"/>
                  <a:pt x="6042885" y="437499"/>
                </a:cubicBezTo>
                <a:cubicBezTo>
                  <a:pt x="6042885" y="450130"/>
                  <a:pt x="6053220" y="460465"/>
                  <a:pt x="6065851" y="460465"/>
                </a:cubicBezTo>
                <a:close/>
                <a:moveTo>
                  <a:pt x="14180829" y="4288296"/>
                </a:moveTo>
                <a:lnTo>
                  <a:pt x="13927630" y="4288296"/>
                </a:lnTo>
                <a:lnTo>
                  <a:pt x="13927630" y="4324467"/>
                </a:lnTo>
                <a:lnTo>
                  <a:pt x="14180829" y="4324467"/>
                </a:lnTo>
                <a:lnTo>
                  <a:pt x="14180829" y="4288296"/>
                </a:lnTo>
                <a:close/>
                <a:moveTo>
                  <a:pt x="13928204" y="4390494"/>
                </a:moveTo>
                <a:lnTo>
                  <a:pt x="14181402" y="4390494"/>
                </a:lnTo>
                <a:lnTo>
                  <a:pt x="14181402" y="4354322"/>
                </a:lnTo>
                <a:lnTo>
                  <a:pt x="13928204" y="4354322"/>
                </a:lnTo>
                <a:lnTo>
                  <a:pt x="13928204" y="4390494"/>
                </a:lnTo>
                <a:close/>
                <a:moveTo>
                  <a:pt x="14532205" y="4288296"/>
                </a:moveTo>
                <a:lnTo>
                  <a:pt x="14279007" y="4288296"/>
                </a:lnTo>
                <a:lnTo>
                  <a:pt x="14279007" y="4324467"/>
                </a:lnTo>
                <a:lnTo>
                  <a:pt x="14532205" y="4324467"/>
                </a:lnTo>
                <a:lnTo>
                  <a:pt x="14532205" y="4288296"/>
                </a:lnTo>
                <a:close/>
                <a:moveTo>
                  <a:pt x="14279007" y="4390494"/>
                </a:moveTo>
                <a:lnTo>
                  <a:pt x="14532205" y="4390494"/>
                </a:lnTo>
                <a:lnTo>
                  <a:pt x="14532205" y="4354322"/>
                </a:lnTo>
                <a:lnTo>
                  <a:pt x="14279007" y="4354322"/>
                </a:lnTo>
                <a:lnTo>
                  <a:pt x="14279007" y="4390494"/>
                </a:lnTo>
                <a:close/>
                <a:moveTo>
                  <a:pt x="14630384" y="4323893"/>
                </a:moveTo>
                <a:lnTo>
                  <a:pt x="14883582" y="4323893"/>
                </a:lnTo>
                <a:lnTo>
                  <a:pt x="14883582" y="4287722"/>
                </a:lnTo>
                <a:lnTo>
                  <a:pt x="14630384" y="4287722"/>
                </a:lnTo>
                <a:lnTo>
                  <a:pt x="14630384" y="4323893"/>
                </a:lnTo>
                <a:close/>
                <a:moveTo>
                  <a:pt x="14630384" y="4390494"/>
                </a:moveTo>
                <a:lnTo>
                  <a:pt x="14883582" y="4390494"/>
                </a:lnTo>
                <a:lnTo>
                  <a:pt x="14883582" y="4354322"/>
                </a:lnTo>
                <a:lnTo>
                  <a:pt x="14630384" y="4354322"/>
                </a:lnTo>
                <a:lnTo>
                  <a:pt x="14630384" y="4390494"/>
                </a:lnTo>
                <a:close/>
                <a:moveTo>
                  <a:pt x="3996055" y="2281082"/>
                </a:moveTo>
                <a:lnTo>
                  <a:pt x="4249254" y="2281082"/>
                </a:lnTo>
                <a:lnTo>
                  <a:pt x="4249254" y="2244911"/>
                </a:lnTo>
                <a:lnTo>
                  <a:pt x="3996055" y="2244911"/>
                </a:lnTo>
                <a:lnTo>
                  <a:pt x="3996055" y="2281082"/>
                </a:lnTo>
                <a:close/>
                <a:moveTo>
                  <a:pt x="3996055" y="2347109"/>
                </a:moveTo>
                <a:lnTo>
                  <a:pt x="4249254" y="2347109"/>
                </a:lnTo>
                <a:lnTo>
                  <a:pt x="4249254" y="2310937"/>
                </a:lnTo>
                <a:lnTo>
                  <a:pt x="3996055" y="2310937"/>
                </a:lnTo>
                <a:lnTo>
                  <a:pt x="3996055" y="2347109"/>
                </a:lnTo>
                <a:close/>
                <a:moveTo>
                  <a:pt x="4600631" y="2244911"/>
                </a:moveTo>
                <a:lnTo>
                  <a:pt x="4347433" y="2244911"/>
                </a:lnTo>
                <a:lnTo>
                  <a:pt x="4347433" y="2281082"/>
                </a:lnTo>
                <a:lnTo>
                  <a:pt x="4600631" y="2281082"/>
                </a:lnTo>
                <a:lnTo>
                  <a:pt x="4600631" y="2244911"/>
                </a:lnTo>
                <a:close/>
                <a:moveTo>
                  <a:pt x="4600631" y="2311511"/>
                </a:moveTo>
                <a:lnTo>
                  <a:pt x="4347433" y="2311511"/>
                </a:lnTo>
                <a:lnTo>
                  <a:pt x="4347433" y="2347683"/>
                </a:lnTo>
                <a:lnTo>
                  <a:pt x="4600631" y="2347683"/>
                </a:lnTo>
                <a:lnTo>
                  <a:pt x="4600631" y="2311511"/>
                </a:lnTo>
                <a:close/>
                <a:moveTo>
                  <a:pt x="4951434" y="2244911"/>
                </a:moveTo>
                <a:lnTo>
                  <a:pt x="4698236" y="2244911"/>
                </a:lnTo>
                <a:lnTo>
                  <a:pt x="4698236" y="2281082"/>
                </a:lnTo>
                <a:lnTo>
                  <a:pt x="4951434" y="2281082"/>
                </a:lnTo>
                <a:lnTo>
                  <a:pt x="4951434" y="2244911"/>
                </a:lnTo>
                <a:close/>
                <a:moveTo>
                  <a:pt x="4698236" y="2347109"/>
                </a:moveTo>
                <a:lnTo>
                  <a:pt x="4951434" y="2347109"/>
                </a:lnTo>
                <a:lnTo>
                  <a:pt x="4951434" y="2310937"/>
                </a:lnTo>
                <a:lnTo>
                  <a:pt x="4698236" y="2310937"/>
                </a:lnTo>
                <a:lnTo>
                  <a:pt x="4698236" y="2347109"/>
                </a:lnTo>
                <a:close/>
                <a:moveTo>
                  <a:pt x="10147453" y="7215865"/>
                </a:moveTo>
                <a:lnTo>
                  <a:pt x="10400652" y="7215865"/>
                </a:lnTo>
                <a:lnTo>
                  <a:pt x="10400652" y="7179694"/>
                </a:lnTo>
                <a:lnTo>
                  <a:pt x="10147453" y="7179694"/>
                </a:lnTo>
                <a:lnTo>
                  <a:pt x="10147453" y="7215865"/>
                </a:lnTo>
                <a:close/>
                <a:moveTo>
                  <a:pt x="10147453" y="7282467"/>
                </a:moveTo>
                <a:lnTo>
                  <a:pt x="10400652" y="7282467"/>
                </a:lnTo>
                <a:lnTo>
                  <a:pt x="10400652" y="7246295"/>
                </a:lnTo>
                <a:lnTo>
                  <a:pt x="10147453" y="7246295"/>
                </a:lnTo>
                <a:lnTo>
                  <a:pt x="10147453" y="7282467"/>
                </a:lnTo>
                <a:close/>
                <a:moveTo>
                  <a:pt x="665435" y="3138281"/>
                </a:moveTo>
                <a:lnTo>
                  <a:pt x="918633" y="3138281"/>
                </a:lnTo>
                <a:lnTo>
                  <a:pt x="918633" y="3102110"/>
                </a:lnTo>
                <a:lnTo>
                  <a:pt x="665435" y="3102110"/>
                </a:lnTo>
                <a:lnTo>
                  <a:pt x="665435" y="3138281"/>
                </a:lnTo>
                <a:close/>
                <a:moveTo>
                  <a:pt x="665435" y="3204882"/>
                </a:moveTo>
                <a:lnTo>
                  <a:pt x="918633" y="3204882"/>
                </a:lnTo>
                <a:lnTo>
                  <a:pt x="918633" y="3168711"/>
                </a:lnTo>
                <a:lnTo>
                  <a:pt x="665435" y="3168711"/>
                </a:lnTo>
                <a:lnTo>
                  <a:pt x="665435" y="3204882"/>
                </a:lnTo>
                <a:close/>
                <a:moveTo>
                  <a:pt x="5844231" y="5953319"/>
                </a:moveTo>
                <a:lnTo>
                  <a:pt x="6097429" y="5953319"/>
                </a:lnTo>
                <a:lnTo>
                  <a:pt x="6097429" y="5917148"/>
                </a:lnTo>
                <a:lnTo>
                  <a:pt x="5844231" y="5917148"/>
                </a:lnTo>
                <a:lnTo>
                  <a:pt x="5844231" y="5953319"/>
                </a:lnTo>
                <a:close/>
                <a:moveTo>
                  <a:pt x="5844231" y="6019920"/>
                </a:moveTo>
                <a:lnTo>
                  <a:pt x="6097429" y="6019920"/>
                </a:lnTo>
                <a:lnTo>
                  <a:pt x="6097429" y="5983748"/>
                </a:lnTo>
                <a:lnTo>
                  <a:pt x="5844231" y="5983748"/>
                </a:lnTo>
                <a:lnTo>
                  <a:pt x="5844231" y="6019920"/>
                </a:lnTo>
                <a:close/>
                <a:moveTo>
                  <a:pt x="9073227" y="6654351"/>
                </a:moveTo>
                <a:lnTo>
                  <a:pt x="9271881" y="6654351"/>
                </a:lnTo>
                <a:lnTo>
                  <a:pt x="9271881" y="6618180"/>
                </a:lnTo>
                <a:lnTo>
                  <a:pt x="9073227" y="6618180"/>
                </a:lnTo>
                <a:lnTo>
                  <a:pt x="9073227" y="6654351"/>
                </a:lnTo>
                <a:close/>
                <a:moveTo>
                  <a:pt x="9073227" y="6576841"/>
                </a:moveTo>
                <a:lnTo>
                  <a:pt x="9271881" y="6576841"/>
                </a:lnTo>
                <a:lnTo>
                  <a:pt x="9271881" y="6540670"/>
                </a:lnTo>
                <a:lnTo>
                  <a:pt x="9073227" y="6540670"/>
                </a:lnTo>
                <a:lnTo>
                  <a:pt x="9073227" y="6576841"/>
                </a:lnTo>
                <a:close/>
                <a:moveTo>
                  <a:pt x="9073227" y="6720952"/>
                </a:moveTo>
                <a:lnTo>
                  <a:pt x="9271881" y="6720952"/>
                </a:lnTo>
                <a:lnTo>
                  <a:pt x="9271881" y="6684780"/>
                </a:lnTo>
                <a:lnTo>
                  <a:pt x="9073227" y="6684780"/>
                </a:lnTo>
                <a:lnTo>
                  <a:pt x="9073227" y="6720952"/>
                </a:lnTo>
                <a:close/>
                <a:moveTo>
                  <a:pt x="9073227" y="6366129"/>
                </a:moveTo>
                <a:lnTo>
                  <a:pt x="9271881" y="6366129"/>
                </a:lnTo>
                <a:lnTo>
                  <a:pt x="9271881" y="6329959"/>
                </a:lnTo>
                <a:lnTo>
                  <a:pt x="9073227" y="6329959"/>
                </a:lnTo>
                <a:lnTo>
                  <a:pt x="9073227" y="6366129"/>
                </a:lnTo>
                <a:close/>
                <a:moveTo>
                  <a:pt x="9073227" y="6432731"/>
                </a:moveTo>
                <a:lnTo>
                  <a:pt x="9271881" y="6432731"/>
                </a:lnTo>
                <a:lnTo>
                  <a:pt x="9271881" y="6396559"/>
                </a:lnTo>
                <a:lnTo>
                  <a:pt x="9073227" y="6396559"/>
                </a:lnTo>
                <a:lnTo>
                  <a:pt x="9073227" y="6432731"/>
                </a:lnTo>
                <a:close/>
                <a:moveTo>
                  <a:pt x="9073227" y="6510241"/>
                </a:moveTo>
                <a:lnTo>
                  <a:pt x="9271881" y="6510241"/>
                </a:lnTo>
                <a:lnTo>
                  <a:pt x="9271881" y="6474069"/>
                </a:lnTo>
                <a:lnTo>
                  <a:pt x="9073227" y="6474069"/>
                </a:lnTo>
                <a:lnTo>
                  <a:pt x="9073227" y="6510241"/>
                </a:lnTo>
                <a:close/>
                <a:moveTo>
                  <a:pt x="9364893" y="1242452"/>
                </a:moveTo>
                <a:lnTo>
                  <a:pt x="9220782" y="1242452"/>
                </a:lnTo>
                <a:lnTo>
                  <a:pt x="9220782" y="1268288"/>
                </a:lnTo>
                <a:lnTo>
                  <a:pt x="9364893" y="1268288"/>
                </a:lnTo>
                <a:lnTo>
                  <a:pt x="9364893" y="1242452"/>
                </a:lnTo>
                <a:close/>
                <a:moveTo>
                  <a:pt x="9364893" y="1033463"/>
                </a:moveTo>
                <a:lnTo>
                  <a:pt x="9220782" y="1033463"/>
                </a:lnTo>
                <a:lnTo>
                  <a:pt x="9220782" y="1059299"/>
                </a:lnTo>
                <a:lnTo>
                  <a:pt x="9364893" y="1059299"/>
                </a:lnTo>
                <a:lnTo>
                  <a:pt x="9364893" y="1033463"/>
                </a:lnTo>
                <a:close/>
                <a:moveTo>
                  <a:pt x="9364893" y="1186185"/>
                </a:moveTo>
                <a:lnTo>
                  <a:pt x="9220782" y="1186185"/>
                </a:lnTo>
                <a:lnTo>
                  <a:pt x="9220782" y="1212022"/>
                </a:lnTo>
                <a:lnTo>
                  <a:pt x="9364893" y="1212022"/>
                </a:lnTo>
                <a:lnTo>
                  <a:pt x="9364893" y="1186185"/>
                </a:lnTo>
                <a:close/>
                <a:moveTo>
                  <a:pt x="9364893" y="1137957"/>
                </a:moveTo>
                <a:lnTo>
                  <a:pt x="9220782" y="1137957"/>
                </a:lnTo>
                <a:lnTo>
                  <a:pt x="9220782" y="1163794"/>
                </a:lnTo>
                <a:lnTo>
                  <a:pt x="9364893" y="1163794"/>
                </a:lnTo>
                <a:lnTo>
                  <a:pt x="9364893" y="1137957"/>
                </a:lnTo>
                <a:close/>
                <a:moveTo>
                  <a:pt x="9364893" y="1081691"/>
                </a:moveTo>
                <a:lnTo>
                  <a:pt x="9220782" y="1081691"/>
                </a:lnTo>
                <a:lnTo>
                  <a:pt x="9220782" y="1107527"/>
                </a:lnTo>
                <a:lnTo>
                  <a:pt x="9364893" y="1107527"/>
                </a:lnTo>
                <a:lnTo>
                  <a:pt x="9364893" y="1081691"/>
                </a:lnTo>
                <a:close/>
                <a:moveTo>
                  <a:pt x="9220782" y="1290680"/>
                </a:moveTo>
                <a:lnTo>
                  <a:pt x="9220782" y="1316517"/>
                </a:lnTo>
                <a:lnTo>
                  <a:pt x="9364893" y="1316517"/>
                </a:lnTo>
                <a:lnTo>
                  <a:pt x="9364893" y="1290680"/>
                </a:lnTo>
                <a:lnTo>
                  <a:pt x="9220782" y="1290680"/>
                </a:lnTo>
                <a:close/>
                <a:moveTo>
                  <a:pt x="6629088" y="228510"/>
                </a:moveTo>
                <a:lnTo>
                  <a:pt x="6882287" y="228510"/>
                </a:lnTo>
                <a:lnTo>
                  <a:pt x="6882287" y="192339"/>
                </a:lnTo>
                <a:lnTo>
                  <a:pt x="6629088" y="192339"/>
                </a:lnTo>
                <a:lnTo>
                  <a:pt x="6629088" y="228510"/>
                </a:lnTo>
                <a:close/>
                <a:moveTo>
                  <a:pt x="6629088" y="294537"/>
                </a:moveTo>
                <a:lnTo>
                  <a:pt x="6882287" y="294537"/>
                </a:lnTo>
                <a:lnTo>
                  <a:pt x="6882287" y="258366"/>
                </a:lnTo>
                <a:lnTo>
                  <a:pt x="6629088" y="258366"/>
                </a:lnTo>
                <a:lnTo>
                  <a:pt x="6629088" y="294537"/>
                </a:lnTo>
                <a:close/>
                <a:moveTo>
                  <a:pt x="2945942" y="3386887"/>
                </a:moveTo>
                <a:lnTo>
                  <a:pt x="3013117" y="3386887"/>
                </a:lnTo>
                <a:cubicBezTo>
                  <a:pt x="3033213" y="3386887"/>
                  <a:pt x="3049863" y="3370237"/>
                  <a:pt x="3049863" y="3350141"/>
                </a:cubicBezTo>
                <a:lnTo>
                  <a:pt x="3049863" y="3282966"/>
                </a:lnTo>
                <a:cubicBezTo>
                  <a:pt x="3049863" y="3262871"/>
                  <a:pt x="3033213" y="3246221"/>
                  <a:pt x="3013117" y="3246221"/>
                </a:cubicBezTo>
                <a:lnTo>
                  <a:pt x="2945942" y="3246221"/>
                </a:lnTo>
                <a:cubicBezTo>
                  <a:pt x="2925847" y="3246221"/>
                  <a:pt x="2909197" y="3262871"/>
                  <a:pt x="2909197" y="3282966"/>
                </a:cubicBezTo>
                <a:lnTo>
                  <a:pt x="2909197" y="3350141"/>
                </a:lnTo>
                <a:cubicBezTo>
                  <a:pt x="2909197" y="3370237"/>
                  <a:pt x="2925847" y="3386887"/>
                  <a:pt x="2945942" y="3386887"/>
                </a:cubicBezTo>
                <a:close/>
                <a:moveTo>
                  <a:pt x="3049289" y="3573484"/>
                </a:moveTo>
                <a:lnTo>
                  <a:pt x="3049289" y="3506309"/>
                </a:lnTo>
                <a:cubicBezTo>
                  <a:pt x="3049289" y="3486214"/>
                  <a:pt x="3032639" y="3469564"/>
                  <a:pt x="3012543" y="3469564"/>
                </a:cubicBezTo>
                <a:lnTo>
                  <a:pt x="2945368" y="3469564"/>
                </a:lnTo>
                <a:cubicBezTo>
                  <a:pt x="2925273" y="3469564"/>
                  <a:pt x="2908623" y="3486214"/>
                  <a:pt x="2908623" y="3506309"/>
                </a:cubicBezTo>
                <a:lnTo>
                  <a:pt x="2908623" y="3573484"/>
                </a:lnTo>
                <a:cubicBezTo>
                  <a:pt x="2908623" y="3593579"/>
                  <a:pt x="2925273" y="3610229"/>
                  <a:pt x="2945368" y="3610229"/>
                </a:cubicBezTo>
                <a:lnTo>
                  <a:pt x="3012543" y="3610229"/>
                </a:lnTo>
                <a:cubicBezTo>
                  <a:pt x="3032639" y="3610229"/>
                  <a:pt x="3049289" y="3593579"/>
                  <a:pt x="3049289" y="3573484"/>
                </a:cubicBezTo>
                <a:close/>
                <a:moveTo>
                  <a:pt x="2826520" y="3506309"/>
                </a:moveTo>
                <a:cubicBezTo>
                  <a:pt x="2826520" y="3486214"/>
                  <a:pt x="2809870" y="3469564"/>
                  <a:pt x="2789775" y="3469564"/>
                </a:cubicBezTo>
                <a:lnTo>
                  <a:pt x="2722600" y="3469564"/>
                </a:lnTo>
                <a:cubicBezTo>
                  <a:pt x="2702505" y="3469564"/>
                  <a:pt x="2685854" y="3486214"/>
                  <a:pt x="2685854" y="3506309"/>
                </a:cubicBezTo>
                <a:lnTo>
                  <a:pt x="2685854" y="3573484"/>
                </a:lnTo>
                <a:cubicBezTo>
                  <a:pt x="2685854" y="3593579"/>
                  <a:pt x="2702505" y="3610229"/>
                  <a:pt x="2722600" y="3610229"/>
                </a:cubicBezTo>
                <a:lnTo>
                  <a:pt x="2789775" y="3610229"/>
                </a:lnTo>
                <a:cubicBezTo>
                  <a:pt x="2809870" y="3610229"/>
                  <a:pt x="2826520" y="3593579"/>
                  <a:pt x="2826520" y="3573484"/>
                </a:cubicBezTo>
                <a:lnTo>
                  <a:pt x="2826520" y="3506309"/>
                </a:lnTo>
                <a:close/>
                <a:moveTo>
                  <a:pt x="2722600" y="3386887"/>
                </a:moveTo>
                <a:lnTo>
                  <a:pt x="2789775" y="3386887"/>
                </a:lnTo>
                <a:cubicBezTo>
                  <a:pt x="2809870" y="3386887"/>
                  <a:pt x="2826520" y="3370237"/>
                  <a:pt x="2826520" y="3350141"/>
                </a:cubicBezTo>
                <a:lnTo>
                  <a:pt x="2826520" y="3282966"/>
                </a:lnTo>
                <a:cubicBezTo>
                  <a:pt x="2826520" y="3262871"/>
                  <a:pt x="2809870" y="3246221"/>
                  <a:pt x="2789775" y="3246221"/>
                </a:cubicBezTo>
                <a:lnTo>
                  <a:pt x="2722600" y="3246221"/>
                </a:lnTo>
                <a:cubicBezTo>
                  <a:pt x="2702505" y="3246221"/>
                  <a:pt x="2685854" y="3262871"/>
                  <a:pt x="2685854" y="3282966"/>
                </a:cubicBezTo>
                <a:lnTo>
                  <a:pt x="2685854" y="3350141"/>
                </a:lnTo>
                <a:cubicBezTo>
                  <a:pt x="2685854" y="3370237"/>
                  <a:pt x="2702505" y="3386887"/>
                  <a:pt x="2722600" y="3386887"/>
                </a:cubicBezTo>
                <a:close/>
                <a:moveTo>
                  <a:pt x="9967746" y="7885320"/>
                </a:moveTo>
                <a:lnTo>
                  <a:pt x="9902867" y="7885320"/>
                </a:lnTo>
                <a:cubicBezTo>
                  <a:pt x="9894255" y="7885320"/>
                  <a:pt x="9887366" y="7892209"/>
                  <a:pt x="9887366" y="7900822"/>
                </a:cubicBezTo>
                <a:lnTo>
                  <a:pt x="9887366" y="7965700"/>
                </a:lnTo>
                <a:cubicBezTo>
                  <a:pt x="9887366" y="7974312"/>
                  <a:pt x="9894255" y="7981202"/>
                  <a:pt x="9902867" y="7981202"/>
                </a:cubicBezTo>
                <a:lnTo>
                  <a:pt x="9967746" y="7981202"/>
                </a:lnTo>
                <a:cubicBezTo>
                  <a:pt x="9976358" y="7981202"/>
                  <a:pt x="9983248" y="7974312"/>
                  <a:pt x="9983248" y="7965700"/>
                </a:cubicBezTo>
                <a:lnTo>
                  <a:pt x="9983248" y="7900822"/>
                </a:lnTo>
                <a:cubicBezTo>
                  <a:pt x="9983248" y="7892209"/>
                  <a:pt x="9976358" y="7885320"/>
                  <a:pt x="9967746" y="7885320"/>
                </a:cubicBezTo>
                <a:close/>
                <a:moveTo>
                  <a:pt x="10119320" y="7885320"/>
                </a:moveTo>
                <a:lnTo>
                  <a:pt x="10054442" y="7885320"/>
                </a:lnTo>
                <a:cubicBezTo>
                  <a:pt x="10045830" y="7885320"/>
                  <a:pt x="10038940" y="7892209"/>
                  <a:pt x="10038940" y="7900822"/>
                </a:cubicBezTo>
                <a:lnTo>
                  <a:pt x="10038940" y="7965700"/>
                </a:lnTo>
                <a:cubicBezTo>
                  <a:pt x="10038940" y="7974312"/>
                  <a:pt x="10045830" y="7981202"/>
                  <a:pt x="10054442" y="7981202"/>
                </a:cubicBezTo>
                <a:lnTo>
                  <a:pt x="10119320" y="7981202"/>
                </a:lnTo>
                <a:cubicBezTo>
                  <a:pt x="10127932" y="7981202"/>
                  <a:pt x="10134822" y="7974312"/>
                  <a:pt x="10134822" y="7965700"/>
                </a:cubicBezTo>
                <a:lnTo>
                  <a:pt x="10134822" y="7900822"/>
                </a:lnTo>
                <a:cubicBezTo>
                  <a:pt x="10134822" y="7892209"/>
                  <a:pt x="10127932" y="7885320"/>
                  <a:pt x="10119320" y="7885320"/>
                </a:cubicBezTo>
                <a:close/>
                <a:moveTo>
                  <a:pt x="10119320" y="8037469"/>
                </a:moveTo>
                <a:lnTo>
                  <a:pt x="10054442" y="8037469"/>
                </a:lnTo>
                <a:cubicBezTo>
                  <a:pt x="10045830" y="8037469"/>
                  <a:pt x="10038940" y="8044358"/>
                  <a:pt x="10038940" y="8052970"/>
                </a:cubicBezTo>
                <a:lnTo>
                  <a:pt x="10038940" y="8117849"/>
                </a:lnTo>
                <a:cubicBezTo>
                  <a:pt x="10038940" y="8126461"/>
                  <a:pt x="10045830" y="8133351"/>
                  <a:pt x="10054442" y="8133351"/>
                </a:cubicBezTo>
                <a:lnTo>
                  <a:pt x="10119320" y="8133351"/>
                </a:lnTo>
                <a:cubicBezTo>
                  <a:pt x="10127932" y="8133351"/>
                  <a:pt x="10134822" y="8126461"/>
                  <a:pt x="10134822" y="8117849"/>
                </a:cubicBezTo>
                <a:lnTo>
                  <a:pt x="10134822" y="8052970"/>
                </a:lnTo>
                <a:cubicBezTo>
                  <a:pt x="10134822" y="8044358"/>
                  <a:pt x="10127932" y="8037469"/>
                  <a:pt x="10119320" y="8037469"/>
                </a:cubicBezTo>
                <a:close/>
                <a:moveTo>
                  <a:pt x="9967746" y="8037469"/>
                </a:moveTo>
                <a:lnTo>
                  <a:pt x="9902867" y="8037469"/>
                </a:lnTo>
                <a:cubicBezTo>
                  <a:pt x="9894255" y="8037469"/>
                  <a:pt x="9887366" y="8044358"/>
                  <a:pt x="9887366" y="8052970"/>
                </a:cubicBezTo>
                <a:lnTo>
                  <a:pt x="9887366" y="8117849"/>
                </a:lnTo>
                <a:cubicBezTo>
                  <a:pt x="9887366" y="8126461"/>
                  <a:pt x="9894255" y="8133351"/>
                  <a:pt x="9902867" y="8133351"/>
                </a:cubicBezTo>
                <a:lnTo>
                  <a:pt x="9967746" y="8133351"/>
                </a:lnTo>
                <a:cubicBezTo>
                  <a:pt x="9976358" y="8133351"/>
                  <a:pt x="9983248" y="8126461"/>
                  <a:pt x="9983248" y="8117849"/>
                </a:cubicBezTo>
                <a:lnTo>
                  <a:pt x="9983248" y="8052970"/>
                </a:lnTo>
                <a:cubicBezTo>
                  <a:pt x="9983248" y="8044358"/>
                  <a:pt x="9976358" y="8037469"/>
                  <a:pt x="9967746" y="8037469"/>
                </a:cubicBezTo>
                <a:close/>
                <a:moveTo>
                  <a:pt x="13391951" y="6410913"/>
                </a:moveTo>
                <a:lnTo>
                  <a:pt x="13339705" y="6410913"/>
                </a:lnTo>
                <a:cubicBezTo>
                  <a:pt x="13327647" y="6410913"/>
                  <a:pt x="13318460" y="6420673"/>
                  <a:pt x="13318460" y="6432156"/>
                </a:cubicBezTo>
                <a:lnTo>
                  <a:pt x="13318460" y="6484404"/>
                </a:lnTo>
                <a:cubicBezTo>
                  <a:pt x="13318460" y="6496461"/>
                  <a:pt x="13328222" y="6505647"/>
                  <a:pt x="13339705" y="6505647"/>
                </a:cubicBezTo>
                <a:lnTo>
                  <a:pt x="13391951" y="6505647"/>
                </a:lnTo>
                <a:cubicBezTo>
                  <a:pt x="13404009" y="6505647"/>
                  <a:pt x="13413194" y="6495887"/>
                  <a:pt x="13413194" y="6484404"/>
                </a:cubicBezTo>
                <a:lnTo>
                  <a:pt x="13413194" y="6432156"/>
                </a:lnTo>
                <a:cubicBezTo>
                  <a:pt x="13413194" y="6420099"/>
                  <a:pt x="13403434" y="6410913"/>
                  <a:pt x="13391951" y="6410913"/>
                </a:cubicBezTo>
                <a:close/>
                <a:moveTo>
                  <a:pt x="13240377" y="6259338"/>
                </a:moveTo>
                <a:lnTo>
                  <a:pt x="13188130" y="6259338"/>
                </a:lnTo>
                <a:cubicBezTo>
                  <a:pt x="13176073" y="6259338"/>
                  <a:pt x="13166886" y="6269099"/>
                  <a:pt x="13166886" y="6280582"/>
                </a:cubicBezTo>
                <a:lnTo>
                  <a:pt x="13166886" y="6332829"/>
                </a:lnTo>
                <a:cubicBezTo>
                  <a:pt x="13166886" y="6344886"/>
                  <a:pt x="13176647" y="6354072"/>
                  <a:pt x="13188130" y="6354072"/>
                </a:cubicBezTo>
                <a:lnTo>
                  <a:pt x="13240377" y="6354072"/>
                </a:lnTo>
                <a:cubicBezTo>
                  <a:pt x="13252434" y="6354072"/>
                  <a:pt x="13261620" y="6344312"/>
                  <a:pt x="13261620" y="6332829"/>
                </a:cubicBezTo>
                <a:lnTo>
                  <a:pt x="13261620" y="6280582"/>
                </a:lnTo>
                <a:cubicBezTo>
                  <a:pt x="13261620" y="6268525"/>
                  <a:pt x="13251860" y="6259338"/>
                  <a:pt x="13240377" y="6259338"/>
                </a:cubicBezTo>
                <a:close/>
                <a:moveTo>
                  <a:pt x="13391951" y="6259338"/>
                </a:moveTo>
                <a:lnTo>
                  <a:pt x="13339705" y="6259338"/>
                </a:lnTo>
                <a:cubicBezTo>
                  <a:pt x="13327647" y="6259338"/>
                  <a:pt x="13318460" y="6269099"/>
                  <a:pt x="13318460" y="6280582"/>
                </a:cubicBezTo>
                <a:lnTo>
                  <a:pt x="13318460" y="6332829"/>
                </a:lnTo>
                <a:cubicBezTo>
                  <a:pt x="13318460" y="6344886"/>
                  <a:pt x="13328222" y="6354072"/>
                  <a:pt x="13339705" y="6354072"/>
                </a:cubicBezTo>
                <a:lnTo>
                  <a:pt x="13391951" y="6354072"/>
                </a:lnTo>
                <a:cubicBezTo>
                  <a:pt x="13404009" y="6354072"/>
                  <a:pt x="13413194" y="6344312"/>
                  <a:pt x="13413194" y="6332829"/>
                </a:cubicBezTo>
                <a:lnTo>
                  <a:pt x="13413194" y="6280582"/>
                </a:lnTo>
                <a:cubicBezTo>
                  <a:pt x="13413194" y="6268525"/>
                  <a:pt x="13403434" y="6259338"/>
                  <a:pt x="13391951" y="6259338"/>
                </a:cubicBezTo>
                <a:close/>
                <a:moveTo>
                  <a:pt x="13240377" y="6410913"/>
                </a:moveTo>
                <a:lnTo>
                  <a:pt x="13188130" y="6410913"/>
                </a:lnTo>
                <a:cubicBezTo>
                  <a:pt x="13176073" y="6410913"/>
                  <a:pt x="13166886" y="6420673"/>
                  <a:pt x="13166886" y="6432156"/>
                </a:cubicBezTo>
                <a:lnTo>
                  <a:pt x="13166886" y="6484404"/>
                </a:lnTo>
                <a:cubicBezTo>
                  <a:pt x="13166886" y="6496461"/>
                  <a:pt x="13176647" y="6505647"/>
                  <a:pt x="13188130" y="6505647"/>
                </a:cubicBezTo>
                <a:lnTo>
                  <a:pt x="13240377" y="6505647"/>
                </a:lnTo>
                <a:cubicBezTo>
                  <a:pt x="13252434" y="6505647"/>
                  <a:pt x="13261620" y="6495887"/>
                  <a:pt x="13261620" y="6484404"/>
                </a:cubicBezTo>
                <a:lnTo>
                  <a:pt x="13261620" y="6432156"/>
                </a:lnTo>
                <a:cubicBezTo>
                  <a:pt x="13261620" y="6420099"/>
                  <a:pt x="13251860" y="6410913"/>
                  <a:pt x="13240377" y="6410913"/>
                </a:cubicBezTo>
                <a:close/>
                <a:moveTo>
                  <a:pt x="11359475" y="511564"/>
                </a:moveTo>
                <a:lnTo>
                  <a:pt x="11412871" y="511564"/>
                </a:lnTo>
                <a:cubicBezTo>
                  <a:pt x="11424354" y="511564"/>
                  <a:pt x="11434114" y="502378"/>
                  <a:pt x="11434114" y="490321"/>
                </a:cubicBezTo>
                <a:lnTo>
                  <a:pt x="11434114" y="436925"/>
                </a:lnTo>
                <a:cubicBezTo>
                  <a:pt x="11434114" y="425442"/>
                  <a:pt x="11424929" y="415682"/>
                  <a:pt x="11412871" y="415682"/>
                </a:cubicBezTo>
                <a:lnTo>
                  <a:pt x="11359475" y="415682"/>
                </a:lnTo>
                <a:cubicBezTo>
                  <a:pt x="11347992" y="415682"/>
                  <a:pt x="11338232" y="424868"/>
                  <a:pt x="11338232" y="436925"/>
                </a:cubicBezTo>
                <a:lnTo>
                  <a:pt x="11338232" y="490321"/>
                </a:lnTo>
                <a:cubicBezTo>
                  <a:pt x="11338232" y="501804"/>
                  <a:pt x="11347419" y="511564"/>
                  <a:pt x="11359475" y="511564"/>
                </a:cubicBezTo>
                <a:close/>
                <a:moveTo>
                  <a:pt x="11511050" y="663139"/>
                </a:moveTo>
                <a:lnTo>
                  <a:pt x="11564445" y="663139"/>
                </a:lnTo>
                <a:cubicBezTo>
                  <a:pt x="11575928" y="663139"/>
                  <a:pt x="11585689" y="653952"/>
                  <a:pt x="11585689" y="641895"/>
                </a:cubicBezTo>
                <a:lnTo>
                  <a:pt x="11585689" y="588500"/>
                </a:lnTo>
                <a:cubicBezTo>
                  <a:pt x="11585689" y="577017"/>
                  <a:pt x="11576502" y="567256"/>
                  <a:pt x="11564445" y="567256"/>
                </a:cubicBezTo>
                <a:lnTo>
                  <a:pt x="11511050" y="567256"/>
                </a:lnTo>
                <a:cubicBezTo>
                  <a:pt x="11499567" y="567256"/>
                  <a:pt x="11489806" y="576443"/>
                  <a:pt x="11489806" y="588500"/>
                </a:cubicBezTo>
                <a:lnTo>
                  <a:pt x="11489806" y="641895"/>
                </a:lnTo>
                <a:cubicBezTo>
                  <a:pt x="11489806" y="653378"/>
                  <a:pt x="11498993" y="663139"/>
                  <a:pt x="11511050" y="663139"/>
                </a:cubicBezTo>
                <a:close/>
                <a:moveTo>
                  <a:pt x="11359475" y="663139"/>
                </a:moveTo>
                <a:lnTo>
                  <a:pt x="11412871" y="663139"/>
                </a:lnTo>
                <a:cubicBezTo>
                  <a:pt x="11424354" y="663139"/>
                  <a:pt x="11434114" y="653952"/>
                  <a:pt x="11434114" y="641895"/>
                </a:cubicBezTo>
                <a:lnTo>
                  <a:pt x="11434114" y="588500"/>
                </a:lnTo>
                <a:cubicBezTo>
                  <a:pt x="11434114" y="577017"/>
                  <a:pt x="11424929" y="567256"/>
                  <a:pt x="11412871" y="567256"/>
                </a:cubicBezTo>
                <a:lnTo>
                  <a:pt x="11359475" y="567256"/>
                </a:lnTo>
                <a:cubicBezTo>
                  <a:pt x="11347992" y="567256"/>
                  <a:pt x="11338232" y="576443"/>
                  <a:pt x="11338232" y="588500"/>
                </a:cubicBezTo>
                <a:lnTo>
                  <a:pt x="11338232" y="641895"/>
                </a:lnTo>
                <a:cubicBezTo>
                  <a:pt x="11338232" y="653378"/>
                  <a:pt x="11347419" y="663139"/>
                  <a:pt x="11359475" y="663139"/>
                </a:cubicBezTo>
                <a:close/>
                <a:moveTo>
                  <a:pt x="11511050" y="511564"/>
                </a:moveTo>
                <a:lnTo>
                  <a:pt x="11564445" y="511564"/>
                </a:lnTo>
                <a:cubicBezTo>
                  <a:pt x="11575928" y="511564"/>
                  <a:pt x="11585689" y="502378"/>
                  <a:pt x="11585689" y="490321"/>
                </a:cubicBezTo>
                <a:lnTo>
                  <a:pt x="11585689" y="436925"/>
                </a:lnTo>
                <a:cubicBezTo>
                  <a:pt x="11585689" y="425442"/>
                  <a:pt x="11576502" y="415682"/>
                  <a:pt x="11564445" y="415682"/>
                </a:cubicBezTo>
                <a:lnTo>
                  <a:pt x="11511050" y="415682"/>
                </a:lnTo>
                <a:cubicBezTo>
                  <a:pt x="11499567" y="415682"/>
                  <a:pt x="11489806" y="424868"/>
                  <a:pt x="11489806" y="436925"/>
                </a:cubicBezTo>
                <a:lnTo>
                  <a:pt x="11489806" y="490321"/>
                </a:lnTo>
                <a:cubicBezTo>
                  <a:pt x="11489806" y="501804"/>
                  <a:pt x="11498993" y="511564"/>
                  <a:pt x="11511050" y="511564"/>
                </a:cubicBezTo>
                <a:close/>
                <a:moveTo>
                  <a:pt x="11207901" y="663139"/>
                </a:moveTo>
                <a:lnTo>
                  <a:pt x="11261297" y="663139"/>
                </a:lnTo>
                <a:cubicBezTo>
                  <a:pt x="11272780" y="663139"/>
                  <a:pt x="11282540" y="653952"/>
                  <a:pt x="11282540" y="641895"/>
                </a:cubicBezTo>
                <a:lnTo>
                  <a:pt x="11282540" y="588500"/>
                </a:lnTo>
                <a:cubicBezTo>
                  <a:pt x="11282540" y="577017"/>
                  <a:pt x="11273353" y="567256"/>
                  <a:pt x="11261297" y="567256"/>
                </a:cubicBezTo>
                <a:lnTo>
                  <a:pt x="11207901" y="567256"/>
                </a:lnTo>
                <a:cubicBezTo>
                  <a:pt x="11196418" y="567256"/>
                  <a:pt x="11186658" y="576443"/>
                  <a:pt x="11186658" y="588500"/>
                </a:cubicBezTo>
                <a:lnTo>
                  <a:pt x="11186658" y="641895"/>
                </a:lnTo>
                <a:cubicBezTo>
                  <a:pt x="11186658" y="653378"/>
                  <a:pt x="11195843" y="663139"/>
                  <a:pt x="11207901" y="663139"/>
                </a:cubicBezTo>
                <a:close/>
                <a:moveTo>
                  <a:pt x="11662624" y="511564"/>
                </a:moveTo>
                <a:lnTo>
                  <a:pt x="11716020" y="511564"/>
                </a:lnTo>
                <a:cubicBezTo>
                  <a:pt x="11727503" y="511564"/>
                  <a:pt x="11737263" y="502378"/>
                  <a:pt x="11737263" y="490321"/>
                </a:cubicBezTo>
                <a:lnTo>
                  <a:pt x="11737263" y="436925"/>
                </a:lnTo>
                <a:cubicBezTo>
                  <a:pt x="11737263" y="425442"/>
                  <a:pt x="11728076" y="415682"/>
                  <a:pt x="11716020" y="415682"/>
                </a:cubicBezTo>
                <a:lnTo>
                  <a:pt x="11662624" y="415682"/>
                </a:lnTo>
                <a:cubicBezTo>
                  <a:pt x="11651141" y="415682"/>
                  <a:pt x="11641381" y="424868"/>
                  <a:pt x="11641381" y="436925"/>
                </a:cubicBezTo>
                <a:lnTo>
                  <a:pt x="11641381" y="490321"/>
                </a:lnTo>
                <a:cubicBezTo>
                  <a:pt x="11641381" y="501804"/>
                  <a:pt x="11650567" y="511564"/>
                  <a:pt x="11662624" y="511564"/>
                </a:cubicBezTo>
                <a:close/>
                <a:moveTo>
                  <a:pt x="11662624" y="663139"/>
                </a:moveTo>
                <a:lnTo>
                  <a:pt x="11716020" y="663139"/>
                </a:lnTo>
                <a:cubicBezTo>
                  <a:pt x="11727503" y="663139"/>
                  <a:pt x="11737263" y="653952"/>
                  <a:pt x="11737263" y="641895"/>
                </a:cubicBezTo>
                <a:lnTo>
                  <a:pt x="11737263" y="588500"/>
                </a:lnTo>
                <a:cubicBezTo>
                  <a:pt x="11737263" y="577017"/>
                  <a:pt x="11728076" y="567256"/>
                  <a:pt x="11716020" y="567256"/>
                </a:cubicBezTo>
                <a:lnTo>
                  <a:pt x="11662624" y="567256"/>
                </a:lnTo>
                <a:cubicBezTo>
                  <a:pt x="11651141" y="567256"/>
                  <a:pt x="11641381" y="576443"/>
                  <a:pt x="11641381" y="588500"/>
                </a:cubicBezTo>
                <a:lnTo>
                  <a:pt x="11641381" y="641895"/>
                </a:lnTo>
                <a:cubicBezTo>
                  <a:pt x="11641381" y="653378"/>
                  <a:pt x="11650567" y="663139"/>
                  <a:pt x="11662624" y="663139"/>
                </a:cubicBezTo>
                <a:close/>
                <a:moveTo>
                  <a:pt x="11207901" y="511564"/>
                </a:moveTo>
                <a:lnTo>
                  <a:pt x="11261297" y="511564"/>
                </a:lnTo>
                <a:cubicBezTo>
                  <a:pt x="11272780" y="511564"/>
                  <a:pt x="11282540" y="502378"/>
                  <a:pt x="11282540" y="490321"/>
                </a:cubicBezTo>
                <a:lnTo>
                  <a:pt x="11282540" y="436925"/>
                </a:lnTo>
                <a:cubicBezTo>
                  <a:pt x="11282540" y="425442"/>
                  <a:pt x="11273353" y="415682"/>
                  <a:pt x="11261297" y="415682"/>
                </a:cubicBezTo>
                <a:lnTo>
                  <a:pt x="11207901" y="415682"/>
                </a:lnTo>
                <a:cubicBezTo>
                  <a:pt x="11196418" y="415682"/>
                  <a:pt x="11186658" y="424868"/>
                  <a:pt x="11186658" y="436925"/>
                </a:cubicBezTo>
                <a:lnTo>
                  <a:pt x="11186658" y="490321"/>
                </a:lnTo>
                <a:cubicBezTo>
                  <a:pt x="11186658" y="501804"/>
                  <a:pt x="11195843" y="511564"/>
                  <a:pt x="11207901" y="511564"/>
                </a:cubicBezTo>
                <a:close/>
                <a:moveTo>
                  <a:pt x="10904178" y="663139"/>
                </a:moveTo>
                <a:lnTo>
                  <a:pt x="10957573" y="663139"/>
                </a:lnTo>
                <a:cubicBezTo>
                  <a:pt x="10969056" y="663139"/>
                  <a:pt x="10978817" y="653952"/>
                  <a:pt x="10978817" y="641895"/>
                </a:cubicBezTo>
                <a:lnTo>
                  <a:pt x="10978817" y="588500"/>
                </a:lnTo>
                <a:cubicBezTo>
                  <a:pt x="10978817" y="577017"/>
                  <a:pt x="10969631" y="567256"/>
                  <a:pt x="10957573" y="567256"/>
                </a:cubicBezTo>
                <a:lnTo>
                  <a:pt x="10904178" y="567256"/>
                </a:lnTo>
                <a:cubicBezTo>
                  <a:pt x="10892695" y="567256"/>
                  <a:pt x="10882934" y="576443"/>
                  <a:pt x="10882934" y="588500"/>
                </a:cubicBezTo>
                <a:lnTo>
                  <a:pt x="10882934" y="641895"/>
                </a:lnTo>
                <a:cubicBezTo>
                  <a:pt x="10882934" y="653378"/>
                  <a:pt x="10892121" y="663139"/>
                  <a:pt x="10904178" y="663139"/>
                </a:cubicBezTo>
                <a:close/>
                <a:moveTo>
                  <a:pt x="10904178" y="511564"/>
                </a:moveTo>
                <a:lnTo>
                  <a:pt x="10957573" y="511564"/>
                </a:lnTo>
                <a:cubicBezTo>
                  <a:pt x="10969056" y="511564"/>
                  <a:pt x="10978817" y="502378"/>
                  <a:pt x="10978817" y="490321"/>
                </a:cubicBezTo>
                <a:lnTo>
                  <a:pt x="10978817" y="436925"/>
                </a:lnTo>
                <a:cubicBezTo>
                  <a:pt x="10978817" y="425442"/>
                  <a:pt x="10969631" y="415682"/>
                  <a:pt x="10957573" y="415682"/>
                </a:cubicBezTo>
                <a:lnTo>
                  <a:pt x="10904178" y="415682"/>
                </a:lnTo>
                <a:cubicBezTo>
                  <a:pt x="10892695" y="415682"/>
                  <a:pt x="10882934" y="424868"/>
                  <a:pt x="10882934" y="436925"/>
                </a:cubicBezTo>
                <a:lnTo>
                  <a:pt x="10882934" y="490321"/>
                </a:lnTo>
                <a:cubicBezTo>
                  <a:pt x="10882934" y="501804"/>
                  <a:pt x="10892121" y="511564"/>
                  <a:pt x="10904178" y="511564"/>
                </a:cubicBezTo>
                <a:close/>
                <a:moveTo>
                  <a:pt x="11055752" y="511564"/>
                </a:moveTo>
                <a:lnTo>
                  <a:pt x="11109148" y="511564"/>
                </a:lnTo>
                <a:cubicBezTo>
                  <a:pt x="11120631" y="511564"/>
                  <a:pt x="11130391" y="502378"/>
                  <a:pt x="11130391" y="490321"/>
                </a:cubicBezTo>
                <a:lnTo>
                  <a:pt x="11130391" y="436925"/>
                </a:lnTo>
                <a:cubicBezTo>
                  <a:pt x="11130391" y="425442"/>
                  <a:pt x="11121205" y="415682"/>
                  <a:pt x="11109148" y="415682"/>
                </a:cubicBezTo>
                <a:lnTo>
                  <a:pt x="11055752" y="415682"/>
                </a:lnTo>
                <a:cubicBezTo>
                  <a:pt x="11044270" y="415682"/>
                  <a:pt x="11034509" y="424868"/>
                  <a:pt x="11034509" y="436925"/>
                </a:cubicBezTo>
                <a:lnTo>
                  <a:pt x="11034509" y="490321"/>
                </a:lnTo>
                <a:cubicBezTo>
                  <a:pt x="11034509" y="501804"/>
                  <a:pt x="11043695" y="511564"/>
                  <a:pt x="11055752" y="511564"/>
                </a:cubicBezTo>
                <a:close/>
                <a:moveTo>
                  <a:pt x="11055752" y="663139"/>
                </a:moveTo>
                <a:lnTo>
                  <a:pt x="11109148" y="663139"/>
                </a:lnTo>
                <a:cubicBezTo>
                  <a:pt x="11120631" y="663139"/>
                  <a:pt x="11130391" y="653952"/>
                  <a:pt x="11130391" y="641895"/>
                </a:cubicBezTo>
                <a:lnTo>
                  <a:pt x="11130391" y="588500"/>
                </a:lnTo>
                <a:cubicBezTo>
                  <a:pt x="11130391" y="577017"/>
                  <a:pt x="11121205" y="567256"/>
                  <a:pt x="11109148" y="567256"/>
                </a:cubicBezTo>
                <a:lnTo>
                  <a:pt x="11055752" y="567256"/>
                </a:lnTo>
                <a:cubicBezTo>
                  <a:pt x="11044270" y="567256"/>
                  <a:pt x="11034509" y="576443"/>
                  <a:pt x="11034509" y="588500"/>
                </a:cubicBezTo>
                <a:lnTo>
                  <a:pt x="11034509" y="641895"/>
                </a:lnTo>
                <a:cubicBezTo>
                  <a:pt x="11034509" y="653378"/>
                  <a:pt x="11043695" y="663139"/>
                  <a:pt x="11055752" y="663139"/>
                </a:cubicBezTo>
                <a:close/>
                <a:moveTo>
                  <a:pt x="1690860" y="7163044"/>
                </a:moveTo>
                <a:lnTo>
                  <a:pt x="1648947" y="7163044"/>
                </a:lnTo>
                <a:cubicBezTo>
                  <a:pt x="1640909" y="7163044"/>
                  <a:pt x="1634019" y="7169934"/>
                  <a:pt x="1634019" y="7177972"/>
                </a:cubicBezTo>
                <a:lnTo>
                  <a:pt x="1634019" y="7219885"/>
                </a:lnTo>
                <a:cubicBezTo>
                  <a:pt x="1634019" y="7227923"/>
                  <a:pt x="1640909" y="7234812"/>
                  <a:pt x="1648947" y="7234812"/>
                </a:cubicBezTo>
                <a:lnTo>
                  <a:pt x="1690860" y="7234812"/>
                </a:lnTo>
                <a:cubicBezTo>
                  <a:pt x="1698898" y="7234812"/>
                  <a:pt x="1705787" y="7227923"/>
                  <a:pt x="1705787" y="7219885"/>
                </a:cubicBezTo>
                <a:lnTo>
                  <a:pt x="1705787" y="7177972"/>
                </a:lnTo>
                <a:cubicBezTo>
                  <a:pt x="1705787" y="7169934"/>
                  <a:pt x="1698898" y="7163044"/>
                  <a:pt x="1690860" y="7163044"/>
                </a:cubicBezTo>
                <a:close/>
                <a:moveTo>
                  <a:pt x="1804540" y="7049363"/>
                </a:moveTo>
                <a:lnTo>
                  <a:pt x="1762628" y="7049363"/>
                </a:lnTo>
                <a:cubicBezTo>
                  <a:pt x="1754590" y="7049363"/>
                  <a:pt x="1747700" y="7056253"/>
                  <a:pt x="1747700" y="7064291"/>
                </a:cubicBezTo>
                <a:lnTo>
                  <a:pt x="1747700" y="7106204"/>
                </a:lnTo>
                <a:cubicBezTo>
                  <a:pt x="1747700" y="7114242"/>
                  <a:pt x="1754590" y="7121131"/>
                  <a:pt x="1762628" y="7121131"/>
                </a:cubicBezTo>
                <a:lnTo>
                  <a:pt x="1804540" y="7121131"/>
                </a:lnTo>
                <a:cubicBezTo>
                  <a:pt x="1812578" y="7121131"/>
                  <a:pt x="1819468" y="7114242"/>
                  <a:pt x="1819468" y="7106204"/>
                </a:cubicBezTo>
                <a:lnTo>
                  <a:pt x="1819468" y="7064291"/>
                </a:lnTo>
                <a:cubicBezTo>
                  <a:pt x="1819468" y="7056253"/>
                  <a:pt x="1812578" y="7049363"/>
                  <a:pt x="1804540" y="7049363"/>
                </a:cubicBezTo>
                <a:close/>
                <a:moveTo>
                  <a:pt x="1918795" y="7163044"/>
                </a:moveTo>
                <a:lnTo>
                  <a:pt x="1876883" y="7163044"/>
                </a:lnTo>
                <a:cubicBezTo>
                  <a:pt x="1868845" y="7163044"/>
                  <a:pt x="1861955" y="7169934"/>
                  <a:pt x="1861955" y="7177972"/>
                </a:cubicBezTo>
                <a:lnTo>
                  <a:pt x="1861955" y="7219885"/>
                </a:lnTo>
                <a:cubicBezTo>
                  <a:pt x="1861955" y="7227923"/>
                  <a:pt x="1868845" y="7234812"/>
                  <a:pt x="1876883" y="7234812"/>
                </a:cubicBezTo>
                <a:lnTo>
                  <a:pt x="1918795" y="7234812"/>
                </a:lnTo>
                <a:cubicBezTo>
                  <a:pt x="1926833" y="7234812"/>
                  <a:pt x="1933723" y="7227923"/>
                  <a:pt x="1933723" y="7219885"/>
                </a:cubicBezTo>
                <a:lnTo>
                  <a:pt x="1933723" y="7177972"/>
                </a:lnTo>
                <a:cubicBezTo>
                  <a:pt x="1933723" y="7169934"/>
                  <a:pt x="1926833" y="7163044"/>
                  <a:pt x="1918795" y="7163044"/>
                </a:cubicBezTo>
                <a:close/>
                <a:moveTo>
                  <a:pt x="1576604" y="7049363"/>
                </a:moveTo>
                <a:lnTo>
                  <a:pt x="1534692" y="7049363"/>
                </a:lnTo>
                <a:cubicBezTo>
                  <a:pt x="1526654" y="7049363"/>
                  <a:pt x="1519764" y="7056253"/>
                  <a:pt x="1519764" y="7064291"/>
                </a:cubicBezTo>
                <a:lnTo>
                  <a:pt x="1519764" y="7106204"/>
                </a:lnTo>
                <a:cubicBezTo>
                  <a:pt x="1519764" y="7114242"/>
                  <a:pt x="1526654" y="7121131"/>
                  <a:pt x="1534692" y="7121131"/>
                </a:cubicBezTo>
                <a:lnTo>
                  <a:pt x="1576604" y="7121131"/>
                </a:lnTo>
                <a:cubicBezTo>
                  <a:pt x="1584643" y="7121131"/>
                  <a:pt x="1591532" y="7114242"/>
                  <a:pt x="1591532" y="7106204"/>
                </a:cubicBezTo>
                <a:lnTo>
                  <a:pt x="1591532" y="7064291"/>
                </a:lnTo>
                <a:cubicBezTo>
                  <a:pt x="1591532" y="7056253"/>
                  <a:pt x="1584643" y="7049363"/>
                  <a:pt x="1576604" y="7049363"/>
                </a:cubicBezTo>
                <a:close/>
                <a:moveTo>
                  <a:pt x="1918795" y="7049363"/>
                </a:moveTo>
                <a:lnTo>
                  <a:pt x="1876883" y="7049363"/>
                </a:lnTo>
                <a:cubicBezTo>
                  <a:pt x="1868845" y="7049363"/>
                  <a:pt x="1861955" y="7056253"/>
                  <a:pt x="1861955" y="7064291"/>
                </a:cubicBezTo>
                <a:lnTo>
                  <a:pt x="1861955" y="7106204"/>
                </a:lnTo>
                <a:cubicBezTo>
                  <a:pt x="1861955" y="7114242"/>
                  <a:pt x="1868845" y="7121131"/>
                  <a:pt x="1876883" y="7121131"/>
                </a:cubicBezTo>
                <a:lnTo>
                  <a:pt x="1918795" y="7121131"/>
                </a:lnTo>
                <a:cubicBezTo>
                  <a:pt x="1926833" y="7121131"/>
                  <a:pt x="1933723" y="7114242"/>
                  <a:pt x="1933723" y="7106204"/>
                </a:cubicBezTo>
                <a:lnTo>
                  <a:pt x="1933723" y="7064291"/>
                </a:lnTo>
                <a:cubicBezTo>
                  <a:pt x="1933723" y="7056253"/>
                  <a:pt x="1926833" y="7049363"/>
                  <a:pt x="1918795" y="7049363"/>
                </a:cubicBezTo>
                <a:close/>
                <a:moveTo>
                  <a:pt x="1690860" y="7049363"/>
                </a:moveTo>
                <a:lnTo>
                  <a:pt x="1648947" y="7049363"/>
                </a:lnTo>
                <a:cubicBezTo>
                  <a:pt x="1640909" y="7049363"/>
                  <a:pt x="1634019" y="7056253"/>
                  <a:pt x="1634019" y="7064291"/>
                </a:cubicBezTo>
                <a:lnTo>
                  <a:pt x="1634019" y="7106204"/>
                </a:lnTo>
                <a:cubicBezTo>
                  <a:pt x="1634019" y="7114242"/>
                  <a:pt x="1640909" y="7121131"/>
                  <a:pt x="1648947" y="7121131"/>
                </a:cubicBezTo>
                <a:lnTo>
                  <a:pt x="1690860" y="7121131"/>
                </a:lnTo>
                <a:cubicBezTo>
                  <a:pt x="1698898" y="7121131"/>
                  <a:pt x="1705787" y="7114242"/>
                  <a:pt x="1705787" y="7106204"/>
                </a:cubicBezTo>
                <a:lnTo>
                  <a:pt x="1705787" y="7064291"/>
                </a:lnTo>
                <a:cubicBezTo>
                  <a:pt x="1705787" y="7056253"/>
                  <a:pt x="1698898" y="7049363"/>
                  <a:pt x="1690860" y="7049363"/>
                </a:cubicBezTo>
                <a:close/>
                <a:moveTo>
                  <a:pt x="1576604" y="7163044"/>
                </a:moveTo>
                <a:lnTo>
                  <a:pt x="1534692" y="7163044"/>
                </a:lnTo>
                <a:cubicBezTo>
                  <a:pt x="1526654" y="7163044"/>
                  <a:pt x="1519764" y="7169934"/>
                  <a:pt x="1519764" y="7177972"/>
                </a:cubicBezTo>
                <a:lnTo>
                  <a:pt x="1519764" y="7219885"/>
                </a:lnTo>
                <a:cubicBezTo>
                  <a:pt x="1519764" y="7227923"/>
                  <a:pt x="1526654" y="7234812"/>
                  <a:pt x="1534692" y="7234812"/>
                </a:cubicBezTo>
                <a:lnTo>
                  <a:pt x="1576604" y="7234812"/>
                </a:lnTo>
                <a:cubicBezTo>
                  <a:pt x="1584643" y="7234812"/>
                  <a:pt x="1591532" y="7227923"/>
                  <a:pt x="1591532" y="7219885"/>
                </a:cubicBezTo>
                <a:lnTo>
                  <a:pt x="1591532" y="7177972"/>
                </a:lnTo>
                <a:cubicBezTo>
                  <a:pt x="1591532" y="7169934"/>
                  <a:pt x="1584643" y="7163044"/>
                  <a:pt x="1576604" y="7163044"/>
                </a:cubicBezTo>
                <a:close/>
                <a:moveTo>
                  <a:pt x="1804540" y="7163044"/>
                </a:moveTo>
                <a:lnTo>
                  <a:pt x="1762628" y="7163044"/>
                </a:lnTo>
                <a:cubicBezTo>
                  <a:pt x="1754590" y="7163044"/>
                  <a:pt x="1747700" y="7169934"/>
                  <a:pt x="1747700" y="7177972"/>
                </a:cubicBezTo>
                <a:lnTo>
                  <a:pt x="1747700" y="7219885"/>
                </a:lnTo>
                <a:cubicBezTo>
                  <a:pt x="1747700" y="7227923"/>
                  <a:pt x="1754590" y="7234812"/>
                  <a:pt x="1762628" y="7234812"/>
                </a:cubicBezTo>
                <a:lnTo>
                  <a:pt x="1804540" y="7234812"/>
                </a:lnTo>
                <a:cubicBezTo>
                  <a:pt x="1812578" y="7234812"/>
                  <a:pt x="1819468" y="7227923"/>
                  <a:pt x="1819468" y="7219885"/>
                </a:cubicBezTo>
                <a:lnTo>
                  <a:pt x="1819468" y="7177972"/>
                </a:lnTo>
                <a:cubicBezTo>
                  <a:pt x="1819468" y="7169934"/>
                  <a:pt x="1812578" y="7163044"/>
                  <a:pt x="1804540" y="7163044"/>
                </a:cubicBezTo>
                <a:close/>
                <a:moveTo>
                  <a:pt x="2146731" y="7049363"/>
                </a:moveTo>
                <a:lnTo>
                  <a:pt x="2104819" y="7049363"/>
                </a:lnTo>
                <a:cubicBezTo>
                  <a:pt x="2096781" y="7049363"/>
                  <a:pt x="2089891" y="7056253"/>
                  <a:pt x="2089891" y="7064291"/>
                </a:cubicBezTo>
                <a:lnTo>
                  <a:pt x="2089891" y="7106204"/>
                </a:lnTo>
                <a:cubicBezTo>
                  <a:pt x="2089891" y="7114242"/>
                  <a:pt x="2096781" y="7121131"/>
                  <a:pt x="2104819" y="7121131"/>
                </a:cubicBezTo>
                <a:lnTo>
                  <a:pt x="2146731" y="7121131"/>
                </a:lnTo>
                <a:cubicBezTo>
                  <a:pt x="2154769" y="7121131"/>
                  <a:pt x="2161659" y="7114242"/>
                  <a:pt x="2161659" y="7106204"/>
                </a:cubicBezTo>
                <a:lnTo>
                  <a:pt x="2161659" y="7064291"/>
                </a:lnTo>
                <a:cubicBezTo>
                  <a:pt x="2161659" y="7056253"/>
                  <a:pt x="2154769" y="7049363"/>
                  <a:pt x="2146731" y="7049363"/>
                </a:cubicBezTo>
                <a:close/>
                <a:moveTo>
                  <a:pt x="2146731" y="7163044"/>
                </a:moveTo>
                <a:lnTo>
                  <a:pt x="2104819" y="7163044"/>
                </a:lnTo>
                <a:cubicBezTo>
                  <a:pt x="2096781" y="7163044"/>
                  <a:pt x="2089891" y="7169934"/>
                  <a:pt x="2089891" y="7177972"/>
                </a:cubicBezTo>
                <a:lnTo>
                  <a:pt x="2089891" y="7219885"/>
                </a:lnTo>
                <a:cubicBezTo>
                  <a:pt x="2089891" y="7227923"/>
                  <a:pt x="2096781" y="7234812"/>
                  <a:pt x="2104819" y="7234812"/>
                </a:cubicBezTo>
                <a:lnTo>
                  <a:pt x="2146731" y="7234812"/>
                </a:lnTo>
                <a:cubicBezTo>
                  <a:pt x="2154769" y="7234812"/>
                  <a:pt x="2161659" y="7227923"/>
                  <a:pt x="2161659" y="7219885"/>
                </a:cubicBezTo>
                <a:lnTo>
                  <a:pt x="2161659" y="7177972"/>
                </a:lnTo>
                <a:cubicBezTo>
                  <a:pt x="2161659" y="7169934"/>
                  <a:pt x="2154769" y="7163044"/>
                  <a:pt x="2146731" y="7163044"/>
                </a:cubicBezTo>
                <a:close/>
                <a:moveTo>
                  <a:pt x="2032476" y="7049363"/>
                </a:moveTo>
                <a:lnTo>
                  <a:pt x="1990564" y="7049363"/>
                </a:lnTo>
                <a:cubicBezTo>
                  <a:pt x="1982526" y="7049363"/>
                  <a:pt x="1975636" y="7056253"/>
                  <a:pt x="1975636" y="7064291"/>
                </a:cubicBezTo>
                <a:lnTo>
                  <a:pt x="1975636" y="7106204"/>
                </a:lnTo>
                <a:cubicBezTo>
                  <a:pt x="1975636" y="7114242"/>
                  <a:pt x="1982526" y="7121131"/>
                  <a:pt x="1990564" y="7121131"/>
                </a:cubicBezTo>
                <a:lnTo>
                  <a:pt x="2032476" y="7121131"/>
                </a:lnTo>
                <a:cubicBezTo>
                  <a:pt x="2040514" y="7121131"/>
                  <a:pt x="2047404" y="7114242"/>
                  <a:pt x="2047404" y="7106204"/>
                </a:cubicBezTo>
                <a:lnTo>
                  <a:pt x="2047404" y="7064291"/>
                </a:lnTo>
                <a:cubicBezTo>
                  <a:pt x="2047404" y="7056253"/>
                  <a:pt x="2040514" y="7049363"/>
                  <a:pt x="2032476" y="7049363"/>
                </a:cubicBezTo>
                <a:close/>
                <a:moveTo>
                  <a:pt x="2032476" y="7163044"/>
                </a:moveTo>
                <a:lnTo>
                  <a:pt x="1990564" y="7163044"/>
                </a:lnTo>
                <a:cubicBezTo>
                  <a:pt x="1982526" y="7163044"/>
                  <a:pt x="1975636" y="7169934"/>
                  <a:pt x="1975636" y="7177972"/>
                </a:cubicBezTo>
                <a:lnTo>
                  <a:pt x="1975636" y="7219885"/>
                </a:lnTo>
                <a:cubicBezTo>
                  <a:pt x="1975636" y="7227923"/>
                  <a:pt x="1982526" y="7234812"/>
                  <a:pt x="1990564" y="7234812"/>
                </a:cubicBezTo>
                <a:lnTo>
                  <a:pt x="2032476" y="7234812"/>
                </a:lnTo>
                <a:cubicBezTo>
                  <a:pt x="2040514" y="7234812"/>
                  <a:pt x="2047404" y="7227923"/>
                  <a:pt x="2047404" y="7219885"/>
                </a:cubicBezTo>
                <a:lnTo>
                  <a:pt x="2047404" y="7177972"/>
                </a:lnTo>
                <a:cubicBezTo>
                  <a:pt x="2047404" y="7169934"/>
                  <a:pt x="2040514" y="7163044"/>
                  <a:pt x="2032476" y="7163044"/>
                </a:cubicBezTo>
                <a:close/>
                <a:moveTo>
                  <a:pt x="11961755" y="1185037"/>
                </a:moveTo>
                <a:lnTo>
                  <a:pt x="11961755" y="1185037"/>
                </a:lnTo>
                <a:cubicBezTo>
                  <a:pt x="11961755" y="1156330"/>
                  <a:pt x="11938789" y="1133364"/>
                  <a:pt x="11910082" y="1133364"/>
                </a:cubicBezTo>
                <a:lnTo>
                  <a:pt x="10803128" y="1133364"/>
                </a:lnTo>
                <a:cubicBezTo>
                  <a:pt x="10789349" y="1133364"/>
                  <a:pt x="10776143" y="1138531"/>
                  <a:pt x="10766383" y="1148292"/>
                </a:cubicBezTo>
                <a:lnTo>
                  <a:pt x="9939039" y="1975636"/>
                </a:lnTo>
                <a:cubicBezTo>
                  <a:pt x="9918944" y="1995731"/>
                  <a:pt x="9918944" y="2028458"/>
                  <a:pt x="9939039" y="2048553"/>
                </a:cubicBezTo>
                <a:cubicBezTo>
                  <a:pt x="9959134" y="2068648"/>
                  <a:pt x="9991860" y="2068648"/>
                  <a:pt x="10011955" y="2048553"/>
                </a:cubicBezTo>
                <a:lnTo>
                  <a:pt x="10808870" y="1251638"/>
                </a:lnTo>
                <a:cubicBezTo>
                  <a:pt x="10818630" y="1241878"/>
                  <a:pt x="10831836" y="1236710"/>
                  <a:pt x="10845615" y="1236710"/>
                </a:cubicBezTo>
                <a:lnTo>
                  <a:pt x="11909507" y="1236710"/>
                </a:lnTo>
                <a:cubicBezTo>
                  <a:pt x="11938214" y="1236710"/>
                  <a:pt x="11961180" y="1213744"/>
                  <a:pt x="11961180" y="1185037"/>
                </a:cubicBezTo>
                <a:close/>
                <a:moveTo>
                  <a:pt x="14842818" y="5882699"/>
                </a:moveTo>
                <a:lnTo>
                  <a:pt x="14842818" y="5882699"/>
                </a:lnTo>
                <a:cubicBezTo>
                  <a:pt x="14842818" y="5853992"/>
                  <a:pt x="14819852" y="5831026"/>
                  <a:pt x="14791144" y="5831026"/>
                </a:cubicBezTo>
                <a:lnTo>
                  <a:pt x="12763836" y="5831026"/>
                </a:lnTo>
                <a:cubicBezTo>
                  <a:pt x="12735129" y="5831026"/>
                  <a:pt x="12712163" y="5853992"/>
                  <a:pt x="12712163" y="5882699"/>
                </a:cubicBezTo>
                <a:lnTo>
                  <a:pt x="12712163" y="5882699"/>
                </a:lnTo>
                <a:cubicBezTo>
                  <a:pt x="12712163" y="5911406"/>
                  <a:pt x="12735129" y="5934372"/>
                  <a:pt x="12763836" y="5934372"/>
                </a:cubicBezTo>
                <a:lnTo>
                  <a:pt x="14791144" y="5934372"/>
                </a:lnTo>
                <a:cubicBezTo>
                  <a:pt x="14819852" y="5934372"/>
                  <a:pt x="14842818" y="5911406"/>
                  <a:pt x="14842818" y="5882699"/>
                </a:cubicBezTo>
                <a:close/>
                <a:moveTo>
                  <a:pt x="10120469" y="5591032"/>
                </a:moveTo>
                <a:cubicBezTo>
                  <a:pt x="10100374" y="5570937"/>
                  <a:pt x="10067647" y="5570937"/>
                  <a:pt x="10047552" y="5591032"/>
                </a:cubicBezTo>
                <a:cubicBezTo>
                  <a:pt x="10027457" y="5611128"/>
                  <a:pt x="10027457" y="5643854"/>
                  <a:pt x="10047552" y="5663949"/>
                </a:cubicBezTo>
                <a:lnTo>
                  <a:pt x="10565432" y="6181829"/>
                </a:lnTo>
                <a:cubicBezTo>
                  <a:pt x="10585527" y="6201924"/>
                  <a:pt x="10618253" y="6201924"/>
                  <a:pt x="10638348" y="6181829"/>
                </a:cubicBezTo>
                <a:cubicBezTo>
                  <a:pt x="10658443" y="6161734"/>
                  <a:pt x="10658443" y="6129008"/>
                  <a:pt x="10638348" y="6108912"/>
                </a:cubicBezTo>
                <a:lnTo>
                  <a:pt x="10120469" y="5591032"/>
                </a:lnTo>
                <a:close/>
                <a:moveTo>
                  <a:pt x="5736292" y="6201350"/>
                </a:moveTo>
                <a:lnTo>
                  <a:pt x="4953731" y="6983911"/>
                </a:lnTo>
                <a:cubicBezTo>
                  <a:pt x="4943970" y="6993671"/>
                  <a:pt x="4938803" y="7006877"/>
                  <a:pt x="4938803" y="7020656"/>
                </a:cubicBezTo>
                <a:lnTo>
                  <a:pt x="4938803" y="7472509"/>
                </a:lnTo>
                <a:cubicBezTo>
                  <a:pt x="4938803" y="7501216"/>
                  <a:pt x="4961769" y="7524182"/>
                  <a:pt x="4990476" y="7524182"/>
                </a:cubicBezTo>
                <a:lnTo>
                  <a:pt x="4990476" y="7524182"/>
                </a:lnTo>
                <a:cubicBezTo>
                  <a:pt x="5019183" y="7524182"/>
                  <a:pt x="5042149" y="7501216"/>
                  <a:pt x="5042149" y="7472509"/>
                </a:cubicBezTo>
                <a:lnTo>
                  <a:pt x="5042149" y="7063143"/>
                </a:lnTo>
                <a:cubicBezTo>
                  <a:pt x="5042149" y="7049363"/>
                  <a:pt x="5047316" y="7036158"/>
                  <a:pt x="5057077" y="7026397"/>
                </a:cubicBezTo>
                <a:lnTo>
                  <a:pt x="5809208" y="6274266"/>
                </a:lnTo>
                <a:cubicBezTo>
                  <a:pt x="5829303" y="6254171"/>
                  <a:pt x="5829303" y="6221445"/>
                  <a:pt x="5809208" y="6201350"/>
                </a:cubicBezTo>
                <a:cubicBezTo>
                  <a:pt x="5789113" y="6181255"/>
                  <a:pt x="5756387" y="6181255"/>
                  <a:pt x="5736292" y="6201350"/>
                </a:cubicBezTo>
                <a:close/>
                <a:moveTo>
                  <a:pt x="6157714" y="3650420"/>
                </a:moveTo>
                <a:lnTo>
                  <a:pt x="4316429" y="3650420"/>
                </a:lnTo>
                <a:cubicBezTo>
                  <a:pt x="4287721" y="3650420"/>
                  <a:pt x="4264756" y="3673385"/>
                  <a:pt x="4264756" y="3702093"/>
                </a:cubicBezTo>
                <a:cubicBezTo>
                  <a:pt x="4264756" y="3730800"/>
                  <a:pt x="4287721" y="3753766"/>
                  <a:pt x="4316429" y="3753766"/>
                </a:cubicBezTo>
                <a:lnTo>
                  <a:pt x="6157714" y="3753766"/>
                </a:lnTo>
                <a:cubicBezTo>
                  <a:pt x="6186421" y="3753766"/>
                  <a:pt x="6209387" y="3730800"/>
                  <a:pt x="6209387" y="3702093"/>
                </a:cubicBezTo>
                <a:cubicBezTo>
                  <a:pt x="6209387" y="3673385"/>
                  <a:pt x="6186421" y="3650420"/>
                  <a:pt x="6157714" y="3650420"/>
                </a:cubicBezTo>
                <a:close/>
                <a:moveTo>
                  <a:pt x="12082899" y="3998926"/>
                </a:moveTo>
                <a:cubicBezTo>
                  <a:pt x="12075435" y="3998926"/>
                  <a:pt x="12069120" y="4005242"/>
                  <a:pt x="12069120" y="4012706"/>
                </a:cubicBezTo>
                <a:cubicBezTo>
                  <a:pt x="12069120" y="4020169"/>
                  <a:pt x="12075435" y="4026485"/>
                  <a:pt x="12082899" y="4026485"/>
                </a:cubicBezTo>
                <a:cubicBezTo>
                  <a:pt x="12090363" y="4026485"/>
                  <a:pt x="12096679" y="4020169"/>
                  <a:pt x="12096679" y="4012706"/>
                </a:cubicBezTo>
                <a:cubicBezTo>
                  <a:pt x="12096679" y="4005242"/>
                  <a:pt x="12090363" y="3998926"/>
                  <a:pt x="12082899" y="3998926"/>
                </a:cubicBezTo>
                <a:close/>
                <a:moveTo>
                  <a:pt x="12021465" y="4050025"/>
                </a:moveTo>
                <a:cubicBezTo>
                  <a:pt x="12014001" y="4050025"/>
                  <a:pt x="12007687" y="4056341"/>
                  <a:pt x="12007687" y="4063805"/>
                </a:cubicBezTo>
                <a:cubicBezTo>
                  <a:pt x="12007687" y="4071268"/>
                  <a:pt x="12014001" y="4077584"/>
                  <a:pt x="12021465" y="4077584"/>
                </a:cubicBezTo>
                <a:cubicBezTo>
                  <a:pt x="12028930" y="4077584"/>
                  <a:pt x="12035244" y="4071268"/>
                  <a:pt x="12035244" y="4063805"/>
                </a:cubicBezTo>
                <a:cubicBezTo>
                  <a:pt x="12035244" y="4056341"/>
                  <a:pt x="12028930" y="4050025"/>
                  <a:pt x="12021465" y="4050025"/>
                </a:cubicBezTo>
                <a:close/>
                <a:moveTo>
                  <a:pt x="12144332" y="4050025"/>
                </a:moveTo>
                <a:cubicBezTo>
                  <a:pt x="12136869" y="4050025"/>
                  <a:pt x="12130553" y="4056341"/>
                  <a:pt x="12130553" y="4063805"/>
                </a:cubicBezTo>
                <a:cubicBezTo>
                  <a:pt x="12130553" y="4071268"/>
                  <a:pt x="12136869" y="4077584"/>
                  <a:pt x="12144332" y="4077584"/>
                </a:cubicBezTo>
                <a:cubicBezTo>
                  <a:pt x="12151796" y="4077584"/>
                  <a:pt x="12158112" y="4071268"/>
                  <a:pt x="12158112" y="4063805"/>
                </a:cubicBezTo>
                <a:cubicBezTo>
                  <a:pt x="12158112" y="4056341"/>
                  <a:pt x="12151796" y="4050025"/>
                  <a:pt x="12144332" y="4050025"/>
                </a:cubicBezTo>
                <a:close/>
                <a:moveTo>
                  <a:pt x="12082899" y="4050025"/>
                </a:moveTo>
                <a:cubicBezTo>
                  <a:pt x="12075435" y="4050025"/>
                  <a:pt x="12069120" y="4056341"/>
                  <a:pt x="12069120" y="4063805"/>
                </a:cubicBezTo>
                <a:cubicBezTo>
                  <a:pt x="12069120" y="4071268"/>
                  <a:pt x="12075435" y="4077584"/>
                  <a:pt x="12082899" y="4077584"/>
                </a:cubicBezTo>
                <a:cubicBezTo>
                  <a:pt x="12090363" y="4077584"/>
                  <a:pt x="12096679" y="4071268"/>
                  <a:pt x="12096679" y="4063805"/>
                </a:cubicBezTo>
                <a:cubicBezTo>
                  <a:pt x="12096679" y="4056341"/>
                  <a:pt x="12090363" y="4050025"/>
                  <a:pt x="12082899" y="4050025"/>
                </a:cubicBezTo>
                <a:close/>
                <a:moveTo>
                  <a:pt x="12021465" y="3998926"/>
                </a:moveTo>
                <a:cubicBezTo>
                  <a:pt x="12014001" y="3998926"/>
                  <a:pt x="12007687" y="4005242"/>
                  <a:pt x="12007687" y="4012706"/>
                </a:cubicBezTo>
                <a:cubicBezTo>
                  <a:pt x="12007687" y="4020169"/>
                  <a:pt x="12014001" y="4026485"/>
                  <a:pt x="12021465" y="4026485"/>
                </a:cubicBezTo>
                <a:cubicBezTo>
                  <a:pt x="12028930" y="4026485"/>
                  <a:pt x="12035244" y="4020169"/>
                  <a:pt x="12035244" y="4012706"/>
                </a:cubicBezTo>
                <a:cubicBezTo>
                  <a:pt x="12035244" y="4005242"/>
                  <a:pt x="12028930" y="3998926"/>
                  <a:pt x="12021465" y="3998926"/>
                </a:cubicBezTo>
                <a:close/>
                <a:moveTo>
                  <a:pt x="12144332" y="3998926"/>
                </a:moveTo>
                <a:cubicBezTo>
                  <a:pt x="12136869" y="3998926"/>
                  <a:pt x="12130553" y="4005242"/>
                  <a:pt x="12130553" y="4012706"/>
                </a:cubicBezTo>
                <a:cubicBezTo>
                  <a:pt x="12130553" y="4020169"/>
                  <a:pt x="12136869" y="4026485"/>
                  <a:pt x="12144332" y="4026485"/>
                </a:cubicBezTo>
                <a:cubicBezTo>
                  <a:pt x="12151796" y="4026485"/>
                  <a:pt x="12158112" y="4020169"/>
                  <a:pt x="12158112" y="4012706"/>
                </a:cubicBezTo>
                <a:cubicBezTo>
                  <a:pt x="12158112" y="4005242"/>
                  <a:pt x="12151796" y="3998926"/>
                  <a:pt x="12144332" y="3998926"/>
                </a:cubicBezTo>
                <a:close/>
                <a:moveTo>
                  <a:pt x="12205767" y="3998926"/>
                </a:moveTo>
                <a:cubicBezTo>
                  <a:pt x="12198303" y="3998926"/>
                  <a:pt x="12191987" y="4005242"/>
                  <a:pt x="12191987" y="4012706"/>
                </a:cubicBezTo>
                <a:cubicBezTo>
                  <a:pt x="12191987" y="4020169"/>
                  <a:pt x="12198303" y="4026485"/>
                  <a:pt x="12205767" y="4026485"/>
                </a:cubicBezTo>
                <a:cubicBezTo>
                  <a:pt x="12213230" y="4026485"/>
                  <a:pt x="12219546" y="4020169"/>
                  <a:pt x="12219546" y="4012706"/>
                </a:cubicBezTo>
                <a:cubicBezTo>
                  <a:pt x="12219546" y="4005242"/>
                  <a:pt x="12213230" y="3998926"/>
                  <a:pt x="12205767" y="3998926"/>
                </a:cubicBezTo>
                <a:close/>
                <a:moveTo>
                  <a:pt x="12205767" y="4050025"/>
                </a:moveTo>
                <a:cubicBezTo>
                  <a:pt x="12198303" y="4050025"/>
                  <a:pt x="12191987" y="4056341"/>
                  <a:pt x="12191987" y="4063805"/>
                </a:cubicBezTo>
                <a:cubicBezTo>
                  <a:pt x="12191987" y="4071268"/>
                  <a:pt x="12198303" y="4077584"/>
                  <a:pt x="12205767" y="4077584"/>
                </a:cubicBezTo>
                <a:cubicBezTo>
                  <a:pt x="12213230" y="4077584"/>
                  <a:pt x="12219546" y="4071268"/>
                  <a:pt x="12219546" y="4063805"/>
                </a:cubicBezTo>
                <a:cubicBezTo>
                  <a:pt x="12219546" y="4056341"/>
                  <a:pt x="12213230" y="4050025"/>
                  <a:pt x="12205767" y="4050025"/>
                </a:cubicBezTo>
                <a:close/>
                <a:moveTo>
                  <a:pt x="11959457" y="4050025"/>
                </a:moveTo>
                <a:cubicBezTo>
                  <a:pt x="11951993" y="4050025"/>
                  <a:pt x="11945679" y="4056341"/>
                  <a:pt x="11945679" y="4063805"/>
                </a:cubicBezTo>
                <a:cubicBezTo>
                  <a:pt x="11945679" y="4071268"/>
                  <a:pt x="11951993" y="4077584"/>
                  <a:pt x="11959457" y="4077584"/>
                </a:cubicBezTo>
                <a:cubicBezTo>
                  <a:pt x="11966922" y="4077584"/>
                  <a:pt x="11973238" y="4071268"/>
                  <a:pt x="11973238" y="4063805"/>
                </a:cubicBezTo>
                <a:cubicBezTo>
                  <a:pt x="11973238" y="4056341"/>
                  <a:pt x="11966922" y="4050025"/>
                  <a:pt x="11959457" y="4050025"/>
                </a:cubicBezTo>
                <a:close/>
                <a:moveTo>
                  <a:pt x="11959457" y="3998926"/>
                </a:moveTo>
                <a:cubicBezTo>
                  <a:pt x="11951993" y="3998926"/>
                  <a:pt x="11945679" y="4005242"/>
                  <a:pt x="11945679" y="4012706"/>
                </a:cubicBezTo>
                <a:cubicBezTo>
                  <a:pt x="11945679" y="4020169"/>
                  <a:pt x="11951993" y="4026485"/>
                  <a:pt x="11959457" y="4026485"/>
                </a:cubicBezTo>
                <a:cubicBezTo>
                  <a:pt x="11966922" y="4026485"/>
                  <a:pt x="11973238" y="4020169"/>
                  <a:pt x="11973238" y="4012706"/>
                </a:cubicBezTo>
                <a:cubicBezTo>
                  <a:pt x="11973238" y="4005242"/>
                  <a:pt x="11966922" y="3998926"/>
                  <a:pt x="11959457" y="3998926"/>
                </a:cubicBezTo>
                <a:close/>
                <a:moveTo>
                  <a:pt x="11959457" y="3947827"/>
                </a:moveTo>
                <a:cubicBezTo>
                  <a:pt x="11951993" y="3947827"/>
                  <a:pt x="11945679" y="3954143"/>
                  <a:pt x="11945679" y="3961607"/>
                </a:cubicBezTo>
                <a:cubicBezTo>
                  <a:pt x="11945679" y="3969071"/>
                  <a:pt x="11951993" y="3975386"/>
                  <a:pt x="11959457" y="3975386"/>
                </a:cubicBezTo>
                <a:cubicBezTo>
                  <a:pt x="11966922" y="3975386"/>
                  <a:pt x="11973238" y="3969071"/>
                  <a:pt x="11973238" y="3961607"/>
                </a:cubicBezTo>
                <a:cubicBezTo>
                  <a:pt x="11973238" y="3954143"/>
                  <a:pt x="11966922" y="3947827"/>
                  <a:pt x="11959457" y="3947827"/>
                </a:cubicBezTo>
                <a:close/>
                <a:moveTo>
                  <a:pt x="12021465" y="3947827"/>
                </a:moveTo>
                <a:cubicBezTo>
                  <a:pt x="12014001" y="3947827"/>
                  <a:pt x="12007687" y="3954143"/>
                  <a:pt x="12007687" y="3961607"/>
                </a:cubicBezTo>
                <a:cubicBezTo>
                  <a:pt x="12007687" y="3969071"/>
                  <a:pt x="12014001" y="3975386"/>
                  <a:pt x="12021465" y="3975386"/>
                </a:cubicBezTo>
                <a:cubicBezTo>
                  <a:pt x="12028930" y="3975386"/>
                  <a:pt x="12035244" y="3969071"/>
                  <a:pt x="12035244" y="3961607"/>
                </a:cubicBezTo>
                <a:cubicBezTo>
                  <a:pt x="12035244" y="3954143"/>
                  <a:pt x="12028930" y="3947827"/>
                  <a:pt x="12021465" y="3947827"/>
                </a:cubicBezTo>
                <a:close/>
                <a:moveTo>
                  <a:pt x="11959457" y="3897302"/>
                </a:moveTo>
                <a:cubicBezTo>
                  <a:pt x="11951993" y="3897302"/>
                  <a:pt x="11945679" y="3903618"/>
                  <a:pt x="11945679" y="3911082"/>
                </a:cubicBezTo>
                <a:cubicBezTo>
                  <a:pt x="11945679" y="3918546"/>
                  <a:pt x="11951993" y="3924861"/>
                  <a:pt x="11959457" y="3924861"/>
                </a:cubicBezTo>
                <a:cubicBezTo>
                  <a:pt x="11966922" y="3924861"/>
                  <a:pt x="11973238" y="3918546"/>
                  <a:pt x="11973238" y="3911082"/>
                </a:cubicBezTo>
                <a:cubicBezTo>
                  <a:pt x="11973238" y="3903618"/>
                  <a:pt x="11966922" y="3897302"/>
                  <a:pt x="11959457" y="3897302"/>
                </a:cubicBezTo>
                <a:close/>
                <a:moveTo>
                  <a:pt x="12205767" y="3947827"/>
                </a:moveTo>
                <a:cubicBezTo>
                  <a:pt x="12198303" y="3947827"/>
                  <a:pt x="12191987" y="3954143"/>
                  <a:pt x="12191987" y="3961607"/>
                </a:cubicBezTo>
                <a:cubicBezTo>
                  <a:pt x="12191987" y="3969071"/>
                  <a:pt x="12198303" y="3975386"/>
                  <a:pt x="12205767" y="3975386"/>
                </a:cubicBezTo>
                <a:cubicBezTo>
                  <a:pt x="12213230" y="3975386"/>
                  <a:pt x="12219546" y="3969071"/>
                  <a:pt x="12219546" y="3961607"/>
                </a:cubicBezTo>
                <a:cubicBezTo>
                  <a:pt x="12219546" y="3954143"/>
                  <a:pt x="12213230" y="3947827"/>
                  <a:pt x="12205767" y="3947827"/>
                </a:cubicBezTo>
                <a:close/>
                <a:moveTo>
                  <a:pt x="12144332" y="3947827"/>
                </a:moveTo>
                <a:cubicBezTo>
                  <a:pt x="12136869" y="3947827"/>
                  <a:pt x="12130553" y="3954143"/>
                  <a:pt x="12130553" y="3961607"/>
                </a:cubicBezTo>
                <a:cubicBezTo>
                  <a:pt x="12130553" y="3969071"/>
                  <a:pt x="12136869" y="3975386"/>
                  <a:pt x="12144332" y="3975386"/>
                </a:cubicBezTo>
                <a:cubicBezTo>
                  <a:pt x="12151796" y="3975386"/>
                  <a:pt x="12158112" y="3969071"/>
                  <a:pt x="12158112" y="3961607"/>
                </a:cubicBezTo>
                <a:cubicBezTo>
                  <a:pt x="12158112" y="3954143"/>
                  <a:pt x="12151796" y="3947827"/>
                  <a:pt x="12144332" y="3947827"/>
                </a:cubicBezTo>
                <a:close/>
                <a:moveTo>
                  <a:pt x="12144332" y="3897302"/>
                </a:moveTo>
                <a:cubicBezTo>
                  <a:pt x="12136869" y="3897302"/>
                  <a:pt x="12130553" y="3903618"/>
                  <a:pt x="12130553" y="3911082"/>
                </a:cubicBezTo>
                <a:cubicBezTo>
                  <a:pt x="12130553" y="3918546"/>
                  <a:pt x="12136869" y="3924861"/>
                  <a:pt x="12144332" y="3924861"/>
                </a:cubicBezTo>
                <a:cubicBezTo>
                  <a:pt x="12151796" y="3924861"/>
                  <a:pt x="12158112" y="3918546"/>
                  <a:pt x="12158112" y="3911082"/>
                </a:cubicBezTo>
                <a:cubicBezTo>
                  <a:pt x="12158112" y="3903618"/>
                  <a:pt x="12151796" y="3897302"/>
                  <a:pt x="12144332" y="3897302"/>
                </a:cubicBezTo>
                <a:close/>
                <a:moveTo>
                  <a:pt x="12082899" y="3897302"/>
                </a:moveTo>
                <a:cubicBezTo>
                  <a:pt x="12075435" y="3897302"/>
                  <a:pt x="12069120" y="3903618"/>
                  <a:pt x="12069120" y="3911082"/>
                </a:cubicBezTo>
                <a:cubicBezTo>
                  <a:pt x="12069120" y="3918546"/>
                  <a:pt x="12075435" y="3924861"/>
                  <a:pt x="12082899" y="3924861"/>
                </a:cubicBezTo>
                <a:cubicBezTo>
                  <a:pt x="12090363" y="3924861"/>
                  <a:pt x="12096679" y="3918546"/>
                  <a:pt x="12096679" y="3911082"/>
                </a:cubicBezTo>
                <a:cubicBezTo>
                  <a:pt x="12096679" y="3903618"/>
                  <a:pt x="12090363" y="3897302"/>
                  <a:pt x="12082899" y="3897302"/>
                </a:cubicBezTo>
                <a:close/>
                <a:moveTo>
                  <a:pt x="12021465" y="3897302"/>
                </a:moveTo>
                <a:cubicBezTo>
                  <a:pt x="12014001" y="3897302"/>
                  <a:pt x="12007687" y="3903618"/>
                  <a:pt x="12007687" y="3911082"/>
                </a:cubicBezTo>
                <a:cubicBezTo>
                  <a:pt x="12007687" y="3918546"/>
                  <a:pt x="12014001" y="3924861"/>
                  <a:pt x="12021465" y="3924861"/>
                </a:cubicBezTo>
                <a:cubicBezTo>
                  <a:pt x="12028930" y="3924861"/>
                  <a:pt x="12035244" y="3918546"/>
                  <a:pt x="12035244" y="3911082"/>
                </a:cubicBezTo>
                <a:cubicBezTo>
                  <a:pt x="12035244" y="3903618"/>
                  <a:pt x="12028930" y="3897302"/>
                  <a:pt x="12021465" y="3897302"/>
                </a:cubicBezTo>
                <a:close/>
                <a:moveTo>
                  <a:pt x="12082899" y="3947827"/>
                </a:moveTo>
                <a:cubicBezTo>
                  <a:pt x="12075435" y="3947827"/>
                  <a:pt x="12069120" y="3954143"/>
                  <a:pt x="12069120" y="3961607"/>
                </a:cubicBezTo>
                <a:cubicBezTo>
                  <a:pt x="12069120" y="3969071"/>
                  <a:pt x="12075435" y="3975386"/>
                  <a:pt x="12082899" y="3975386"/>
                </a:cubicBezTo>
                <a:cubicBezTo>
                  <a:pt x="12090363" y="3975386"/>
                  <a:pt x="12096679" y="3969071"/>
                  <a:pt x="12096679" y="3961607"/>
                </a:cubicBezTo>
                <a:cubicBezTo>
                  <a:pt x="12096679" y="3954143"/>
                  <a:pt x="12090363" y="3947827"/>
                  <a:pt x="12082899" y="3947827"/>
                </a:cubicBezTo>
                <a:close/>
                <a:moveTo>
                  <a:pt x="12205767" y="3897302"/>
                </a:moveTo>
                <a:cubicBezTo>
                  <a:pt x="12198303" y="3897302"/>
                  <a:pt x="12191987" y="3903618"/>
                  <a:pt x="12191987" y="3911082"/>
                </a:cubicBezTo>
                <a:cubicBezTo>
                  <a:pt x="12191987" y="3918546"/>
                  <a:pt x="12198303" y="3924861"/>
                  <a:pt x="12205767" y="3924861"/>
                </a:cubicBezTo>
                <a:cubicBezTo>
                  <a:pt x="12213230" y="3924861"/>
                  <a:pt x="12219546" y="3918546"/>
                  <a:pt x="12219546" y="3911082"/>
                </a:cubicBezTo>
                <a:cubicBezTo>
                  <a:pt x="12219546" y="3903618"/>
                  <a:pt x="12213230" y="3897302"/>
                  <a:pt x="12205767" y="3897302"/>
                </a:cubicBezTo>
                <a:close/>
                <a:moveTo>
                  <a:pt x="4565034" y="908299"/>
                </a:moveTo>
                <a:cubicBezTo>
                  <a:pt x="4572498" y="908299"/>
                  <a:pt x="4578813" y="901983"/>
                  <a:pt x="4578813" y="894519"/>
                </a:cubicBezTo>
                <a:cubicBezTo>
                  <a:pt x="4578813" y="887055"/>
                  <a:pt x="4572498" y="880740"/>
                  <a:pt x="4565034" y="880740"/>
                </a:cubicBezTo>
                <a:cubicBezTo>
                  <a:pt x="4557570" y="880740"/>
                  <a:pt x="4551254" y="887055"/>
                  <a:pt x="4551254" y="894519"/>
                </a:cubicBezTo>
                <a:cubicBezTo>
                  <a:pt x="4551254" y="901983"/>
                  <a:pt x="4557570" y="908299"/>
                  <a:pt x="4565034" y="908299"/>
                </a:cubicBezTo>
                <a:close/>
                <a:moveTo>
                  <a:pt x="4503600" y="857774"/>
                </a:moveTo>
                <a:cubicBezTo>
                  <a:pt x="4511064" y="857774"/>
                  <a:pt x="4517380" y="851458"/>
                  <a:pt x="4517380" y="843994"/>
                </a:cubicBezTo>
                <a:cubicBezTo>
                  <a:pt x="4517380" y="836531"/>
                  <a:pt x="4511064" y="830215"/>
                  <a:pt x="4503600" y="830215"/>
                </a:cubicBezTo>
                <a:cubicBezTo>
                  <a:pt x="4496136" y="830215"/>
                  <a:pt x="4489821" y="836531"/>
                  <a:pt x="4489821" y="843994"/>
                </a:cubicBezTo>
                <a:cubicBezTo>
                  <a:pt x="4489821" y="851458"/>
                  <a:pt x="4496136" y="857774"/>
                  <a:pt x="4503600" y="857774"/>
                </a:cubicBezTo>
                <a:close/>
                <a:moveTo>
                  <a:pt x="4503600" y="908299"/>
                </a:moveTo>
                <a:cubicBezTo>
                  <a:pt x="4511064" y="908299"/>
                  <a:pt x="4517380" y="901983"/>
                  <a:pt x="4517380" y="894519"/>
                </a:cubicBezTo>
                <a:cubicBezTo>
                  <a:pt x="4517380" y="887055"/>
                  <a:pt x="4511064" y="880740"/>
                  <a:pt x="4503600" y="880740"/>
                </a:cubicBezTo>
                <a:cubicBezTo>
                  <a:pt x="4496136" y="880740"/>
                  <a:pt x="4489821" y="887055"/>
                  <a:pt x="4489821" y="894519"/>
                </a:cubicBezTo>
                <a:cubicBezTo>
                  <a:pt x="4489821" y="901983"/>
                  <a:pt x="4496136" y="908299"/>
                  <a:pt x="4503600" y="908299"/>
                </a:cubicBezTo>
                <a:close/>
                <a:moveTo>
                  <a:pt x="4565034" y="857774"/>
                </a:moveTo>
                <a:cubicBezTo>
                  <a:pt x="4572498" y="857774"/>
                  <a:pt x="4578813" y="851458"/>
                  <a:pt x="4578813" y="843994"/>
                </a:cubicBezTo>
                <a:cubicBezTo>
                  <a:pt x="4578813" y="836531"/>
                  <a:pt x="4572498" y="830215"/>
                  <a:pt x="4565034" y="830215"/>
                </a:cubicBezTo>
                <a:cubicBezTo>
                  <a:pt x="4557570" y="830215"/>
                  <a:pt x="4551254" y="836531"/>
                  <a:pt x="4551254" y="843994"/>
                </a:cubicBezTo>
                <a:cubicBezTo>
                  <a:pt x="4551254" y="851458"/>
                  <a:pt x="4557570" y="857774"/>
                  <a:pt x="4565034" y="857774"/>
                </a:cubicBezTo>
                <a:close/>
                <a:moveTo>
                  <a:pt x="4687901" y="857774"/>
                </a:moveTo>
                <a:cubicBezTo>
                  <a:pt x="4695365" y="857774"/>
                  <a:pt x="4701680" y="851458"/>
                  <a:pt x="4701680" y="843994"/>
                </a:cubicBezTo>
                <a:cubicBezTo>
                  <a:pt x="4701680" y="836531"/>
                  <a:pt x="4695365" y="830215"/>
                  <a:pt x="4687901" y="830215"/>
                </a:cubicBezTo>
                <a:cubicBezTo>
                  <a:pt x="4680437" y="830215"/>
                  <a:pt x="4674121" y="836531"/>
                  <a:pt x="4674121" y="843994"/>
                </a:cubicBezTo>
                <a:cubicBezTo>
                  <a:pt x="4674121" y="851458"/>
                  <a:pt x="4680437" y="857774"/>
                  <a:pt x="4687901" y="857774"/>
                </a:cubicBezTo>
                <a:close/>
                <a:moveTo>
                  <a:pt x="4626467" y="857774"/>
                </a:moveTo>
                <a:cubicBezTo>
                  <a:pt x="4633931" y="857774"/>
                  <a:pt x="4640247" y="851458"/>
                  <a:pt x="4640247" y="843994"/>
                </a:cubicBezTo>
                <a:cubicBezTo>
                  <a:pt x="4640247" y="836531"/>
                  <a:pt x="4633931" y="830215"/>
                  <a:pt x="4626467" y="830215"/>
                </a:cubicBezTo>
                <a:cubicBezTo>
                  <a:pt x="4619004" y="830215"/>
                  <a:pt x="4612688" y="836531"/>
                  <a:pt x="4612688" y="843994"/>
                </a:cubicBezTo>
                <a:cubicBezTo>
                  <a:pt x="4612688" y="851458"/>
                  <a:pt x="4619004" y="857774"/>
                  <a:pt x="4626467" y="857774"/>
                </a:cubicBezTo>
                <a:close/>
                <a:moveTo>
                  <a:pt x="4687901" y="908299"/>
                </a:moveTo>
                <a:cubicBezTo>
                  <a:pt x="4695365" y="908299"/>
                  <a:pt x="4701680" y="901983"/>
                  <a:pt x="4701680" y="894519"/>
                </a:cubicBezTo>
                <a:cubicBezTo>
                  <a:pt x="4701680" y="887055"/>
                  <a:pt x="4695365" y="880740"/>
                  <a:pt x="4687901" y="880740"/>
                </a:cubicBezTo>
                <a:cubicBezTo>
                  <a:pt x="4680437" y="880740"/>
                  <a:pt x="4674121" y="887055"/>
                  <a:pt x="4674121" y="894519"/>
                </a:cubicBezTo>
                <a:cubicBezTo>
                  <a:pt x="4674121" y="901983"/>
                  <a:pt x="4680437" y="908299"/>
                  <a:pt x="4687901" y="908299"/>
                </a:cubicBezTo>
                <a:close/>
                <a:moveTo>
                  <a:pt x="4626467" y="908299"/>
                </a:moveTo>
                <a:cubicBezTo>
                  <a:pt x="4633931" y="908299"/>
                  <a:pt x="4640247" y="901983"/>
                  <a:pt x="4640247" y="894519"/>
                </a:cubicBezTo>
                <a:cubicBezTo>
                  <a:pt x="4640247" y="887055"/>
                  <a:pt x="4633931" y="880740"/>
                  <a:pt x="4626467" y="880740"/>
                </a:cubicBezTo>
                <a:cubicBezTo>
                  <a:pt x="4619004" y="880740"/>
                  <a:pt x="4612688" y="887055"/>
                  <a:pt x="4612688" y="894519"/>
                </a:cubicBezTo>
                <a:cubicBezTo>
                  <a:pt x="4612688" y="901983"/>
                  <a:pt x="4619004" y="908299"/>
                  <a:pt x="4626467" y="908299"/>
                </a:cubicBezTo>
                <a:close/>
                <a:moveTo>
                  <a:pt x="4441592" y="908299"/>
                </a:moveTo>
                <a:cubicBezTo>
                  <a:pt x="4449056" y="908299"/>
                  <a:pt x="4455372" y="901983"/>
                  <a:pt x="4455372" y="894519"/>
                </a:cubicBezTo>
                <a:cubicBezTo>
                  <a:pt x="4455372" y="887055"/>
                  <a:pt x="4449056" y="880740"/>
                  <a:pt x="4441592" y="880740"/>
                </a:cubicBezTo>
                <a:cubicBezTo>
                  <a:pt x="4434129" y="880740"/>
                  <a:pt x="4427813" y="887055"/>
                  <a:pt x="4427813" y="894519"/>
                </a:cubicBezTo>
                <a:cubicBezTo>
                  <a:pt x="4427813" y="901983"/>
                  <a:pt x="4434129" y="908299"/>
                  <a:pt x="4441592" y="908299"/>
                </a:cubicBezTo>
                <a:close/>
                <a:moveTo>
                  <a:pt x="4441592" y="857774"/>
                </a:moveTo>
                <a:cubicBezTo>
                  <a:pt x="4449056" y="857774"/>
                  <a:pt x="4455372" y="851458"/>
                  <a:pt x="4455372" y="843994"/>
                </a:cubicBezTo>
                <a:cubicBezTo>
                  <a:pt x="4455372" y="836531"/>
                  <a:pt x="4449056" y="830215"/>
                  <a:pt x="4441592" y="830215"/>
                </a:cubicBezTo>
                <a:cubicBezTo>
                  <a:pt x="4434129" y="830215"/>
                  <a:pt x="4427813" y="836531"/>
                  <a:pt x="4427813" y="843994"/>
                </a:cubicBezTo>
                <a:cubicBezTo>
                  <a:pt x="4427813" y="851458"/>
                  <a:pt x="4434129" y="857774"/>
                  <a:pt x="4441592" y="857774"/>
                </a:cubicBezTo>
                <a:close/>
                <a:moveTo>
                  <a:pt x="4687901" y="755576"/>
                </a:moveTo>
                <a:cubicBezTo>
                  <a:pt x="4695365" y="755576"/>
                  <a:pt x="4701680" y="749260"/>
                  <a:pt x="4701680" y="741797"/>
                </a:cubicBezTo>
                <a:cubicBezTo>
                  <a:pt x="4701680" y="734333"/>
                  <a:pt x="4695365" y="728017"/>
                  <a:pt x="4687901" y="728017"/>
                </a:cubicBezTo>
                <a:cubicBezTo>
                  <a:pt x="4680437" y="728017"/>
                  <a:pt x="4674121" y="734333"/>
                  <a:pt x="4674121" y="741797"/>
                </a:cubicBezTo>
                <a:cubicBezTo>
                  <a:pt x="4674121" y="749260"/>
                  <a:pt x="4680437" y="755576"/>
                  <a:pt x="4687901" y="755576"/>
                </a:cubicBezTo>
                <a:close/>
                <a:moveTo>
                  <a:pt x="4565034" y="755576"/>
                </a:moveTo>
                <a:cubicBezTo>
                  <a:pt x="4572498" y="755576"/>
                  <a:pt x="4578813" y="749260"/>
                  <a:pt x="4578813" y="741797"/>
                </a:cubicBezTo>
                <a:cubicBezTo>
                  <a:pt x="4578813" y="734333"/>
                  <a:pt x="4572498" y="728017"/>
                  <a:pt x="4565034" y="728017"/>
                </a:cubicBezTo>
                <a:cubicBezTo>
                  <a:pt x="4557570" y="728017"/>
                  <a:pt x="4551254" y="734333"/>
                  <a:pt x="4551254" y="741797"/>
                </a:cubicBezTo>
                <a:cubicBezTo>
                  <a:pt x="4551254" y="749260"/>
                  <a:pt x="4557570" y="755576"/>
                  <a:pt x="4565034" y="755576"/>
                </a:cubicBezTo>
                <a:close/>
                <a:moveTo>
                  <a:pt x="4565034" y="806675"/>
                </a:moveTo>
                <a:cubicBezTo>
                  <a:pt x="4572498" y="806675"/>
                  <a:pt x="4578813" y="800359"/>
                  <a:pt x="4578813" y="792896"/>
                </a:cubicBezTo>
                <a:cubicBezTo>
                  <a:pt x="4578813" y="785432"/>
                  <a:pt x="4572498" y="779116"/>
                  <a:pt x="4565034" y="779116"/>
                </a:cubicBezTo>
                <a:cubicBezTo>
                  <a:pt x="4557570" y="779116"/>
                  <a:pt x="4551254" y="785432"/>
                  <a:pt x="4551254" y="792896"/>
                </a:cubicBezTo>
                <a:cubicBezTo>
                  <a:pt x="4551254" y="800359"/>
                  <a:pt x="4557570" y="806675"/>
                  <a:pt x="4565034" y="806675"/>
                </a:cubicBezTo>
                <a:close/>
                <a:moveTo>
                  <a:pt x="4626467" y="755576"/>
                </a:moveTo>
                <a:cubicBezTo>
                  <a:pt x="4633931" y="755576"/>
                  <a:pt x="4640247" y="749260"/>
                  <a:pt x="4640247" y="741797"/>
                </a:cubicBezTo>
                <a:cubicBezTo>
                  <a:pt x="4640247" y="734333"/>
                  <a:pt x="4633931" y="728017"/>
                  <a:pt x="4626467" y="728017"/>
                </a:cubicBezTo>
                <a:cubicBezTo>
                  <a:pt x="4619004" y="728017"/>
                  <a:pt x="4612688" y="734333"/>
                  <a:pt x="4612688" y="741797"/>
                </a:cubicBezTo>
                <a:cubicBezTo>
                  <a:pt x="4612688" y="749260"/>
                  <a:pt x="4619004" y="755576"/>
                  <a:pt x="4626467" y="755576"/>
                </a:cubicBezTo>
                <a:close/>
                <a:moveTo>
                  <a:pt x="4687901" y="806675"/>
                </a:moveTo>
                <a:cubicBezTo>
                  <a:pt x="4695365" y="806675"/>
                  <a:pt x="4701680" y="800359"/>
                  <a:pt x="4701680" y="792896"/>
                </a:cubicBezTo>
                <a:cubicBezTo>
                  <a:pt x="4701680" y="785432"/>
                  <a:pt x="4695365" y="779116"/>
                  <a:pt x="4687901" y="779116"/>
                </a:cubicBezTo>
                <a:cubicBezTo>
                  <a:pt x="4680437" y="779116"/>
                  <a:pt x="4674121" y="785432"/>
                  <a:pt x="4674121" y="792896"/>
                </a:cubicBezTo>
                <a:cubicBezTo>
                  <a:pt x="4674121" y="800359"/>
                  <a:pt x="4680437" y="806675"/>
                  <a:pt x="4687901" y="806675"/>
                </a:cubicBezTo>
                <a:close/>
                <a:moveTo>
                  <a:pt x="4626467" y="806675"/>
                </a:moveTo>
                <a:cubicBezTo>
                  <a:pt x="4633931" y="806675"/>
                  <a:pt x="4640247" y="800359"/>
                  <a:pt x="4640247" y="792896"/>
                </a:cubicBezTo>
                <a:cubicBezTo>
                  <a:pt x="4640247" y="785432"/>
                  <a:pt x="4633931" y="779116"/>
                  <a:pt x="4626467" y="779116"/>
                </a:cubicBezTo>
                <a:cubicBezTo>
                  <a:pt x="4619004" y="779116"/>
                  <a:pt x="4612688" y="785432"/>
                  <a:pt x="4612688" y="792896"/>
                </a:cubicBezTo>
                <a:cubicBezTo>
                  <a:pt x="4612688" y="800359"/>
                  <a:pt x="4619004" y="806675"/>
                  <a:pt x="4626467" y="806675"/>
                </a:cubicBezTo>
                <a:close/>
                <a:moveTo>
                  <a:pt x="4441592" y="806675"/>
                </a:moveTo>
                <a:cubicBezTo>
                  <a:pt x="4449056" y="806675"/>
                  <a:pt x="4455372" y="800359"/>
                  <a:pt x="4455372" y="792896"/>
                </a:cubicBezTo>
                <a:cubicBezTo>
                  <a:pt x="4455372" y="785432"/>
                  <a:pt x="4449056" y="779116"/>
                  <a:pt x="4441592" y="779116"/>
                </a:cubicBezTo>
                <a:cubicBezTo>
                  <a:pt x="4434129" y="779116"/>
                  <a:pt x="4427813" y="785432"/>
                  <a:pt x="4427813" y="792896"/>
                </a:cubicBezTo>
                <a:cubicBezTo>
                  <a:pt x="4427813" y="800359"/>
                  <a:pt x="4434129" y="806675"/>
                  <a:pt x="4441592" y="806675"/>
                </a:cubicBezTo>
                <a:close/>
                <a:moveTo>
                  <a:pt x="4441592" y="755576"/>
                </a:moveTo>
                <a:cubicBezTo>
                  <a:pt x="4449056" y="755576"/>
                  <a:pt x="4455372" y="749260"/>
                  <a:pt x="4455372" y="741797"/>
                </a:cubicBezTo>
                <a:cubicBezTo>
                  <a:pt x="4455372" y="734333"/>
                  <a:pt x="4449056" y="728017"/>
                  <a:pt x="4441592" y="728017"/>
                </a:cubicBezTo>
                <a:cubicBezTo>
                  <a:pt x="4434129" y="728017"/>
                  <a:pt x="4427813" y="734333"/>
                  <a:pt x="4427813" y="741797"/>
                </a:cubicBezTo>
                <a:cubicBezTo>
                  <a:pt x="4427813" y="749260"/>
                  <a:pt x="4434129" y="755576"/>
                  <a:pt x="4441592" y="755576"/>
                </a:cubicBezTo>
                <a:close/>
                <a:moveTo>
                  <a:pt x="4503600" y="755576"/>
                </a:moveTo>
                <a:cubicBezTo>
                  <a:pt x="4511064" y="755576"/>
                  <a:pt x="4517380" y="749260"/>
                  <a:pt x="4517380" y="741797"/>
                </a:cubicBezTo>
                <a:cubicBezTo>
                  <a:pt x="4517380" y="734333"/>
                  <a:pt x="4511064" y="728017"/>
                  <a:pt x="4503600" y="728017"/>
                </a:cubicBezTo>
                <a:cubicBezTo>
                  <a:pt x="4496136" y="728017"/>
                  <a:pt x="4489821" y="734333"/>
                  <a:pt x="4489821" y="741797"/>
                </a:cubicBezTo>
                <a:cubicBezTo>
                  <a:pt x="4489821" y="749260"/>
                  <a:pt x="4496136" y="755576"/>
                  <a:pt x="4503600" y="755576"/>
                </a:cubicBezTo>
                <a:close/>
                <a:moveTo>
                  <a:pt x="4503600" y="806675"/>
                </a:moveTo>
                <a:cubicBezTo>
                  <a:pt x="4511064" y="806675"/>
                  <a:pt x="4517380" y="800359"/>
                  <a:pt x="4517380" y="792896"/>
                </a:cubicBezTo>
                <a:cubicBezTo>
                  <a:pt x="4517380" y="785432"/>
                  <a:pt x="4511064" y="779116"/>
                  <a:pt x="4503600" y="779116"/>
                </a:cubicBezTo>
                <a:cubicBezTo>
                  <a:pt x="4496136" y="779116"/>
                  <a:pt x="4489821" y="785432"/>
                  <a:pt x="4489821" y="792896"/>
                </a:cubicBezTo>
                <a:cubicBezTo>
                  <a:pt x="4489821" y="800359"/>
                  <a:pt x="4496136" y="806675"/>
                  <a:pt x="4503600" y="806675"/>
                </a:cubicBezTo>
                <a:close/>
                <a:moveTo>
                  <a:pt x="13316164" y="4210786"/>
                </a:moveTo>
                <a:lnTo>
                  <a:pt x="13408028" y="4210786"/>
                </a:lnTo>
                <a:cubicBezTo>
                  <a:pt x="13431568" y="4210786"/>
                  <a:pt x="13451089" y="4191265"/>
                  <a:pt x="13451089" y="4167725"/>
                </a:cubicBezTo>
                <a:lnTo>
                  <a:pt x="13451089" y="4075288"/>
                </a:lnTo>
                <a:cubicBezTo>
                  <a:pt x="13451089" y="4051747"/>
                  <a:pt x="13431568" y="4032227"/>
                  <a:pt x="13408028" y="4032227"/>
                </a:cubicBezTo>
                <a:lnTo>
                  <a:pt x="13316164" y="4032227"/>
                </a:lnTo>
                <a:cubicBezTo>
                  <a:pt x="13292624" y="4032227"/>
                  <a:pt x="13273103" y="4051747"/>
                  <a:pt x="13273103" y="4075288"/>
                </a:cubicBezTo>
                <a:lnTo>
                  <a:pt x="13273103" y="4167725"/>
                </a:lnTo>
                <a:cubicBezTo>
                  <a:pt x="13273103" y="4191265"/>
                  <a:pt x="13292624" y="4210786"/>
                  <a:pt x="13316164" y="4210786"/>
                </a:cubicBezTo>
                <a:close/>
                <a:moveTo>
                  <a:pt x="13283438" y="4075862"/>
                </a:moveTo>
                <a:cubicBezTo>
                  <a:pt x="13283438" y="4058063"/>
                  <a:pt x="13298365" y="4043135"/>
                  <a:pt x="13316164" y="4043135"/>
                </a:cubicBezTo>
                <a:lnTo>
                  <a:pt x="13408028" y="4043135"/>
                </a:lnTo>
                <a:cubicBezTo>
                  <a:pt x="13425827" y="4043135"/>
                  <a:pt x="13440754" y="4057489"/>
                  <a:pt x="13440754" y="4075862"/>
                </a:cubicBezTo>
                <a:lnTo>
                  <a:pt x="13440754" y="4168299"/>
                </a:lnTo>
                <a:cubicBezTo>
                  <a:pt x="13440754" y="4186098"/>
                  <a:pt x="13425827" y="4201025"/>
                  <a:pt x="13408028" y="4201025"/>
                </a:cubicBezTo>
                <a:lnTo>
                  <a:pt x="13316164" y="4201025"/>
                </a:lnTo>
                <a:cubicBezTo>
                  <a:pt x="13298365" y="4201025"/>
                  <a:pt x="13283438" y="4186672"/>
                  <a:pt x="13283438" y="4168299"/>
                </a:cubicBezTo>
                <a:lnTo>
                  <a:pt x="13283438" y="4075862"/>
                </a:lnTo>
                <a:close/>
                <a:moveTo>
                  <a:pt x="13049761" y="4210786"/>
                </a:moveTo>
                <a:lnTo>
                  <a:pt x="13141625" y="4210786"/>
                </a:lnTo>
                <a:cubicBezTo>
                  <a:pt x="13165164" y="4210786"/>
                  <a:pt x="13184685" y="4191265"/>
                  <a:pt x="13184685" y="4167725"/>
                </a:cubicBezTo>
                <a:lnTo>
                  <a:pt x="13184685" y="4075288"/>
                </a:lnTo>
                <a:cubicBezTo>
                  <a:pt x="13184685" y="4051747"/>
                  <a:pt x="13165164" y="4032227"/>
                  <a:pt x="13141625" y="4032227"/>
                </a:cubicBezTo>
                <a:lnTo>
                  <a:pt x="13049761" y="4032227"/>
                </a:lnTo>
                <a:cubicBezTo>
                  <a:pt x="13026221" y="4032227"/>
                  <a:pt x="13006700" y="4051747"/>
                  <a:pt x="13006700" y="4075288"/>
                </a:cubicBezTo>
                <a:lnTo>
                  <a:pt x="13006700" y="4167725"/>
                </a:lnTo>
                <a:cubicBezTo>
                  <a:pt x="13006700" y="4191265"/>
                  <a:pt x="13026221" y="4210786"/>
                  <a:pt x="13049761" y="4210786"/>
                </a:cubicBezTo>
                <a:close/>
                <a:moveTo>
                  <a:pt x="13017034" y="4075862"/>
                </a:moveTo>
                <a:cubicBezTo>
                  <a:pt x="13017034" y="4058063"/>
                  <a:pt x="13031962" y="4043135"/>
                  <a:pt x="13049761" y="4043135"/>
                </a:cubicBezTo>
                <a:lnTo>
                  <a:pt x="13141625" y="4043135"/>
                </a:lnTo>
                <a:cubicBezTo>
                  <a:pt x="13159422" y="4043135"/>
                  <a:pt x="13174351" y="4057489"/>
                  <a:pt x="13174351" y="4075862"/>
                </a:cubicBezTo>
                <a:lnTo>
                  <a:pt x="13174351" y="4168299"/>
                </a:lnTo>
                <a:cubicBezTo>
                  <a:pt x="13174351" y="4186098"/>
                  <a:pt x="13159422" y="4201025"/>
                  <a:pt x="13141625" y="4201025"/>
                </a:cubicBezTo>
                <a:lnTo>
                  <a:pt x="13049761" y="4201025"/>
                </a:lnTo>
                <a:cubicBezTo>
                  <a:pt x="13031962" y="4201025"/>
                  <a:pt x="13017034" y="4186672"/>
                  <a:pt x="13017034" y="4168299"/>
                </a:cubicBezTo>
                <a:lnTo>
                  <a:pt x="13017034" y="4075862"/>
                </a:lnTo>
                <a:close/>
                <a:moveTo>
                  <a:pt x="13049761" y="3944382"/>
                </a:moveTo>
                <a:lnTo>
                  <a:pt x="13141625" y="3944382"/>
                </a:lnTo>
                <a:cubicBezTo>
                  <a:pt x="13165164" y="3944382"/>
                  <a:pt x="13184685" y="3924861"/>
                  <a:pt x="13184685" y="3901321"/>
                </a:cubicBezTo>
                <a:lnTo>
                  <a:pt x="13184685" y="3809458"/>
                </a:lnTo>
                <a:cubicBezTo>
                  <a:pt x="13184685" y="3785918"/>
                  <a:pt x="13165164" y="3766397"/>
                  <a:pt x="13141625" y="3766397"/>
                </a:cubicBezTo>
                <a:lnTo>
                  <a:pt x="13049761" y="3766397"/>
                </a:lnTo>
                <a:cubicBezTo>
                  <a:pt x="13026221" y="3766397"/>
                  <a:pt x="13006700" y="3785918"/>
                  <a:pt x="13006700" y="3809458"/>
                </a:cubicBezTo>
                <a:lnTo>
                  <a:pt x="13006700" y="3901321"/>
                </a:lnTo>
                <a:cubicBezTo>
                  <a:pt x="13006700" y="3924861"/>
                  <a:pt x="13026221" y="3944382"/>
                  <a:pt x="13049761" y="3944382"/>
                </a:cubicBezTo>
                <a:close/>
                <a:moveTo>
                  <a:pt x="13017034" y="3809458"/>
                </a:moveTo>
                <a:cubicBezTo>
                  <a:pt x="13017034" y="3791659"/>
                  <a:pt x="13031962" y="3776732"/>
                  <a:pt x="13049761" y="3776732"/>
                </a:cubicBezTo>
                <a:lnTo>
                  <a:pt x="13141625" y="3776732"/>
                </a:lnTo>
                <a:cubicBezTo>
                  <a:pt x="13159422" y="3776732"/>
                  <a:pt x="13174351" y="3791659"/>
                  <a:pt x="13174351" y="3809458"/>
                </a:cubicBezTo>
                <a:lnTo>
                  <a:pt x="13174351" y="3901321"/>
                </a:lnTo>
                <a:cubicBezTo>
                  <a:pt x="13174351" y="3919120"/>
                  <a:pt x="13159422" y="3934047"/>
                  <a:pt x="13141625" y="3934047"/>
                </a:cubicBezTo>
                <a:lnTo>
                  <a:pt x="13049761" y="3934047"/>
                </a:lnTo>
                <a:cubicBezTo>
                  <a:pt x="13031962" y="3934047"/>
                  <a:pt x="13017034" y="3919120"/>
                  <a:pt x="13017034" y="3901321"/>
                </a:cubicBezTo>
                <a:lnTo>
                  <a:pt x="13017034" y="3809458"/>
                </a:lnTo>
                <a:close/>
                <a:moveTo>
                  <a:pt x="13316164" y="3944382"/>
                </a:moveTo>
                <a:lnTo>
                  <a:pt x="13408028" y="3944382"/>
                </a:lnTo>
                <a:cubicBezTo>
                  <a:pt x="13431568" y="3944382"/>
                  <a:pt x="13451089" y="3924861"/>
                  <a:pt x="13451089" y="3901321"/>
                </a:cubicBezTo>
                <a:lnTo>
                  <a:pt x="13451089" y="3809458"/>
                </a:lnTo>
                <a:cubicBezTo>
                  <a:pt x="13451089" y="3785918"/>
                  <a:pt x="13431568" y="3766397"/>
                  <a:pt x="13408028" y="3766397"/>
                </a:cubicBezTo>
                <a:lnTo>
                  <a:pt x="13316164" y="3766397"/>
                </a:lnTo>
                <a:cubicBezTo>
                  <a:pt x="13292624" y="3766397"/>
                  <a:pt x="13273103" y="3785918"/>
                  <a:pt x="13273103" y="3809458"/>
                </a:cubicBezTo>
                <a:lnTo>
                  <a:pt x="13273103" y="3901321"/>
                </a:lnTo>
                <a:cubicBezTo>
                  <a:pt x="13273103" y="3924861"/>
                  <a:pt x="13292624" y="3944382"/>
                  <a:pt x="13316164" y="3944382"/>
                </a:cubicBezTo>
                <a:close/>
                <a:moveTo>
                  <a:pt x="13283438" y="3809458"/>
                </a:moveTo>
                <a:cubicBezTo>
                  <a:pt x="13283438" y="3791659"/>
                  <a:pt x="13298365" y="3776732"/>
                  <a:pt x="13316164" y="3776732"/>
                </a:cubicBezTo>
                <a:lnTo>
                  <a:pt x="13408028" y="3776732"/>
                </a:lnTo>
                <a:cubicBezTo>
                  <a:pt x="13425827" y="3776732"/>
                  <a:pt x="13440754" y="3791659"/>
                  <a:pt x="13440754" y="3809458"/>
                </a:cubicBezTo>
                <a:lnTo>
                  <a:pt x="13440754" y="3901321"/>
                </a:lnTo>
                <a:cubicBezTo>
                  <a:pt x="13440754" y="3919120"/>
                  <a:pt x="13425827" y="3934047"/>
                  <a:pt x="13408028" y="3934047"/>
                </a:cubicBezTo>
                <a:lnTo>
                  <a:pt x="13316164" y="3934047"/>
                </a:lnTo>
                <a:cubicBezTo>
                  <a:pt x="13298365" y="3934047"/>
                  <a:pt x="13283438" y="3919120"/>
                  <a:pt x="13283438" y="3901321"/>
                </a:cubicBezTo>
                <a:lnTo>
                  <a:pt x="13283438" y="3809458"/>
                </a:lnTo>
                <a:close/>
                <a:moveTo>
                  <a:pt x="532233" y="748686"/>
                </a:moveTo>
                <a:lnTo>
                  <a:pt x="439796" y="748686"/>
                </a:lnTo>
                <a:cubicBezTo>
                  <a:pt x="416256" y="748686"/>
                  <a:pt x="396735" y="768207"/>
                  <a:pt x="396735" y="791747"/>
                </a:cubicBezTo>
                <a:lnTo>
                  <a:pt x="396735" y="884185"/>
                </a:lnTo>
                <a:cubicBezTo>
                  <a:pt x="396735" y="907725"/>
                  <a:pt x="416256" y="927246"/>
                  <a:pt x="439796" y="927246"/>
                </a:cubicBezTo>
                <a:lnTo>
                  <a:pt x="532233" y="927246"/>
                </a:lnTo>
                <a:cubicBezTo>
                  <a:pt x="555773" y="927246"/>
                  <a:pt x="575294" y="907725"/>
                  <a:pt x="575294" y="884185"/>
                </a:cubicBezTo>
                <a:lnTo>
                  <a:pt x="575294" y="791747"/>
                </a:lnTo>
                <a:cubicBezTo>
                  <a:pt x="575294" y="768207"/>
                  <a:pt x="555773" y="748686"/>
                  <a:pt x="532233" y="748686"/>
                </a:cubicBezTo>
                <a:close/>
                <a:moveTo>
                  <a:pt x="564960" y="884185"/>
                </a:moveTo>
                <a:cubicBezTo>
                  <a:pt x="564960" y="901983"/>
                  <a:pt x="550032" y="916911"/>
                  <a:pt x="532233" y="916911"/>
                </a:cubicBezTo>
                <a:lnTo>
                  <a:pt x="439796" y="916911"/>
                </a:lnTo>
                <a:cubicBezTo>
                  <a:pt x="421997" y="916911"/>
                  <a:pt x="407069" y="901983"/>
                  <a:pt x="407069" y="884185"/>
                </a:cubicBezTo>
                <a:lnTo>
                  <a:pt x="407069" y="791747"/>
                </a:lnTo>
                <a:cubicBezTo>
                  <a:pt x="407069" y="773949"/>
                  <a:pt x="421997" y="759021"/>
                  <a:pt x="439796" y="759021"/>
                </a:cubicBezTo>
                <a:lnTo>
                  <a:pt x="532233" y="759021"/>
                </a:lnTo>
                <a:cubicBezTo>
                  <a:pt x="550032" y="759021"/>
                  <a:pt x="564960" y="773949"/>
                  <a:pt x="564960" y="791747"/>
                </a:cubicBezTo>
                <a:lnTo>
                  <a:pt x="564960" y="884185"/>
                </a:lnTo>
                <a:close/>
                <a:moveTo>
                  <a:pt x="706774" y="927246"/>
                </a:moveTo>
                <a:lnTo>
                  <a:pt x="799211" y="927246"/>
                </a:lnTo>
                <a:cubicBezTo>
                  <a:pt x="822751" y="927246"/>
                  <a:pt x="842272" y="907725"/>
                  <a:pt x="842272" y="884185"/>
                </a:cubicBezTo>
                <a:lnTo>
                  <a:pt x="842272" y="791747"/>
                </a:lnTo>
                <a:cubicBezTo>
                  <a:pt x="842272" y="768207"/>
                  <a:pt x="822751" y="748686"/>
                  <a:pt x="799211" y="748686"/>
                </a:cubicBezTo>
                <a:lnTo>
                  <a:pt x="706774" y="748686"/>
                </a:lnTo>
                <a:cubicBezTo>
                  <a:pt x="683234" y="748686"/>
                  <a:pt x="663713" y="768207"/>
                  <a:pt x="663713" y="791747"/>
                </a:cubicBezTo>
                <a:lnTo>
                  <a:pt x="663713" y="884185"/>
                </a:lnTo>
                <a:cubicBezTo>
                  <a:pt x="663713" y="907725"/>
                  <a:pt x="683234" y="927246"/>
                  <a:pt x="706774" y="927246"/>
                </a:cubicBezTo>
                <a:close/>
                <a:moveTo>
                  <a:pt x="674047" y="791747"/>
                </a:moveTo>
                <a:cubicBezTo>
                  <a:pt x="674047" y="773949"/>
                  <a:pt x="688975" y="759021"/>
                  <a:pt x="706774" y="759021"/>
                </a:cubicBezTo>
                <a:lnTo>
                  <a:pt x="799211" y="759021"/>
                </a:lnTo>
                <a:cubicBezTo>
                  <a:pt x="817010" y="759021"/>
                  <a:pt x="831937" y="773949"/>
                  <a:pt x="831937" y="791747"/>
                </a:cubicBezTo>
                <a:lnTo>
                  <a:pt x="831937" y="884185"/>
                </a:lnTo>
                <a:cubicBezTo>
                  <a:pt x="831937" y="901983"/>
                  <a:pt x="817010" y="916911"/>
                  <a:pt x="799211" y="916911"/>
                </a:cubicBezTo>
                <a:lnTo>
                  <a:pt x="706774" y="916911"/>
                </a:lnTo>
                <a:cubicBezTo>
                  <a:pt x="688975" y="916911"/>
                  <a:pt x="674047" y="901983"/>
                  <a:pt x="674047" y="884185"/>
                </a:cubicBezTo>
                <a:lnTo>
                  <a:pt x="674047" y="791747"/>
                </a:lnTo>
                <a:close/>
                <a:moveTo>
                  <a:pt x="532233" y="1015090"/>
                </a:moveTo>
                <a:lnTo>
                  <a:pt x="439796" y="1015090"/>
                </a:lnTo>
                <a:cubicBezTo>
                  <a:pt x="416256" y="1015090"/>
                  <a:pt x="396735" y="1034611"/>
                  <a:pt x="396735" y="1058151"/>
                </a:cubicBezTo>
                <a:lnTo>
                  <a:pt x="396735" y="1150588"/>
                </a:lnTo>
                <a:cubicBezTo>
                  <a:pt x="396735" y="1174128"/>
                  <a:pt x="416256" y="1193649"/>
                  <a:pt x="439796" y="1193649"/>
                </a:cubicBezTo>
                <a:lnTo>
                  <a:pt x="532233" y="1193649"/>
                </a:lnTo>
                <a:cubicBezTo>
                  <a:pt x="555773" y="1193649"/>
                  <a:pt x="575294" y="1174128"/>
                  <a:pt x="575294" y="1150588"/>
                </a:cubicBezTo>
                <a:lnTo>
                  <a:pt x="575294" y="1058151"/>
                </a:lnTo>
                <a:cubicBezTo>
                  <a:pt x="575294" y="1034611"/>
                  <a:pt x="555773" y="1015090"/>
                  <a:pt x="532233" y="1015090"/>
                </a:cubicBezTo>
                <a:close/>
                <a:moveTo>
                  <a:pt x="564960" y="1150588"/>
                </a:moveTo>
                <a:cubicBezTo>
                  <a:pt x="564960" y="1168387"/>
                  <a:pt x="550032" y="1183315"/>
                  <a:pt x="532233" y="1183315"/>
                </a:cubicBezTo>
                <a:lnTo>
                  <a:pt x="439796" y="1183315"/>
                </a:lnTo>
                <a:cubicBezTo>
                  <a:pt x="421997" y="1183315"/>
                  <a:pt x="407069" y="1168387"/>
                  <a:pt x="407069" y="1150588"/>
                </a:cubicBezTo>
                <a:lnTo>
                  <a:pt x="407069" y="1058151"/>
                </a:lnTo>
                <a:cubicBezTo>
                  <a:pt x="407069" y="1040352"/>
                  <a:pt x="421997" y="1025425"/>
                  <a:pt x="439796" y="1025425"/>
                </a:cubicBezTo>
                <a:lnTo>
                  <a:pt x="532233" y="1025425"/>
                </a:lnTo>
                <a:cubicBezTo>
                  <a:pt x="550032" y="1025425"/>
                  <a:pt x="564960" y="1040352"/>
                  <a:pt x="564960" y="1058151"/>
                </a:cubicBezTo>
                <a:lnTo>
                  <a:pt x="564960" y="1150588"/>
                </a:lnTo>
                <a:close/>
                <a:moveTo>
                  <a:pt x="706774" y="1193649"/>
                </a:moveTo>
                <a:lnTo>
                  <a:pt x="799211" y="1193649"/>
                </a:lnTo>
                <a:cubicBezTo>
                  <a:pt x="822751" y="1193649"/>
                  <a:pt x="842272" y="1174128"/>
                  <a:pt x="842272" y="1150588"/>
                </a:cubicBezTo>
                <a:lnTo>
                  <a:pt x="842272" y="1058151"/>
                </a:lnTo>
                <a:cubicBezTo>
                  <a:pt x="842272" y="1034611"/>
                  <a:pt x="822751" y="1015090"/>
                  <a:pt x="799211" y="1015090"/>
                </a:cubicBezTo>
                <a:lnTo>
                  <a:pt x="706774" y="1015090"/>
                </a:lnTo>
                <a:cubicBezTo>
                  <a:pt x="683234" y="1015090"/>
                  <a:pt x="663713" y="1034611"/>
                  <a:pt x="663713" y="1058151"/>
                </a:cubicBezTo>
                <a:lnTo>
                  <a:pt x="663713" y="1150588"/>
                </a:lnTo>
                <a:cubicBezTo>
                  <a:pt x="663713" y="1174128"/>
                  <a:pt x="683234" y="1193649"/>
                  <a:pt x="706774" y="1193649"/>
                </a:cubicBezTo>
                <a:close/>
                <a:moveTo>
                  <a:pt x="674047" y="1058151"/>
                </a:moveTo>
                <a:cubicBezTo>
                  <a:pt x="674047" y="1040352"/>
                  <a:pt x="688975" y="1025425"/>
                  <a:pt x="706774" y="1025425"/>
                </a:cubicBezTo>
                <a:lnTo>
                  <a:pt x="799211" y="1025425"/>
                </a:lnTo>
                <a:cubicBezTo>
                  <a:pt x="817010" y="1025425"/>
                  <a:pt x="831937" y="1040352"/>
                  <a:pt x="831937" y="1058151"/>
                </a:cubicBezTo>
                <a:lnTo>
                  <a:pt x="831937" y="1150588"/>
                </a:lnTo>
                <a:cubicBezTo>
                  <a:pt x="831937" y="1168387"/>
                  <a:pt x="817010" y="1183315"/>
                  <a:pt x="799211" y="1183315"/>
                </a:cubicBezTo>
                <a:lnTo>
                  <a:pt x="706774" y="1183315"/>
                </a:lnTo>
                <a:cubicBezTo>
                  <a:pt x="688975" y="1183315"/>
                  <a:pt x="674047" y="1168387"/>
                  <a:pt x="674047" y="1150588"/>
                </a:cubicBezTo>
                <a:lnTo>
                  <a:pt x="674047" y="1058151"/>
                </a:lnTo>
                <a:close/>
                <a:moveTo>
                  <a:pt x="0" y="2897140"/>
                </a:moveTo>
                <a:lnTo>
                  <a:pt x="133776" y="3030916"/>
                </a:lnTo>
                <a:lnTo>
                  <a:pt x="133776" y="2940775"/>
                </a:lnTo>
                <a:lnTo>
                  <a:pt x="0" y="2806999"/>
                </a:lnTo>
                <a:cubicBezTo>
                  <a:pt x="0" y="2837240"/>
                  <a:pt x="0" y="2867285"/>
                  <a:pt x="0" y="2897140"/>
                </a:cubicBezTo>
                <a:close/>
                <a:moveTo>
                  <a:pt x="0" y="2584231"/>
                </a:moveTo>
                <a:lnTo>
                  <a:pt x="133776" y="2718007"/>
                </a:lnTo>
                <a:lnTo>
                  <a:pt x="133776" y="2627866"/>
                </a:lnTo>
                <a:lnTo>
                  <a:pt x="0" y="2494090"/>
                </a:lnTo>
                <a:cubicBezTo>
                  <a:pt x="0" y="2524330"/>
                  <a:pt x="0" y="2554375"/>
                  <a:pt x="0" y="2584231"/>
                </a:cubicBezTo>
                <a:close/>
                <a:moveTo>
                  <a:pt x="0" y="3210050"/>
                </a:moveTo>
                <a:lnTo>
                  <a:pt x="133776" y="3343826"/>
                </a:lnTo>
                <a:lnTo>
                  <a:pt x="133776" y="3253685"/>
                </a:lnTo>
                <a:lnTo>
                  <a:pt x="0" y="3119909"/>
                </a:lnTo>
                <a:cubicBezTo>
                  <a:pt x="0" y="3150149"/>
                  <a:pt x="0" y="3180194"/>
                  <a:pt x="0" y="3210050"/>
                </a:cubicBezTo>
                <a:close/>
                <a:moveTo>
                  <a:pt x="0" y="3053882"/>
                </a:moveTo>
                <a:lnTo>
                  <a:pt x="133776" y="3187658"/>
                </a:lnTo>
                <a:lnTo>
                  <a:pt x="133776" y="3097517"/>
                </a:lnTo>
                <a:lnTo>
                  <a:pt x="0" y="2963741"/>
                </a:lnTo>
                <a:cubicBezTo>
                  <a:pt x="0" y="2993981"/>
                  <a:pt x="0" y="3024026"/>
                  <a:pt x="0" y="3053882"/>
                </a:cubicBezTo>
                <a:close/>
                <a:moveTo>
                  <a:pt x="0" y="2740398"/>
                </a:moveTo>
                <a:lnTo>
                  <a:pt x="133776" y="2874174"/>
                </a:lnTo>
                <a:lnTo>
                  <a:pt x="133776" y="2784033"/>
                </a:lnTo>
                <a:lnTo>
                  <a:pt x="0" y="2650257"/>
                </a:lnTo>
                <a:cubicBezTo>
                  <a:pt x="0" y="2680498"/>
                  <a:pt x="0" y="2710543"/>
                  <a:pt x="0" y="2740398"/>
                </a:cubicBezTo>
                <a:close/>
                <a:moveTo>
                  <a:pt x="14554597" y="8052396"/>
                </a:moveTo>
                <a:cubicBezTo>
                  <a:pt x="14576012" y="8073812"/>
                  <a:pt x="14597255" y="8095055"/>
                  <a:pt x="14618327" y="8116126"/>
                </a:cubicBezTo>
                <a:lnTo>
                  <a:pt x="14807795" y="8116126"/>
                </a:lnTo>
                <a:lnTo>
                  <a:pt x="14744065" y="8052396"/>
                </a:lnTo>
                <a:lnTo>
                  <a:pt x="14554597" y="8052396"/>
                </a:lnTo>
                <a:close/>
                <a:moveTo>
                  <a:pt x="14633254" y="7941586"/>
                </a:moveTo>
                <a:lnTo>
                  <a:pt x="14443786" y="7941586"/>
                </a:lnTo>
                <a:cubicBezTo>
                  <a:pt x="14465202" y="7963001"/>
                  <a:pt x="14486446" y="7984245"/>
                  <a:pt x="14507517" y="8005316"/>
                </a:cubicBezTo>
                <a:lnTo>
                  <a:pt x="14696985" y="8005316"/>
                </a:lnTo>
                <a:lnTo>
                  <a:pt x="14633254" y="7941586"/>
                </a:lnTo>
                <a:close/>
                <a:moveTo>
                  <a:pt x="14301399" y="7609730"/>
                </a:moveTo>
                <a:lnTo>
                  <a:pt x="14111931" y="7609730"/>
                </a:lnTo>
                <a:cubicBezTo>
                  <a:pt x="14133347" y="7631145"/>
                  <a:pt x="14154590" y="7652388"/>
                  <a:pt x="14175660" y="7673460"/>
                </a:cubicBezTo>
                <a:lnTo>
                  <a:pt x="14365128" y="7673460"/>
                </a:lnTo>
                <a:lnTo>
                  <a:pt x="14301399" y="7609730"/>
                </a:lnTo>
                <a:close/>
                <a:moveTo>
                  <a:pt x="14523019" y="7830776"/>
                </a:moveTo>
                <a:lnTo>
                  <a:pt x="14333550" y="7830776"/>
                </a:lnTo>
                <a:cubicBezTo>
                  <a:pt x="14354966" y="7852192"/>
                  <a:pt x="14376209" y="7873435"/>
                  <a:pt x="14397281" y="7894506"/>
                </a:cubicBezTo>
                <a:lnTo>
                  <a:pt x="14586749" y="7894506"/>
                </a:lnTo>
                <a:cubicBezTo>
                  <a:pt x="14586749" y="7894506"/>
                  <a:pt x="14523019" y="7830776"/>
                  <a:pt x="14523019" y="7830776"/>
                </a:cubicBezTo>
                <a:close/>
                <a:moveTo>
                  <a:pt x="14412208" y="7720540"/>
                </a:moveTo>
                <a:lnTo>
                  <a:pt x="14222740" y="7720540"/>
                </a:lnTo>
                <a:cubicBezTo>
                  <a:pt x="14244156" y="7741955"/>
                  <a:pt x="14265400" y="7763199"/>
                  <a:pt x="14286471" y="7784270"/>
                </a:cubicBezTo>
                <a:lnTo>
                  <a:pt x="14475939" y="7784270"/>
                </a:lnTo>
                <a:cubicBezTo>
                  <a:pt x="14475939" y="7784270"/>
                  <a:pt x="14412208" y="7720540"/>
                  <a:pt x="14412208" y="7720540"/>
                </a:cubicBezTo>
                <a:close/>
              </a:path>
            </a:pathLst>
          </a:custGeom>
          <a:solidFill>
            <a:srgbClr val="00227F"/>
          </a:solidFill>
          <a:ln w="57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4B9F6DF-0855-7B43-24F7-DA4A84241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0115653" cy="6858000"/>
          </a:xfrm>
          <a:prstGeom prst="rect">
            <a:avLst/>
          </a:prstGeom>
          <a:gradFill flip="none" rotWithShape="1">
            <a:gsLst>
              <a:gs pos="350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25E1C04-E123-5B84-C01A-3D4587468A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65285" y="1867615"/>
            <a:ext cx="2913376" cy="2913368"/>
          </a:xfrm>
          <a:prstGeom prst="ellipse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5" name="Freeform 54">
            <a:extLst>
              <a:ext uri="{FF2B5EF4-FFF2-40B4-BE49-F238E27FC236}">
                <a16:creationId xmlns:a16="http://schemas.microsoft.com/office/drawing/2014/main" id="{27C03620-03CF-EF24-03B2-B834817DDB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07043" y="3323701"/>
            <a:ext cx="4078808" cy="2064496"/>
          </a:xfrm>
          <a:custGeom>
            <a:avLst/>
            <a:gdLst>
              <a:gd name="connsiteX0" fmla="*/ 1699612 w 4078808"/>
              <a:gd name="connsiteY0" fmla="*/ 2038220 h 2064496"/>
              <a:gd name="connsiteX1" fmla="*/ 1812481 w 4078808"/>
              <a:gd name="connsiteY1" fmla="*/ 1442819 h 2064496"/>
              <a:gd name="connsiteX2" fmla="*/ 1701403 w 4078808"/>
              <a:gd name="connsiteY2" fmla="*/ 1421917 h 2064496"/>
              <a:gd name="connsiteX3" fmla="*/ 1588534 w 4078808"/>
              <a:gd name="connsiteY3" fmla="*/ 2017318 h 2064496"/>
              <a:gd name="connsiteX4" fmla="*/ 1699612 w 4078808"/>
              <a:gd name="connsiteY4" fmla="*/ 2038220 h 2064496"/>
              <a:gd name="connsiteX5" fmla="*/ 1118543 w 4078808"/>
              <a:gd name="connsiteY5" fmla="*/ 1856673 h 2064496"/>
              <a:gd name="connsiteX6" fmla="*/ 1390265 w 4078808"/>
              <a:gd name="connsiteY6" fmla="*/ 1315019 h 2064496"/>
              <a:gd name="connsiteX7" fmla="*/ 1310839 w 4078808"/>
              <a:gd name="connsiteY7" fmla="*/ 1275604 h 2064496"/>
              <a:gd name="connsiteX8" fmla="*/ 1039116 w 4078808"/>
              <a:gd name="connsiteY8" fmla="*/ 1817259 h 2064496"/>
              <a:gd name="connsiteX9" fmla="*/ 1118543 w 4078808"/>
              <a:gd name="connsiteY9" fmla="*/ 1856673 h 2064496"/>
              <a:gd name="connsiteX10" fmla="*/ 2028665 w 4078808"/>
              <a:gd name="connsiteY10" fmla="*/ 1458943 h 2064496"/>
              <a:gd name="connsiteX11" fmla="*/ 1902657 w 4078808"/>
              <a:gd name="connsiteY11" fmla="*/ 1454165 h 2064496"/>
              <a:gd name="connsiteX12" fmla="*/ 1879367 w 4078808"/>
              <a:gd name="connsiteY12" fmla="*/ 2059719 h 2064496"/>
              <a:gd name="connsiteX13" fmla="*/ 2005374 w 4078808"/>
              <a:gd name="connsiteY13" fmla="*/ 2064496 h 2064496"/>
              <a:gd name="connsiteX14" fmla="*/ 2028665 w 4078808"/>
              <a:gd name="connsiteY14" fmla="*/ 1458943 h 2064496"/>
              <a:gd name="connsiteX15" fmla="*/ 1402209 w 4078808"/>
              <a:gd name="connsiteY15" fmla="*/ 1967751 h 2064496"/>
              <a:gd name="connsiteX16" fmla="*/ 1596894 w 4078808"/>
              <a:gd name="connsiteY16" fmla="*/ 1393849 h 2064496"/>
              <a:gd name="connsiteX17" fmla="*/ 1501343 w 4078808"/>
              <a:gd name="connsiteY17" fmla="*/ 1361600 h 2064496"/>
              <a:gd name="connsiteX18" fmla="*/ 1306658 w 4078808"/>
              <a:gd name="connsiteY18" fmla="*/ 1935503 h 2064496"/>
              <a:gd name="connsiteX19" fmla="*/ 1402209 w 4078808"/>
              <a:gd name="connsiteY19" fmla="*/ 1967751 h 2064496"/>
              <a:gd name="connsiteX20" fmla="*/ 2314123 w 4078808"/>
              <a:gd name="connsiteY20" fmla="*/ 2042401 h 2064496"/>
              <a:gd name="connsiteX21" fmla="*/ 2243654 w 4078808"/>
              <a:gd name="connsiteY21" fmla="*/ 1439833 h 2064496"/>
              <a:gd name="connsiteX22" fmla="*/ 2105106 w 4078808"/>
              <a:gd name="connsiteY22" fmla="*/ 1455957 h 2064496"/>
              <a:gd name="connsiteX23" fmla="*/ 2175574 w 4078808"/>
              <a:gd name="connsiteY23" fmla="*/ 2059122 h 2064496"/>
              <a:gd name="connsiteX24" fmla="*/ 2314123 w 4078808"/>
              <a:gd name="connsiteY24" fmla="*/ 2042998 h 2064496"/>
              <a:gd name="connsiteX25" fmla="*/ 2314123 w 4078808"/>
              <a:gd name="connsiteY25" fmla="*/ 2042998 h 2064496"/>
              <a:gd name="connsiteX26" fmla="*/ 2616900 w 4078808"/>
              <a:gd name="connsiteY26" fmla="*/ 1971931 h 2064496"/>
              <a:gd name="connsiteX27" fmla="*/ 2615706 w 4078808"/>
              <a:gd name="connsiteY27" fmla="*/ 1968348 h 2064496"/>
              <a:gd name="connsiteX28" fmla="*/ 2616900 w 4078808"/>
              <a:gd name="connsiteY28" fmla="*/ 1970737 h 2064496"/>
              <a:gd name="connsiteX29" fmla="*/ 3681695 w 4078808"/>
              <a:gd name="connsiteY29" fmla="*/ 1220663 h 2064496"/>
              <a:gd name="connsiteX30" fmla="*/ 4077635 w 4078808"/>
              <a:gd name="connsiteY30" fmla="*/ 0 h 2064496"/>
              <a:gd name="connsiteX31" fmla="*/ 3470886 w 4078808"/>
              <a:gd name="connsiteY31" fmla="*/ 0 h 2064496"/>
              <a:gd name="connsiteX32" fmla="*/ 3190803 w 4078808"/>
              <a:gd name="connsiteY32" fmla="*/ 860555 h 2064496"/>
              <a:gd name="connsiteX33" fmla="*/ 2453866 w 4078808"/>
              <a:gd name="connsiteY33" fmla="*/ 1387280 h 2064496"/>
              <a:gd name="connsiteX34" fmla="*/ 2455061 w 4078808"/>
              <a:gd name="connsiteY34" fmla="*/ 1395640 h 2064496"/>
              <a:gd name="connsiteX35" fmla="*/ 2453269 w 4078808"/>
              <a:gd name="connsiteY35" fmla="*/ 1389071 h 2064496"/>
              <a:gd name="connsiteX36" fmla="*/ 2306957 w 4078808"/>
              <a:gd name="connsiteY36" fmla="*/ 1430278 h 2064496"/>
              <a:gd name="connsiteX37" fmla="*/ 2470588 w 4078808"/>
              <a:gd name="connsiteY37" fmla="*/ 2013138 h 2064496"/>
              <a:gd name="connsiteX38" fmla="*/ 2616900 w 4078808"/>
              <a:gd name="connsiteY38" fmla="*/ 1971931 h 2064496"/>
              <a:gd name="connsiteX39" fmla="*/ 2616900 w 4078808"/>
              <a:gd name="connsiteY39" fmla="*/ 1971931 h 2064496"/>
              <a:gd name="connsiteX40" fmla="*/ 2306957 w 4078808"/>
              <a:gd name="connsiteY40" fmla="*/ 1430278 h 2064496"/>
              <a:gd name="connsiteX41" fmla="*/ 2306957 w 4078808"/>
              <a:gd name="connsiteY41" fmla="*/ 1430278 h 2064496"/>
              <a:gd name="connsiteX42" fmla="*/ 2306957 w 4078808"/>
              <a:gd name="connsiteY42" fmla="*/ 1430278 h 2064496"/>
              <a:gd name="connsiteX43" fmla="*/ 2306957 w 4078808"/>
              <a:gd name="connsiteY43" fmla="*/ 1430278 h 2064496"/>
              <a:gd name="connsiteX44" fmla="*/ 93759 w 4078808"/>
              <a:gd name="connsiteY44" fmla="*/ 757838 h 2064496"/>
              <a:gd name="connsiteX45" fmla="*/ 658107 w 4078808"/>
              <a:gd name="connsiteY45" fmla="*/ 536877 h 2064496"/>
              <a:gd name="connsiteX46" fmla="*/ 649149 w 4078808"/>
              <a:gd name="connsiteY46" fmla="*/ 513586 h 2064496"/>
              <a:gd name="connsiteX47" fmla="*/ 84801 w 4078808"/>
              <a:gd name="connsiteY47" fmla="*/ 734547 h 2064496"/>
              <a:gd name="connsiteX48" fmla="*/ 93759 w 4078808"/>
              <a:gd name="connsiteY48" fmla="*/ 757838 h 2064496"/>
              <a:gd name="connsiteX49" fmla="*/ 2986 w 4078808"/>
              <a:gd name="connsiteY49" fmla="*/ 459241 h 2064496"/>
              <a:gd name="connsiteX50" fmla="*/ 2986 w 4078808"/>
              <a:gd name="connsiteY50" fmla="*/ 459241 h 2064496"/>
              <a:gd name="connsiteX51" fmla="*/ 594804 w 4078808"/>
              <a:gd name="connsiteY51" fmla="*/ 327859 h 2064496"/>
              <a:gd name="connsiteX52" fmla="*/ 591818 w 4078808"/>
              <a:gd name="connsiteY52" fmla="*/ 315318 h 2064496"/>
              <a:gd name="connsiteX53" fmla="*/ 0 w 4078808"/>
              <a:gd name="connsiteY53" fmla="*/ 446701 h 2064496"/>
              <a:gd name="connsiteX54" fmla="*/ 2986 w 4078808"/>
              <a:gd name="connsiteY54" fmla="*/ 459241 h 2064496"/>
              <a:gd name="connsiteX55" fmla="*/ 229322 w 4078808"/>
              <a:gd name="connsiteY55" fmla="*/ 1034338 h 2064496"/>
              <a:gd name="connsiteX56" fmla="*/ 755449 w 4078808"/>
              <a:gd name="connsiteY56" fmla="*/ 733353 h 2064496"/>
              <a:gd name="connsiteX57" fmla="*/ 736936 w 4078808"/>
              <a:gd name="connsiteY57" fmla="*/ 700508 h 2064496"/>
              <a:gd name="connsiteX58" fmla="*/ 210809 w 4078808"/>
              <a:gd name="connsiteY58" fmla="*/ 1001493 h 2064496"/>
              <a:gd name="connsiteX59" fmla="*/ 229322 w 4078808"/>
              <a:gd name="connsiteY59" fmla="*/ 1034338 h 2064496"/>
              <a:gd name="connsiteX60" fmla="*/ 607943 w 4078808"/>
              <a:gd name="connsiteY60" fmla="*/ 1510899 h 2064496"/>
              <a:gd name="connsiteX61" fmla="*/ 1029561 w 4078808"/>
              <a:gd name="connsiteY61" fmla="*/ 1074948 h 2064496"/>
              <a:gd name="connsiteX62" fmla="*/ 984174 w 4078808"/>
              <a:gd name="connsiteY62" fmla="*/ 1031352 h 2064496"/>
              <a:gd name="connsiteX63" fmla="*/ 562556 w 4078808"/>
              <a:gd name="connsiteY63" fmla="*/ 1467303 h 2064496"/>
              <a:gd name="connsiteX64" fmla="*/ 607943 w 4078808"/>
              <a:gd name="connsiteY64" fmla="*/ 1510899 h 2064496"/>
              <a:gd name="connsiteX65" fmla="*/ 402508 w 4078808"/>
              <a:gd name="connsiteY65" fmla="*/ 1286354 h 2064496"/>
              <a:gd name="connsiteX66" fmla="*/ 880860 w 4078808"/>
              <a:gd name="connsiteY66" fmla="*/ 914303 h 2064496"/>
              <a:gd name="connsiteX67" fmla="*/ 849209 w 4078808"/>
              <a:gd name="connsiteY67" fmla="*/ 874291 h 2064496"/>
              <a:gd name="connsiteX68" fmla="*/ 370857 w 4078808"/>
              <a:gd name="connsiteY68" fmla="*/ 1246342 h 2064496"/>
              <a:gd name="connsiteX69" fmla="*/ 402508 w 4078808"/>
              <a:gd name="connsiteY69" fmla="*/ 1286354 h 2064496"/>
              <a:gd name="connsiteX70" fmla="*/ 849806 w 4078808"/>
              <a:gd name="connsiteY70" fmla="*/ 1705583 h 2064496"/>
              <a:gd name="connsiteX71" fmla="*/ 1199164 w 4078808"/>
              <a:gd name="connsiteY71" fmla="*/ 1209913 h 2064496"/>
              <a:gd name="connsiteX72" fmla="*/ 1137056 w 4078808"/>
              <a:gd name="connsiteY72" fmla="*/ 1166318 h 2064496"/>
              <a:gd name="connsiteX73" fmla="*/ 787698 w 4078808"/>
              <a:gd name="connsiteY73" fmla="*/ 1661988 h 2064496"/>
              <a:gd name="connsiteX74" fmla="*/ 849806 w 4078808"/>
              <a:gd name="connsiteY74" fmla="*/ 1705583 h 2064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4078808" h="2064496">
                <a:moveTo>
                  <a:pt x="1699612" y="2038220"/>
                </a:moveTo>
                <a:lnTo>
                  <a:pt x="1812481" y="1442819"/>
                </a:lnTo>
                <a:lnTo>
                  <a:pt x="1701403" y="1421917"/>
                </a:lnTo>
                <a:lnTo>
                  <a:pt x="1588534" y="2017318"/>
                </a:lnTo>
                <a:lnTo>
                  <a:pt x="1699612" y="2038220"/>
                </a:lnTo>
                <a:close/>
                <a:moveTo>
                  <a:pt x="1118543" y="1856673"/>
                </a:moveTo>
                <a:lnTo>
                  <a:pt x="1390265" y="1315019"/>
                </a:lnTo>
                <a:lnTo>
                  <a:pt x="1310839" y="1275604"/>
                </a:lnTo>
                <a:lnTo>
                  <a:pt x="1039116" y="1817259"/>
                </a:lnTo>
                <a:lnTo>
                  <a:pt x="1118543" y="1856673"/>
                </a:lnTo>
                <a:close/>
                <a:moveTo>
                  <a:pt x="2028665" y="1458943"/>
                </a:moveTo>
                <a:lnTo>
                  <a:pt x="1902657" y="1454165"/>
                </a:lnTo>
                <a:lnTo>
                  <a:pt x="1879367" y="2059719"/>
                </a:lnTo>
                <a:lnTo>
                  <a:pt x="2005374" y="2064496"/>
                </a:lnTo>
                <a:lnTo>
                  <a:pt x="2028665" y="1458943"/>
                </a:lnTo>
                <a:close/>
                <a:moveTo>
                  <a:pt x="1402209" y="1967751"/>
                </a:moveTo>
                <a:lnTo>
                  <a:pt x="1596894" y="1393849"/>
                </a:lnTo>
                <a:lnTo>
                  <a:pt x="1501343" y="1361600"/>
                </a:lnTo>
                <a:lnTo>
                  <a:pt x="1306658" y="1935503"/>
                </a:lnTo>
                <a:cubicBezTo>
                  <a:pt x="1306658" y="1935503"/>
                  <a:pt x="1402209" y="1967751"/>
                  <a:pt x="1402209" y="1967751"/>
                </a:cubicBezTo>
                <a:close/>
                <a:moveTo>
                  <a:pt x="2314123" y="2042401"/>
                </a:moveTo>
                <a:lnTo>
                  <a:pt x="2243654" y="1439833"/>
                </a:lnTo>
                <a:lnTo>
                  <a:pt x="2105106" y="1455957"/>
                </a:lnTo>
                <a:lnTo>
                  <a:pt x="2175574" y="2059122"/>
                </a:lnTo>
                <a:lnTo>
                  <a:pt x="2314123" y="2042998"/>
                </a:lnTo>
                <a:lnTo>
                  <a:pt x="2314123" y="2042998"/>
                </a:lnTo>
                <a:close/>
                <a:moveTo>
                  <a:pt x="2616900" y="1971931"/>
                </a:moveTo>
                <a:lnTo>
                  <a:pt x="2615706" y="1968348"/>
                </a:lnTo>
                <a:cubicBezTo>
                  <a:pt x="2615706" y="1968348"/>
                  <a:pt x="2616303" y="1969543"/>
                  <a:pt x="2616900" y="1970737"/>
                </a:cubicBezTo>
                <a:cubicBezTo>
                  <a:pt x="3013436" y="1867423"/>
                  <a:pt x="3393251" y="1614810"/>
                  <a:pt x="3681695" y="1220663"/>
                </a:cubicBezTo>
                <a:cubicBezTo>
                  <a:pt x="3965362" y="833084"/>
                  <a:pt x="4092564" y="403105"/>
                  <a:pt x="4077635" y="0"/>
                </a:cubicBezTo>
                <a:lnTo>
                  <a:pt x="3470886" y="0"/>
                </a:lnTo>
                <a:cubicBezTo>
                  <a:pt x="3482830" y="272917"/>
                  <a:pt x="3393251" y="570917"/>
                  <a:pt x="3190803" y="860555"/>
                </a:cubicBezTo>
                <a:cubicBezTo>
                  <a:pt x="2975813" y="1141236"/>
                  <a:pt x="2718423" y="1316811"/>
                  <a:pt x="2453866" y="1387280"/>
                </a:cubicBezTo>
                <a:cubicBezTo>
                  <a:pt x="2453866" y="1389668"/>
                  <a:pt x="2454464" y="1392057"/>
                  <a:pt x="2455061" y="1395640"/>
                </a:cubicBezTo>
                <a:lnTo>
                  <a:pt x="2453269" y="1389071"/>
                </a:lnTo>
                <a:lnTo>
                  <a:pt x="2306957" y="1430278"/>
                </a:lnTo>
                <a:lnTo>
                  <a:pt x="2470588" y="2013138"/>
                </a:lnTo>
                <a:lnTo>
                  <a:pt x="2616900" y="1971931"/>
                </a:lnTo>
                <a:lnTo>
                  <a:pt x="2616900" y="1971931"/>
                </a:lnTo>
                <a:close/>
                <a:moveTo>
                  <a:pt x="2306957" y="1430278"/>
                </a:moveTo>
                <a:lnTo>
                  <a:pt x="2306957" y="1430278"/>
                </a:lnTo>
                <a:cubicBezTo>
                  <a:pt x="2306957" y="1430278"/>
                  <a:pt x="2306957" y="1430278"/>
                  <a:pt x="2306957" y="1430278"/>
                </a:cubicBezTo>
                <a:lnTo>
                  <a:pt x="2306957" y="1430278"/>
                </a:lnTo>
                <a:close/>
                <a:moveTo>
                  <a:pt x="93759" y="757838"/>
                </a:moveTo>
                <a:lnTo>
                  <a:pt x="658107" y="536877"/>
                </a:lnTo>
                <a:lnTo>
                  <a:pt x="649149" y="513586"/>
                </a:lnTo>
                <a:lnTo>
                  <a:pt x="84801" y="734547"/>
                </a:lnTo>
                <a:lnTo>
                  <a:pt x="93759" y="757838"/>
                </a:lnTo>
                <a:close/>
                <a:moveTo>
                  <a:pt x="2986" y="459241"/>
                </a:moveTo>
                <a:lnTo>
                  <a:pt x="2986" y="459241"/>
                </a:lnTo>
                <a:lnTo>
                  <a:pt x="594804" y="327859"/>
                </a:lnTo>
                <a:lnTo>
                  <a:pt x="591818" y="315318"/>
                </a:lnTo>
                <a:lnTo>
                  <a:pt x="0" y="446701"/>
                </a:lnTo>
                <a:lnTo>
                  <a:pt x="2986" y="459241"/>
                </a:lnTo>
                <a:close/>
                <a:moveTo>
                  <a:pt x="229322" y="1034338"/>
                </a:moveTo>
                <a:lnTo>
                  <a:pt x="755449" y="733353"/>
                </a:lnTo>
                <a:lnTo>
                  <a:pt x="736936" y="700508"/>
                </a:lnTo>
                <a:lnTo>
                  <a:pt x="210809" y="1001493"/>
                </a:lnTo>
                <a:lnTo>
                  <a:pt x="229322" y="1034338"/>
                </a:lnTo>
                <a:close/>
                <a:moveTo>
                  <a:pt x="607943" y="1510899"/>
                </a:moveTo>
                <a:lnTo>
                  <a:pt x="1029561" y="1074948"/>
                </a:lnTo>
                <a:lnTo>
                  <a:pt x="984174" y="1031352"/>
                </a:lnTo>
                <a:lnTo>
                  <a:pt x="562556" y="1467303"/>
                </a:lnTo>
                <a:lnTo>
                  <a:pt x="607943" y="1510899"/>
                </a:lnTo>
                <a:close/>
                <a:moveTo>
                  <a:pt x="402508" y="1286354"/>
                </a:moveTo>
                <a:lnTo>
                  <a:pt x="880860" y="914303"/>
                </a:lnTo>
                <a:lnTo>
                  <a:pt x="849209" y="874291"/>
                </a:lnTo>
                <a:lnTo>
                  <a:pt x="370857" y="1246342"/>
                </a:lnTo>
                <a:lnTo>
                  <a:pt x="402508" y="1286354"/>
                </a:lnTo>
                <a:close/>
                <a:moveTo>
                  <a:pt x="849806" y="1705583"/>
                </a:moveTo>
                <a:lnTo>
                  <a:pt x="1199164" y="1209913"/>
                </a:lnTo>
                <a:lnTo>
                  <a:pt x="1137056" y="1166318"/>
                </a:lnTo>
                <a:lnTo>
                  <a:pt x="787698" y="1661988"/>
                </a:lnTo>
                <a:lnTo>
                  <a:pt x="849806" y="1705583"/>
                </a:lnTo>
                <a:close/>
              </a:path>
            </a:pathLst>
          </a:custGeom>
          <a:solidFill>
            <a:srgbClr val="00227F"/>
          </a:solidFill>
          <a:ln w="59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6" name="Freeform 55">
            <a:extLst>
              <a:ext uri="{FF2B5EF4-FFF2-40B4-BE49-F238E27FC236}">
                <a16:creationId xmlns:a16="http://schemas.microsoft.com/office/drawing/2014/main" id="{5972EA2B-44C0-13AE-7B4B-F25BDFA1E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63377" y="1847440"/>
            <a:ext cx="2914552" cy="1475066"/>
          </a:xfrm>
          <a:custGeom>
            <a:avLst/>
            <a:gdLst>
              <a:gd name="connsiteX0" fmla="*/ 1700459 w 2914552"/>
              <a:gd name="connsiteY0" fmla="*/ 19110 h 1475066"/>
              <a:gd name="connsiteX1" fmla="*/ 1619838 w 2914552"/>
              <a:gd name="connsiteY1" fmla="*/ 444312 h 1475066"/>
              <a:gd name="connsiteX2" fmla="*/ 1699264 w 2914552"/>
              <a:gd name="connsiteY2" fmla="*/ 459242 h 1475066"/>
              <a:gd name="connsiteX3" fmla="*/ 1779885 w 2914552"/>
              <a:gd name="connsiteY3" fmla="*/ 34040 h 1475066"/>
              <a:gd name="connsiteX4" fmla="*/ 1700459 w 2914552"/>
              <a:gd name="connsiteY4" fmla="*/ 19110 h 1475066"/>
              <a:gd name="connsiteX5" fmla="*/ 2115508 w 2914552"/>
              <a:gd name="connsiteY5" fmla="*/ 149298 h 1475066"/>
              <a:gd name="connsiteX6" fmla="*/ 1921420 w 2914552"/>
              <a:gd name="connsiteY6" fmla="*/ 536279 h 1475066"/>
              <a:gd name="connsiteX7" fmla="*/ 1978154 w 2914552"/>
              <a:gd name="connsiteY7" fmla="*/ 564347 h 1475066"/>
              <a:gd name="connsiteX8" fmla="*/ 2172241 w 2914552"/>
              <a:gd name="connsiteY8" fmla="*/ 177366 h 1475066"/>
              <a:gd name="connsiteX9" fmla="*/ 2115508 w 2914552"/>
              <a:gd name="connsiteY9" fmla="*/ 149298 h 1475066"/>
              <a:gd name="connsiteX10" fmla="*/ 1465165 w 2914552"/>
              <a:gd name="connsiteY10" fmla="*/ 432965 h 1475066"/>
              <a:gd name="connsiteX11" fmla="*/ 1555341 w 2914552"/>
              <a:gd name="connsiteY11" fmla="*/ 436548 h 1475066"/>
              <a:gd name="connsiteX12" fmla="*/ 1572062 w 2914552"/>
              <a:gd name="connsiteY12" fmla="*/ 3583 h 1475066"/>
              <a:gd name="connsiteX13" fmla="*/ 1481886 w 2914552"/>
              <a:gd name="connsiteY13" fmla="*/ 0 h 1475066"/>
              <a:gd name="connsiteX14" fmla="*/ 1465165 w 2914552"/>
              <a:gd name="connsiteY14" fmla="*/ 432965 h 1475066"/>
              <a:gd name="connsiteX15" fmla="*/ 1912462 w 2914552"/>
              <a:gd name="connsiteY15" fmla="*/ 69872 h 1475066"/>
              <a:gd name="connsiteX16" fmla="*/ 1773316 w 2914552"/>
              <a:gd name="connsiteY16" fmla="*/ 480143 h 1475066"/>
              <a:gd name="connsiteX17" fmla="*/ 1841396 w 2914552"/>
              <a:gd name="connsiteY17" fmla="*/ 503434 h 1475066"/>
              <a:gd name="connsiteX18" fmla="*/ 1980542 w 2914552"/>
              <a:gd name="connsiteY18" fmla="*/ 93162 h 1475066"/>
              <a:gd name="connsiteX19" fmla="*/ 1912462 w 2914552"/>
              <a:gd name="connsiteY19" fmla="*/ 69872 h 1475066"/>
              <a:gd name="connsiteX20" fmla="*/ 1260925 w 2914552"/>
              <a:gd name="connsiteY20" fmla="*/ 16124 h 1475066"/>
              <a:gd name="connsiteX21" fmla="*/ 1311089 w 2914552"/>
              <a:gd name="connsiteY21" fmla="*/ 446700 h 1475066"/>
              <a:gd name="connsiteX22" fmla="*/ 1410223 w 2914552"/>
              <a:gd name="connsiteY22" fmla="*/ 435354 h 1475066"/>
              <a:gd name="connsiteX23" fmla="*/ 1360059 w 2914552"/>
              <a:gd name="connsiteY23" fmla="*/ 4180 h 1475066"/>
              <a:gd name="connsiteX24" fmla="*/ 1260925 w 2914552"/>
              <a:gd name="connsiteY24" fmla="*/ 15527 h 1475066"/>
              <a:gd name="connsiteX25" fmla="*/ 1260925 w 2914552"/>
              <a:gd name="connsiteY25" fmla="*/ 15527 h 1475066"/>
              <a:gd name="connsiteX26" fmla="*/ 1044741 w 2914552"/>
              <a:gd name="connsiteY26" fmla="*/ 66886 h 1475066"/>
              <a:gd name="connsiteX27" fmla="*/ 1044741 w 2914552"/>
              <a:gd name="connsiteY27" fmla="*/ 69274 h 1475066"/>
              <a:gd name="connsiteX28" fmla="*/ 1044741 w 2914552"/>
              <a:gd name="connsiteY28" fmla="*/ 67483 h 1475066"/>
              <a:gd name="connsiteX29" fmla="*/ 283917 w 2914552"/>
              <a:gd name="connsiteY29" fmla="*/ 603165 h 1475066"/>
              <a:gd name="connsiteX30" fmla="*/ 847 w 2914552"/>
              <a:gd name="connsiteY30" fmla="*/ 1475067 h 1475066"/>
              <a:gd name="connsiteX31" fmla="*/ 434410 w 2914552"/>
              <a:gd name="connsiteY31" fmla="*/ 1475067 h 1475066"/>
              <a:gd name="connsiteX32" fmla="*/ 634469 w 2914552"/>
              <a:gd name="connsiteY32" fmla="*/ 859958 h 1475066"/>
              <a:gd name="connsiteX33" fmla="*/ 1161194 w 2914552"/>
              <a:gd name="connsiteY33" fmla="*/ 483726 h 1475066"/>
              <a:gd name="connsiteX34" fmla="*/ 1160596 w 2914552"/>
              <a:gd name="connsiteY34" fmla="*/ 477754 h 1475066"/>
              <a:gd name="connsiteX35" fmla="*/ 1161791 w 2914552"/>
              <a:gd name="connsiteY35" fmla="*/ 482532 h 1475066"/>
              <a:gd name="connsiteX36" fmla="*/ 1266299 w 2914552"/>
              <a:gd name="connsiteY36" fmla="*/ 453270 h 1475066"/>
              <a:gd name="connsiteX37" fmla="*/ 1149250 w 2914552"/>
              <a:gd name="connsiteY37" fmla="*/ 37026 h 1475066"/>
              <a:gd name="connsiteX38" fmla="*/ 1044741 w 2914552"/>
              <a:gd name="connsiteY38" fmla="*/ 66288 h 1475066"/>
              <a:gd name="connsiteX39" fmla="*/ 1044741 w 2914552"/>
              <a:gd name="connsiteY39" fmla="*/ 66288 h 1475066"/>
              <a:gd name="connsiteX40" fmla="*/ 1266299 w 2914552"/>
              <a:gd name="connsiteY40" fmla="*/ 453867 h 1475066"/>
              <a:gd name="connsiteX41" fmla="*/ 1266299 w 2914552"/>
              <a:gd name="connsiteY41" fmla="*/ 453867 h 1475066"/>
              <a:gd name="connsiteX42" fmla="*/ 1266299 w 2914552"/>
              <a:gd name="connsiteY42" fmla="*/ 453867 h 1475066"/>
              <a:gd name="connsiteX43" fmla="*/ 1266299 w 2914552"/>
              <a:gd name="connsiteY43" fmla="*/ 453867 h 1475066"/>
              <a:gd name="connsiteX44" fmla="*/ 2847667 w 2914552"/>
              <a:gd name="connsiteY44" fmla="*/ 934010 h 1475066"/>
              <a:gd name="connsiteX45" fmla="*/ 2444562 w 2914552"/>
              <a:gd name="connsiteY45" fmla="*/ 1091669 h 1475066"/>
              <a:gd name="connsiteX46" fmla="*/ 2451131 w 2914552"/>
              <a:gd name="connsiteY46" fmla="*/ 1108390 h 1475066"/>
              <a:gd name="connsiteX47" fmla="*/ 2854236 w 2914552"/>
              <a:gd name="connsiteY47" fmla="*/ 950731 h 1475066"/>
              <a:gd name="connsiteX48" fmla="*/ 2847667 w 2914552"/>
              <a:gd name="connsiteY48" fmla="*/ 934010 h 1475066"/>
              <a:gd name="connsiteX49" fmla="*/ 2912164 w 2914552"/>
              <a:gd name="connsiteY49" fmla="*/ 1147805 h 1475066"/>
              <a:gd name="connsiteX50" fmla="*/ 2912164 w 2914552"/>
              <a:gd name="connsiteY50" fmla="*/ 1147805 h 1475066"/>
              <a:gd name="connsiteX51" fmla="*/ 2489351 w 2914552"/>
              <a:gd name="connsiteY51" fmla="*/ 1241564 h 1475066"/>
              <a:gd name="connsiteX52" fmla="*/ 2491740 w 2914552"/>
              <a:gd name="connsiteY52" fmla="*/ 1250522 h 1475066"/>
              <a:gd name="connsiteX53" fmla="*/ 2914552 w 2914552"/>
              <a:gd name="connsiteY53" fmla="*/ 1156763 h 1475066"/>
              <a:gd name="connsiteX54" fmla="*/ 2912164 w 2914552"/>
              <a:gd name="connsiteY54" fmla="*/ 1147805 h 1475066"/>
              <a:gd name="connsiteX55" fmla="*/ 2750922 w 2914552"/>
              <a:gd name="connsiteY55" fmla="*/ 736339 h 1475066"/>
              <a:gd name="connsiteX56" fmla="*/ 2375287 w 2914552"/>
              <a:gd name="connsiteY56" fmla="*/ 951329 h 1475066"/>
              <a:gd name="connsiteX57" fmla="*/ 2388425 w 2914552"/>
              <a:gd name="connsiteY57" fmla="*/ 974619 h 1475066"/>
              <a:gd name="connsiteX58" fmla="*/ 2764060 w 2914552"/>
              <a:gd name="connsiteY58" fmla="*/ 759630 h 1475066"/>
              <a:gd name="connsiteX59" fmla="*/ 2750922 w 2914552"/>
              <a:gd name="connsiteY59" fmla="*/ 736339 h 1475066"/>
              <a:gd name="connsiteX60" fmla="*/ 2480393 w 2914552"/>
              <a:gd name="connsiteY60" fmla="*/ 395939 h 1475066"/>
              <a:gd name="connsiteX61" fmla="*/ 2179408 w 2914552"/>
              <a:gd name="connsiteY61" fmla="*/ 707674 h 1475066"/>
              <a:gd name="connsiteX62" fmla="*/ 2211656 w 2914552"/>
              <a:gd name="connsiteY62" fmla="*/ 738728 h 1475066"/>
              <a:gd name="connsiteX63" fmla="*/ 2512641 w 2914552"/>
              <a:gd name="connsiteY63" fmla="*/ 426993 h 1475066"/>
              <a:gd name="connsiteX64" fmla="*/ 2480393 w 2914552"/>
              <a:gd name="connsiteY64" fmla="*/ 395939 h 1475066"/>
              <a:gd name="connsiteX65" fmla="*/ 2626705 w 2914552"/>
              <a:gd name="connsiteY65" fmla="*/ 556584 h 1475066"/>
              <a:gd name="connsiteX66" fmla="*/ 2285111 w 2914552"/>
              <a:gd name="connsiteY66" fmla="*/ 822335 h 1475066"/>
              <a:gd name="connsiteX67" fmla="*/ 2307804 w 2914552"/>
              <a:gd name="connsiteY67" fmla="*/ 851000 h 1475066"/>
              <a:gd name="connsiteX68" fmla="*/ 2649399 w 2914552"/>
              <a:gd name="connsiteY68" fmla="*/ 585249 h 1475066"/>
              <a:gd name="connsiteX69" fmla="*/ 2626705 w 2914552"/>
              <a:gd name="connsiteY69" fmla="*/ 556584 h 1475066"/>
              <a:gd name="connsiteX70" fmla="*/ 2307207 w 2914552"/>
              <a:gd name="connsiteY70" fmla="*/ 256793 h 1475066"/>
              <a:gd name="connsiteX71" fmla="*/ 2057580 w 2914552"/>
              <a:gd name="connsiteY71" fmla="*/ 610929 h 1475066"/>
              <a:gd name="connsiteX72" fmla="*/ 2101773 w 2914552"/>
              <a:gd name="connsiteY72" fmla="*/ 641983 h 1475066"/>
              <a:gd name="connsiteX73" fmla="*/ 2351399 w 2914552"/>
              <a:gd name="connsiteY73" fmla="*/ 287847 h 1475066"/>
              <a:gd name="connsiteX74" fmla="*/ 2307207 w 2914552"/>
              <a:gd name="connsiteY74" fmla="*/ 256793 h 1475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2914552" h="1475066">
                <a:moveTo>
                  <a:pt x="1700459" y="19110"/>
                </a:moveTo>
                <a:lnTo>
                  <a:pt x="1619838" y="444312"/>
                </a:lnTo>
                <a:lnTo>
                  <a:pt x="1699264" y="459242"/>
                </a:lnTo>
                <a:lnTo>
                  <a:pt x="1779885" y="34040"/>
                </a:lnTo>
                <a:lnTo>
                  <a:pt x="1700459" y="19110"/>
                </a:lnTo>
                <a:close/>
                <a:moveTo>
                  <a:pt x="2115508" y="149298"/>
                </a:moveTo>
                <a:lnTo>
                  <a:pt x="1921420" y="536279"/>
                </a:lnTo>
                <a:lnTo>
                  <a:pt x="1978154" y="564347"/>
                </a:lnTo>
                <a:lnTo>
                  <a:pt x="2172241" y="177366"/>
                </a:lnTo>
                <a:lnTo>
                  <a:pt x="2115508" y="149298"/>
                </a:lnTo>
                <a:close/>
                <a:moveTo>
                  <a:pt x="1465165" y="432965"/>
                </a:moveTo>
                <a:lnTo>
                  <a:pt x="1555341" y="436548"/>
                </a:lnTo>
                <a:lnTo>
                  <a:pt x="1572062" y="3583"/>
                </a:lnTo>
                <a:lnTo>
                  <a:pt x="1481886" y="0"/>
                </a:lnTo>
                <a:lnTo>
                  <a:pt x="1465165" y="432965"/>
                </a:lnTo>
                <a:close/>
                <a:moveTo>
                  <a:pt x="1912462" y="69872"/>
                </a:moveTo>
                <a:lnTo>
                  <a:pt x="1773316" y="480143"/>
                </a:lnTo>
                <a:lnTo>
                  <a:pt x="1841396" y="503434"/>
                </a:lnTo>
                <a:lnTo>
                  <a:pt x="1980542" y="93162"/>
                </a:lnTo>
                <a:cubicBezTo>
                  <a:pt x="1980542" y="93162"/>
                  <a:pt x="1912462" y="69872"/>
                  <a:pt x="1912462" y="69872"/>
                </a:cubicBezTo>
                <a:close/>
                <a:moveTo>
                  <a:pt x="1260925" y="16124"/>
                </a:moveTo>
                <a:lnTo>
                  <a:pt x="1311089" y="446700"/>
                </a:lnTo>
                <a:lnTo>
                  <a:pt x="1410223" y="435354"/>
                </a:lnTo>
                <a:lnTo>
                  <a:pt x="1360059" y="4180"/>
                </a:lnTo>
                <a:lnTo>
                  <a:pt x="1260925" y="15527"/>
                </a:lnTo>
                <a:lnTo>
                  <a:pt x="1260925" y="15527"/>
                </a:lnTo>
                <a:close/>
                <a:moveTo>
                  <a:pt x="1044741" y="66886"/>
                </a:moveTo>
                <a:lnTo>
                  <a:pt x="1044741" y="69274"/>
                </a:lnTo>
                <a:cubicBezTo>
                  <a:pt x="1045338" y="69274"/>
                  <a:pt x="1044741" y="68677"/>
                  <a:pt x="1044741" y="67483"/>
                </a:cubicBezTo>
                <a:cubicBezTo>
                  <a:pt x="761671" y="141535"/>
                  <a:pt x="489948" y="321887"/>
                  <a:pt x="283917" y="603165"/>
                </a:cubicBezTo>
                <a:cubicBezTo>
                  <a:pt x="81468" y="880263"/>
                  <a:pt x="-9902" y="1187220"/>
                  <a:pt x="847" y="1475067"/>
                </a:cubicBezTo>
                <a:lnTo>
                  <a:pt x="434410" y="1475067"/>
                </a:lnTo>
                <a:cubicBezTo>
                  <a:pt x="426049" y="1279785"/>
                  <a:pt x="489948" y="1067184"/>
                  <a:pt x="634469" y="859958"/>
                </a:cubicBezTo>
                <a:cubicBezTo>
                  <a:pt x="787948" y="659301"/>
                  <a:pt x="971883" y="533891"/>
                  <a:pt x="1161194" y="483726"/>
                </a:cubicBezTo>
                <a:cubicBezTo>
                  <a:pt x="1161194" y="481935"/>
                  <a:pt x="1161194" y="480143"/>
                  <a:pt x="1160596" y="477754"/>
                </a:cubicBezTo>
                <a:lnTo>
                  <a:pt x="1161791" y="482532"/>
                </a:lnTo>
                <a:lnTo>
                  <a:pt x="1266299" y="453270"/>
                </a:lnTo>
                <a:lnTo>
                  <a:pt x="1149250" y="37026"/>
                </a:lnTo>
                <a:lnTo>
                  <a:pt x="1044741" y="66288"/>
                </a:lnTo>
                <a:lnTo>
                  <a:pt x="1044741" y="66288"/>
                </a:lnTo>
                <a:close/>
                <a:moveTo>
                  <a:pt x="1266299" y="453867"/>
                </a:moveTo>
                <a:lnTo>
                  <a:pt x="1266299" y="453867"/>
                </a:lnTo>
                <a:cubicBezTo>
                  <a:pt x="1266299" y="453867"/>
                  <a:pt x="1266299" y="453867"/>
                  <a:pt x="1266299" y="453867"/>
                </a:cubicBezTo>
                <a:lnTo>
                  <a:pt x="1266299" y="453867"/>
                </a:lnTo>
                <a:close/>
                <a:moveTo>
                  <a:pt x="2847667" y="934010"/>
                </a:moveTo>
                <a:lnTo>
                  <a:pt x="2444562" y="1091669"/>
                </a:lnTo>
                <a:lnTo>
                  <a:pt x="2451131" y="1108390"/>
                </a:lnTo>
                <a:lnTo>
                  <a:pt x="2854236" y="950731"/>
                </a:lnTo>
                <a:lnTo>
                  <a:pt x="2847667" y="934010"/>
                </a:lnTo>
                <a:close/>
                <a:moveTo>
                  <a:pt x="2912164" y="1147805"/>
                </a:moveTo>
                <a:lnTo>
                  <a:pt x="2912164" y="1147805"/>
                </a:lnTo>
                <a:lnTo>
                  <a:pt x="2489351" y="1241564"/>
                </a:lnTo>
                <a:lnTo>
                  <a:pt x="2491740" y="1250522"/>
                </a:lnTo>
                <a:lnTo>
                  <a:pt x="2914552" y="1156763"/>
                </a:lnTo>
                <a:lnTo>
                  <a:pt x="2912164" y="1147805"/>
                </a:lnTo>
                <a:close/>
                <a:moveTo>
                  <a:pt x="2750922" y="736339"/>
                </a:moveTo>
                <a:lnTo>
                  <a:pt x="2375287" y="951329"/>
                </a:lnTo>
                <a:lnTo>
                  <a:pt x="2388425" y="974619"/>
                </a:lnTo>
                <a:lnTo>
                  <a:pt x="2764060" y="759630"/>
                </a:lnTo>
                <a:lnTo>
                  <a:pt x="2750922" y="736339"/>
                </a:lnTo>
                <a:close/>
                <a:moveTo>
                  <a:pt x="2480393" y="395939"/>
                </a:moveTo>
                <a:lnTo>
                  <a:pt x="2179408" y="707674"/>
                </a:lnTo>
                <a:lnTo>
                  <a:pt x="2211656" y="738728"/>
                </a:lnTo>
                <a:lnTo>
                  <a:pt x="2512641" y="426993"/>
                </a:lnTo>
                <a:lnTo>
                  <a:pt x="2480393" y="395939"/>
                </a:lnTo>
                <a:close/>
                <a:moveTo>
                  <a:pt x="2626705" y="556584"/>
                </a:moveTo>
                <a:lnTo>
                  <a:pt x="2285111" y="822335"/>
                </a:lnTo>
                <a:lnTo>
                  <a:pt x="2307804" y="851000"/>
                </a:lnTo>
                <a:lnTo>
                  <a:pt x="2649399" y="585249"/>
                </a:lnTo>
                <a:lnTo>
                  <a:pt x="2626705" y="556584"/>
                </a:lnTo>
                <a:close/>
                <a:moveTo>
                  <a:pt x="2307207" y="256793"/>
                </a:moveTo>
                <a:lnTo>
                  <a:pt x="2057580" y="610929"/>
                </a:lnTo>
                <a:lnTo>
                  <a:pt x="2101773" y="641983"/>
                </a:lnTo>
                <a:lnTo>
                  <a:pt x="2351399" y="287847"/>
                </a:lnTo>
                <a:lnTo>
                  <a:pt x="2307207" y="256793"/>
                </a:lnTo>
                <a:close/>
              </a:path>
            </a:pathLst>
          </a:custGeom>
          <a:solidFill>
            <a:srgbClr val="0C32A4"/>
          </a:solidFill>
          <a:ln w="59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7" name="Freeform 56">
            <a:extLst>
              <a:ext uri="{FF2B5EF4-FFF2-40B4-BE49-F238E27FC236}">
                <a16:creationId xmlns:a16="http://schemas.microsoft.com/office/drawing/2014/main" id="{76555EF5-F810-419D-4775-80D518E07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98366" y="3323701"/>
            <a:ext cx="2096762" cy="1060614"/>
          </a:xfrm>
          <a:custGeom>
            <a:avLst/>
            <a:gdLst>
              <a:gd name="connsiteX0" fmla="*/ 1279802 w 2096762"/>
              <a:gd name="connsiteY0" fmla="*/ 1036727 h 1060614"/>
              <a:gd name="connsiteX1" fmla="*/ 1221874 w 2096762"/>
              <a:gd name="connsiteY1" fmla="*/ 730367 h 1060614"/>
              <a:gd name="connsiteX2" fmla="*/ 1164544 w 2096762"/>
              <a:gd name="connsiteY2" fmla="*/ 741117 h 1060614"/>
              <a:gd name="connsiteX3" fmla="*/ 1222471 w 2096762"/>
              <a:gd name="connsiteY3" fmla="*/ 1047477 h 1060614"/>
              <a:gd name="connsiteX4" fmla="*/ 1279802 w 2096762"/>
              <a:gd name="connsiteY4" fmla="*/ 1036727 h 1060614"/>
              <a:gd name="connsiteX5" fmla="*/ 1562274 w 2096762"/>
              <a:gd name="connsiteY5" fmla="*/ 933413 h 1060614"/>
              <a:gd name="connsiteX6" fmla="*/ 1422531 w 2096762"/>
              <a:gd name="connsiteY6" fmla="*/ 655121 h 1060614"/>
              <a:gd name="connsiteX7" fmla="*/ 1381922 w 2096762"/>
              <a:gd name="connsiteY7" fmla="*/ 675425 h 1060614"/>
              <a:gd name="connsiteX8" fmla="*/ 1521665 w 2096762"/>
              <a:gd name="connsiteY8" fmla="*/ 953717 h 1060614"/>
              <a:gd name="connsiteX9" fmla="*/ 1562274 w 2096762"/>
              <a:gd name="connsiteY9" fmla="*/ 933413 h 1060614"/>
              <a:gd name="connsiteX10" fmla="*/ 1065410 w 2096762"/>
              <a:gd name="connsiteY10" fmla="*/ 1060615 h 1060614"/>
              <a:gd name="connsiteX11" fmla="*/ 1129907 w 2096762"/>
              <a:gd name="connsiteY11" fmla="*/ 1058226 h 1060614"/>
              <a:gd name="connsiteX12" fmla="*/ 1117963 w 2096762"/>
              <a:gd name="connsiteY12" fmla="*/ 747089 h 1060614"/>
              <a:gd name="connsiteX13" fmla="*/ 1053466 w 2096762"/>
              <a:gd name="connsiteY13" fmla="*/ 749477 h 1060614"/>
              <a:gd name="connsiteX14" fmla="*/ 1065410 w 2096762"/>
              <a:gd name="connsiteY14" fmla="*/ 1060615 h 1060614"/>
              <a:gd name="connsiteX15" fmla="*/ 1424920 w 2096762"/>
              <a:gd name="connsiteY15" fmla="*/ 994327 h 1060614"/>
              <a:gd name="connsiteX16" fmla="*/ 1324592 w 2096762"/>
              <a:gd name="connsiteY16" fmla="*/ 699313 h 1060614"/>
              <a:gd name="connsiteX17" fmla="*/ 1275622 w 2096762"/>
              <a:gd name="connsiteY17" fmla="*/ 716034 h 1060614"/>
              <a:gd name="connsiteX18" fmla="*/ 1375950 w 2096762"/>
              <a:gd name="connsiteY18" fmla="*/ 1011048 h 1060614"/>
              <a:gd name="connsiteX19" fmla="*/ 1424920 w 2096762"/>
              <a:gd name="connsiteY19" fmla="*/ 994327 h 1060614"/>
              <a:gd name="connsiteX20" fmla="*/ 907154 w 2096762"/>
              <a:gd name="connsiteY20" fmla="*/ 1049866 h 1060614"/>
              <a:gd name="connsiteX21" fmla="*/ 978219 w 2096762"/>
              <a:gd name="connsiteY21" fmla="*/ 1058226 h 1060614"/>
              <a:gd name="connsiteX22" fmla="*/ 1014648 w 2096762"/>
              <a:gd name="connsiteY22" fmla="*/ 748283 h 1060614"/>
              <a:gd name="connsiteX23" fmla="*/ 943582 w 2096762"/>
              <a:gd name="connsiteY23" fmla="*/ 739922 h 1060614"/>
              <a:gd name="connsiteX24" fmla="*/ 907154 w 2096762"/>
              <a:gd name="connsiteY24" fmla="*/ 1049866 h 1060614"/>
              <a:gd name="connsiteX25" fmla="*/ 907154 w 2096762"/>
              <a:gd name="connsiteY25" fmla="*/ 1049866 h 1060614"/>
              <a:gd name="connsiteX26" fmla="*/ 751286 w 2096762"/>
              <a:gd name="connsiteY26" fmla="*/ 1013437 h 1060614"/>
              <a:gd name="connsiteX27" fmla="*/ 826532 w 2096762"/>
              <a:gd name="connsiteY27" fmla="*/ 1034338 h 1060614"/>
              <a:gd name="connsiteX28" fmla="*/ 910737 w 2096762"/>
              <a:gd name="connsiteY28" fmla="*/ 734547 h 1060614"/>
              <a:gd name="connsiteX29" fmla="*/ 835490 w 2096762"/>
              <a:gd name="connsiteY29" fmla="*/ 713646 h 1060614"/>
              <a:gd name="connsiteX30" fmla="*/ 834296 w 2096762"/>
              <a:gd name="connsiteY30" fmla="*/ 717229 h 1060614"/>
              <a:gd name="connsiteX31" fmla="*/ 834893 w 2096762"/>
              <a:gd name="connsiteY31" fmla="*/ 713049 h 1060614"/>
              <a:gd name="connsiteX32" fmla="*/ 456273 w 2096762"/>
              <a:gd name="connsiteY32" fmla="*/ 442520 h 1060614"/>
              <a:gd name="connsiteX33" fmla="*/ 312349 w 2096762"/>
              <a:gd name="connsiteY33" fmla="*/ 0 h 1060614"/>
              <a:gd name="connsiteX34" fmla="*/ 614 w 2096762"/>
              <a:gd name="connsiteY34" fmla="*/ 0 h 1060614"/>
              <a:gd name="connsiteX35" fmla="*/ 204257 w 2096762"/>
              <a:gd name="connsiteY35" fmla="*/ 627650 h 1060614"/>
              <a:gd name="connsiteX36" fmla="*/ 751883 w 2096762"/>
              <a:gd name="connsiteY36" fmla="*/ 1013437 h 1060614"/>
              <a:gd name="connsiteX37" fmla="*/ 752481 w 2096762"/>
              <a:gd name="connsiteY37" fmla="*/ 1012242 h 1060614"/>
              <a:gd name="connsiteX38" fmla="*/ 752481 w 2096762"/>
              <a:gd name="connsiteY38" fmla="*/ 1014034 h 1060614"/>
              <a:gd name="connsiteX39" fmla="*/ 751883 w 2096762"/>
              <a:gd name="connsiteY39" fmla="*/ 1014034 h 1060614"/>
              <a:gd name="connsiteX40" fmla="*/ 910737 w 2096762"/>
              <a:gd name="connsiteY40" fmla="*/ 734547 h 1060614"/>
              <a:gd name="connsiteX41" fmla="*/ 910737 w 2096762"/>
              <a:gd name="connsiteY41" fmla="*/ 734547 h 1060614"/>
              <a:gd name="connsiteX42" fmla="*/ 910737 w 2096762"/>
              <a:gd name="connsiteY42" fmla="*/ 734547 h 1060614"/>
              <a:gd name="connsiteX43" fmla="*/ 2053167 w 2096762"/>
              <a:gd name="connsiteY43" fmla="*/ 376829 h 1060614"/>
              <a:gd name="connsiteX44" fmla="*/ 1762931 w 2096762"/>
              <a:gd name="connsiteY44" fmla="*/ 263362 h 1060614"/>
              <a:gd name="connsiteX45" fmla="*/ 1758154 w 2096762"/>
              <a:gd name="connsiteY45" fmla="*/ 275306 h 1060614"/>
              <a:gd name="connsiteX46" fmla="*/ 2048389 w 2096762"/>
              <a:gd name="connsiteY46" fmla="*/ 388773 h 1060614"/>
              <a:gd name="connsiteX47" fmla="*/ 2053167 w 2096762"/>
              <a:gd name="connsiteY47" fmla="*/ 376829 h 1060614"/>
              <a:gd name="connsiteX48" fmla="*/ 2096762 w 2096762"/>
              <a:gd name="connsiteY48" fmla="*/ 229322 h 1060614"/>
              <a:gd name="connsiteX49" fmla="*/ 1792791 w 2096762"/>
              <a:gd name="connsiteY49" fmla="*/ 161839 h 1060614"/>
              <a:gd name="connsiteX50" fmla="*/ 1790999 w 2096762"/>
              <a:gd name="connsiteY50" fmla="*/ 168409 h 1060614"/>
              <a:gd name="connsiteX51" fmla="*/ 2094971 w 2096762"/>
              <a:gd name="connsiteY51" fmla="*/ 235891 h 1060614"/>
              <a:gd name="connsiteX52" fmla="*/ 2094971 w 2096762"/>
              <a:gd name="connsiteY52" fmla="*/ 235891 h 1060614"/>
              <a:gd name="connsiteX53" fmla="*/ 2096762 w 2096762"/>
              <a:gd name="connsiteY53" fmla="*/ 229322 h 1060614"/>
              <a:gd name="connsiteX54" fmla="*/ 1988073 w 2096762"/>
              <a:gd name="connsiteY54" fmla="*/ 514183 h 1060614"/>
              <a:gd name="connsiteX55" fmla="*/ 1717545 w 2096762"/>
              <a:gd name="connsiteY55" fmla="*/ 359510 h 1060614"/>
              <a:gd name="connsiteX56" fmla="*/ 1707990 w 2096762"/>
              <a:gd name="connsiteY56" fmla="*/ 376232 h 1060614"/>
              <a:gd name="connsiteX57" fmla="*/ 1978518 w 2096762"/>
              <a:gd name="connsiteY57" fmla="*/ 530905 h 1060614"/>
              <a:gd name="connsiteX58" fmla="*/ 1988073 w 2096762"/>
              <a:gd name="connsiteY58" fmla="*/ 514183 h 1060614"/>
              <a:gd name="connsiteX59" fmla="*/ 1807124 w 2096762"/>
              <a:gd name="connsiteY59" fmla="*/ 753658 h 1060614"/>
              <a:gd name="connsiteX60" fmla="*/ 1590342 w 2096762"/>
              <a:gd name="connsiteY60" fmla="*/ 529710 h 1060614"/>
              <a:gd name="connsiteX61" fmla="*/ 1567052 w 2096762"/>
              <a:gd name="connsiteY61" fmla="*/ 552404 h 1060614"/>
              <a:gd name="connsiteX62" fmla="*/ 1783833 w 2096762"/>
              <a:gd name="connsiteY62" fmla="*/ 776351 h 1060614"/>
              <a:gd name="connsiteX63" fmla="*/ 1807124 w 2096762"/>
              <a:gd name="connsiteY63" fmla="*/ 753658 h 1060614"/>
              <a:gd name="connsiteX64" fmla="*/ 1905660 w 2096762"/>
              <a:gd name="connsiteY64" fmla="*/ 640191 h 1060614"/>
              <a:gd name="connsiteX65" fmla="*/ 1659617 w 2096762"/>
              <a:gd name="connsiteY65" fmla="*/ 449089 h 1060614"/>
              <a:gd name="connsiteX66" fmla="*/ 1643493 w 2096762"/>
              <a:gd name="connsiteY66" fmla="*/ 469394 h 1060614"/>
              <a:gd name="connsiteX67" fmla="*/ 1889536 w 2096762"/>
              <a:gd name="connsiteY67" fmla="*/ 660496 h 1060614"/>
              <a:gd name="connsiteX68" fmla="*/ 1905660 w 2096762"/>
              <a:gd name="connsiteY68" fmla="*/ 640191 h 1060614"/>
              <a:gd name="connsiteX69" fmla="*/ 1691865 w 2096762"/>
              <a:gd name="connsiteY69" fmla="*/ 853986 h 1060614"/>
              <a:gd name="connsiteX70" fmla="*/ 1512110 w 2096762"/>
              <a:gd name="connsiteY70" fmla="*/ 598985 h 1060614"/>
              <a:gd name="connsiteX71" fmla="*/ 1480459 w 2096762"/>
              <a:gd name="connsiteY71" fmla="*/ 621678 h 1060614"/>
              <a:gd name="connsiteX72" fmla="*/ 1660214 w 2096762"/>
              <a:gd name="connsiteY72" fmla="*/ 876680 h 1060614"/>
              <a:gd name="connsiteX73" fmla="*/ 1691865 w 2096762"/>
              <a:gd name="connsiteY73" fmla="*/ 853986 h 1060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2096762" h="1060614">
                <a:moveTo>
                  <a:pt x="1279802" y="1036727"/>
                </a:moveTo>
                <a:lnTo>
                  <a:pt x="1221874" y="730367"/>
                </a:lnTo>
                <a:lnTo>
                  <a:pt x="1164544" y="741117"/>
                </a:lnTo>
                <a:lnTo>
                  <a:pt x="1222471" y="1047477"/>
                </a:lnTo>
                <a:lnTo>
                  <a:pt x="1279802" y="1036727"/>
                </a:lnTo>
                <a:close/>
                <a:moveTo>
                  <a:pt x="1562274" y="933413"/>
                </a:moveTo>
                <a:lnTo>
                  <a:pt x="1422531" y="655121"/>
                </a:lnTo>
                <a:lnTo>
                  <a:pt x="1381922" y="675425"/>
                </a:lnTo>
                <a:lnTo>
                  <a:pt x="1521665" y="953717"/>
                </a:lnTo>
                <a:lnTo>
                  <a:pt x="1562274" y="933413"/>
                </a:lnTo>
                <a:close/>
                <a:moveTo>
                  <a:pt x="1065410" y="1060615"/>
                </a:moveTo>
                <a:lnTo>
                  <a:pt x="1129907" y="1058226"/>
                </a:lnTo>
                <a:lnTo>
                  <a:pt x="1117963" y="747089"/>
                </a:lnTo>
                <a:lnTo>
                  <a:pt x="1053466" y="749477"/>
                </a:lnTo>
                <a:lnTo>
                  <a:pt x="1065410" y="1060615"/>
                </a:lnTo>
                <a:close/>
                <a:moveTo>
                  <a:pt x="1424920" y="994327"/>
                </a:moveTo>
                <a:lnTo>
                  <a:pt x="1324592" y="699313"/>
                </a:lnTo>
                <a:lnTo>
                  <a:pt x="1275622" y="716034"/>
                </a:lnTo>
                <a:lnTo>
                  <a:pt x="1375950" y="1011048"/>
                </a:lnTo>
                <a:cubicBezTo>
                  <a:pt x="1375950" y="1011048"/>
                  <a:pt x="1424920" y="994327"/>
                  <a:pt x="1424920" y="994327"/>
                </a:cubicBezTo>
                <a:close/>
                <a:moveTo>
                  <a:pt x="907154" y="1049866"/>
                </a:moveTo>
                <a:lnTo>
                  <a:pt x="978219" y="1058226"/>
                </a:lnTo>
                <a:lnTo>
                  <a:pt x="1014648" y="748283"/>
                </a:lnTo>
                <a:lnTo>
                  <a:pt x="943582" y="739922"/>
                </a:lnTo>
                <a:lnTo>
                  <a:pt x="907154" y="1049866"/>
                </a:lnTo>
                <a:lnTo>
                  <a:pt x="907154" y="1049866"/>
                </a:lnTo>
                <a:close/>
                <a:moveTo>
                  <a:pt x="751286" y="1013437"/>
                </a:moveTo>
                <a:lnTo>
                  <a:pt x="826532" y="1034338"/>
                </a:lnTo>
                <a:lnTo>
                  <a:pt x="910737" y="734547"/>
                </a:lnTo>
                <a:lnTo>
                  <a:pt x="835490" y="713646"/>
                </a:lnTo>
                <a:lnTo>
                  <a:pt x="834296" y="717229"/>
                </a:lnTo>
                <a:cubicBezTo>
                  <a:pt x="834296" y="715437"/>
                  <a:pt x="834893" y="714243"/>
                  <a:pt x="834893" y="713049"/>
                </a:cubicBezTo>
                <a:cubicBezTo>
                  <a:pt x="698733" y="676620"/>
                  <a:pt x="566754" y="586444"/>
                  <a:pt x="456273" y="442520"/>
                </a:cubicBezTo>
                <a:cubicBezTo>
                  <a:pt x="352361" y="293819"/>
                  <a:pt x="306377" y="140340"/>
                  <a:pt x="312349" y="0"/>
                </a:cubicBezTo>
                <a:lnTo>
                  <a:pt x="614" y="0"/>
                </a:lnTo>
                <a:cubicBezTo>
                  <a:pt x="-7149" y="207226"/>
                  <a:pt x="58542" y="428188"/>
                  <a:pt x="204257" y="627650"/>
                </a:cubicBezTo>
                <a:cubicBezTo>
                  <a:pt x="352361" y="830098"/>
                  <a:pt x="547643" y="960287"/>
                  <a:pt x="751883" y="1013437"/>
                </a:cubicBezTo>
                <a:cubicBezTo>
                  <a:pt x="751883" y="1012840"/>
                  <a:pt x="752481" y="1012242"/>
                  <a:pt x="752481" y="1012242"/>
                </a:cubicBezTo>
                <a:lnTo>
                  <a:pt x="752481" y="1014034"/>
                </a:lnTo>
                <a:cubicBezTo>
                  <a:pt x="752080" y="1014034"/>
                  <a:pt x="751883" y="1014034"/>
                  <a:pt x="751883" y="1014034"/>
                </a:cubicBezTo>
                <a:close/>
                <a:moveTo>
                  <a:pt x="910737" y="734547"/>
                </a:moveTo>
                <a:cubicBezTo>
                  <a:pt x="910737" y="734547"/>
                  <a:pt x="910737" y="734547"/>
                  <a:pt x="910737" y="734547"/>
                </a:cubicBezTo>
                <a:lnTo>
                  <a:pt x="910737" y="734547"/>
                </a:lnTo>
                <a:close/>
                <a:moveTo>
                  <a:pt x="2053167" y="376829"/>
                </a:moveTo>
                <a:lnTo>
                  <a:pt x="1762931" y="263362"/>
                </a:lnTo>
                <a:lnTo>
                  <a:pt x="1758154" y="275306"/>
                </a:lnTo>
                <a:lnTo>
                  <a:pt x="2048389" y="388773"/>
                </a:lnTo>
                <a:lnTo>
                  <a:pt x="2053167" y="376829"/>
                </a:lnTo>
                <a:close/>
                <a:moveTo>
                  <a:pt x="2096762" y="229322"/>
                </a:moveTo>
                <a:lnTo>
                  <a:pt x="1792791" y="161839"/>
                </a:lnTo>
                <a:lnTo>
                  <a:pt x="1790999" y="168409"/>
                </a:lnTo>
                <a:lnTo>
                  <a:pt x="2094971" y="235891"/>
                </a:lnTo>
                <a:lnTo>
                  <a:pt x="2094971" y="235891"/>
                </a:lnTo>
                <a:lnTo>
                  <a:pt x="2096762" y="229322"/>
                </a:lnTo>
                <a:close/>
                <a:moveTo>
                  <a:pt x="1988073" y="514183"/>
                </a:moveTo>
                <a:lnTo>
                  <a:pt x="1717545" y="359510"/>
                </a:lnTo>
                <a:lnTo>
                  <a:pt x="1707990" y="376232"/>
                </a:lnTo>
                <a:lnTo>
                  <a:pt x="1978518" y="530905"/>
                </a:lnTo>
                <a:lnTo>
                  <a:pt x="1988073" y="514183"/>
                </a:lnTo>
                <a:close/>
                <a:moveTo>
                  <a:pt x="1807124" y="753658"/>
                </a:moveTo>
                <a:lnTo>
                  <a:pt x="1590342" y="529710"/>
                </a:lnTo>
                <a:lnTo>
                  <a:pt x="1567052" y="552404"/>
                </a:lnTo>
                <a:lnTo>
                  <a:pt x="1783833" y="776351"/>
                </a:lnTo>
                <a:lnTo>
                  <a:pt x="1807124" y="753658"/>
                </a:lnTo>
                <a:close/>
                <a:moveTo>
                  <a:pt x="1905660" y="640191"/>
                </a:moveTo>
                <a:lnTo>
                  <a:pt x="1659617" y="449089"/>
                </a:lnTo>
                <a:lnTo>
                  <a:pt x="1643493" y="469394"/>
                </a:lnTo>
                <a:lnTo>
                  <a:pt x="1889536" y="660496"/>
                </a:lnTo>
                <a:lnTo>
                  <a:pt x="1905660" y="640191"/>
                </a:lnTo>
                <a:close/>
                <a:moveTo>
                  <a:pt x="1691865" y="853986"/>
                </a:moveTo>
                <a:lnTo>
                  <a:pt x="1512110" y="598985"/>
                </a:lnTo>
                <a:lnTo>
                  <a:pt x="1480459" y="621678"/>
                </a:lnTo>
                <a:lnTo>
                  <a:pt x="1660214" y="876680"/>
                </a:lnTo>
                <a:lnTo>
                  <a:pt x="1691865" y="853986"/>
                </a:lnTo>
                <a:close/>
              </a:path>
            </a:pathLst>
          </a:custGeom>
          <a:solidFill>
            <a:srgbClr val="1D56C0"/>
          </a:solidFill>
          <a:ln w="59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8" name="Freeform 57">
            <a:extLst>
              <a:ext uri="{FF2B5EF4-FFF2-40B4-BE49-F238E27FC236}">
                <a16:creationId xmlns:a16="http://schemas.microsoft.com/office/drawing/2014/main" id="{3F39A61B-405A-0E3D-CE2A-3CCC12E74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710716" y="2564669"/>
            <a:ext cx="1496982" cy="758435"/>
          </a:xfrm>
          <a:custGeom>
            <a:avLst/>
            <a:gdLst>
              <a:gd name="connsiteX0" fmla="*/ 583458 w 1496982"/>
              <a:gd name="connsiteY0" fmla="*/ 17319 h 758435"/>
              <a:gd name="connsiteX1" fmla="*/ 624664 w 1496982"/>
              <a:gd name="connsiteY1" fmla="*/ 235891 h 758435"/>
              <a:gd name="connsiteX2" fmla="*/ 665273 w 1496982"/>
              <a:gd name="connsiteY2" fmla="*/ 228128 h 758435"/>
              <a:gd name="connsiteX3" fmla="*/ 624067 w 1496982"/>
              <a:gd name="connsiteY3" fmla="*/ 9555 h 758435"/>
              <a:gd name="connsiteX4" fmla="*/ 583458 w 1496982"/>
              <a:gd name="connsiteY4" fmla="*/ 17319 h 758435"/>
              <a:gd name="connsiteX5" fmla="*/ 381606 w 1496982"/>
              <a:gd name="connsiteY5" fmla="*/ 90773 h 758435"/>
              <a:gd name="connsiteX6" fmla="*/ 481338 w 1496982"/>
              <a:gd name="connsiteY6" fmla="*/ 289639 h 758435"/>
              <a:gd name="connsiteX7" fmla="*/ 510600 w 1496982"/>
              <a:gd name="connsiteY7" fmla="*/ 275306 h 758435"/>
              <a:gd name="connsiteX8" fmla="*/ 410869 w 1496982"/>
              <a:gd name="connsiteY8" fmla="*/ 76441 h 758435"/>
              <a:gd name="connsiteX9" fmla="*/ 381606 w 1496982"/>
              <a:gd name="connsiteY9" fmla="*/ 90773 h 758435"/>
              <a:gd name="connsiteX10" fmla="*/ 736339 w 1496982"/>
              <a:gd name="connsiteY10" fmla="*/ 0 h 758435"/>
              <a:gd name="connsiteX11" fmla="*/ 689758 w 1496982"/>
              <a:gd name="connsiteY11" fmla="*/ 1792 h 758435"/>
              <a:gd name="connsiteX12" fmla="*/ 698119 w 1496982"/>
              <a:gd name="connsiteY12" fmla="*/ 223947 h 758435"/>
              <a:gd name="connsiteX13" fmla="*/ 744700 w 1496982"/>
              <a:gd name="connsiteY13" fmla="*/ 222156 h 758435"/>
              <a:gd name="connsiteX14" fmla="*/ 736339 w 1496982"/>
              <a:gd name="connsiteY14" fmla="*/ 0 h 758435"/>
              <a:gd name="connsiteX15" fmla="*/ 479546 w 1496982"/>
              <a:gd name="connsiteY15" fmla="*/ 47178 h 758435"/>
              <a:gd name="connsiteX16" fmla="*/ 551209 w 1496982"/>
              <a:gd name="connsiteY16" fmla="*/ 257987 h 758435"/>
              <a:gd name="connsiteX17" fmla="*/ 586444 w 1496982"/>
              <a:gd name="connsiteY17" fmla="*/ 246044 h 758435"/>
              <a:gd name="connsiteX18" fmla="*/ 514781 w 1496982"/>
              <a:gd name="connsiteY18" fmla="*/ 35234 h 758435"/>
              <a:gd name="connsiteX19" fmla="*/ 479546 w 1496982"/>
              <a:gd name="connsiteY19" fmla="*/ 47178 h 758435"/>
              <a:gd name="connsiteX20" fmla="*/ 849806 w 1496982"/>
              <a:gd name="connsiteY20" fmla="*/ 7764 h 758435"/>
              <a:gd name="connsiteX21" fmla="*/ 799044 w 1496982"/>
              <a:gd name="connsiteY21" fmla="*/ 1792 h 758435"/>
              <a:gd name="connsiteX22" fmla="*/ 773365 w 1496982"/>
              <a:gd name="connsiteY22" fmla="*/ 223350 h 758435"/>
              <a:gd name="connsiteX23" fmla="*/ 824126 w 1496982"/>
              <a:gd name="connsiteY23" fmla="*/ 229322 h 758435"/>
              <a:gd name="connsiteX24" fmla="*/ 849806 w 1496982"/>
              <a:gd name="connsiteY24" fmla="*/ 7764 h 758435"/>
              <a:gd name="connsiteX25" fmla="*/ 849806 w 1496982"/>
              <a:gd name="connsiteY25" fmla="*/ 7764 h 758435"/>
              <a:gd name="connsiteX26" fmla="*/ 960884 w 1496982"/>
              <a:gd name="connsiteY26" fmla="*/ 34040 h 758435"/>
              <a:gd name="connsiteX27" fmla="*/ 907136 w 1496982"/>
              <a:gd name="connsiteY27" fmla="*/ 19110 h 758435"/>
              <a:gd name="connsiteX28" fmla="*/ 846820 w 1496982"/>
              <a:gd name="connsiteY28" fmla="*/ 233502 h 758435"/>
              <a:gd name="connsiteX29" fmla="*/ 900567 w 1496982"/>
              <a:gd name="connsiteY29" fmla="*/ 248432 h 758435"/>
              <a:gd name="connsiteX30" fmla="*/ 900567 w 1496982"/>
              <a:gd name="connsiteY30" fmla="*/ 246044 h 758435"/>
              <a:gd name="connsiteX31" fmla="*/ 900567 w 1496982"/>
              <a:gd name="connsiteY31" fmla="*/ 249029 h 758435"/>
              <a:gd name="connsiteX32" fmla="*/ 1171096 w 1496982"/>
              <a:gd name="connsiteY32" fmla="*/ 442520 h 758435"/>
              <a:gd name="connsiteX33" fmla="*/ 1273813 w 1496982"/>
              <a:gd name="connsiteY33" fmla="*/ 758435 h 758435"/>
              <a:gd name="connsiteX34" fmla="*/ 1496566 w 1496982"/>
              <a:gd name="connsiteY34" fmla="*/ 758435 h 758435"/>
              <a:gd name="connsiteX35" fmla="*/ 1350851 w 1496982"/>
              <a:gd name="connsiteY35" fmla="*/ 309943 h 758435"/>
              <a:gd name="connsiteX36" fmla="*/ 959689 w 1496982"/>
              <a:gd name="connsiteY36" fmla="*/ 34637 h 758435"/>
              <a:gd name="connsiteX37" fmla="*/ 959689 w 1496982"/>
              <a:gd name="connsiteY37" fmla="*/ 35234 h 758435"/>
              <a:gd name="connsiteX38" fmla="*/ 959689 w 1496982"/>
              <a:gd name="connsiteY38" fmla="*/ 34040 h 758435"/>
              <a:gd name="connsiteX39" fmla="*/ 959689 w 1496982"/>
              <a:gd name="connsiteY39" fmla="*/ 34040 h 758435"/>
              <a:gd name="connsiteX40" fmla="*/ 847417 w 1496982"/>
              <a:gd name="connsiteY40" fmla="*/ 232905 h 758435"/>
              <a:gd name="connsiteX41" fmla="*/ 847417 w 1496982"/>
              <a:gd name="connsiteY41" fmla="*/ 232905 h 758435"/>
              <a:gd name="connsiteX42" fmla="*/ 847417 w 1496982"/>
              <a:gd name="connsiteY42" fmla="*/ 232905 h 758435"/>
              <a:gd name="connsiteX43" fmla="*/ 31054 w 1496982"/>
              <a:gd name="connsiteY43" fmla="*/ 488504 h 758435"/>
              <a:gd name="connsiteX44" fmla="*/ 238280 w 1496982"/>
              <a:gd name="connsiteY44" fmla="*/ 569722 h 758435"/>
              <a:gd name="connsiteX45" fmla="*/ 241863 w 1496982"/>
              <a:gd name="connsiteY45" fmla="*/ 561361 h 758435"/>
              <a:gd name="connsiteX46" fmla="*/ 34637 w 1496982"/>
              <a:gd name="connsiteY46" fmla="*/ 480143 h 758435"/>
              <a:gd name="connsiteX47" fmla="*/ 31054 w 1496982"/>
              <a:gd name="connsiteY47" fmla="*/ 488504 h 758435"/>
              <a:gd name="connsiteX48" fmla="*/ 0 w 1496982"/>
              <a:gd name="connsiteY48" fmla="*/ 594207 h 758435"/>
              <a:gd name="connsiteX49" fmla="*/ 217378 w 1496982"/>
              <a:gd name="connsiteY49" fmla="*/ 642580 h 758435"/>
              <a:gd name="connsiteX50" fmla="*/ 218573 w 1496982"/>
              <a:gd name="connsiteY50" fmla="*/ 637802 h 758435"/>
              <a:gd name="connsiteX51" fmla="*/ 1194 w 1496982"/>
              <a:gd name="connsiteY51" fmla="*/ 589430 h 758435"/>
              <a:gd name="connsiteX52" fmla="*/ 1194 w 1496982"/>
              <a:gd name="connsiteY52" fmla="*/ 589430 h 758435"/>
              <a:gd name="connsiteX53" fmla="*/ 0 w 1496982"/>
              <a:gd name="connsiteY53" fmla="*/ 594207 h 758435"/>
              <a:gd name="connsiteX54" fmla="*/ 77038 w 1496982"/>
              <a:gd name="connsiteY54" fmla="*/ 389967 h 758435"/>
              <a:gd name="connsiteX55" fmla="*/ 270529 w 1496982"/>
              <a:gd name="connsiteY55" fmla="*/ 500448 h 758435"/>
              <a:gd name="connsiteX56" fmla="*/ 277098 w 1496982"/>
              <a:gd name="connsiteY56" fmla="*/ 488504 h 758435"/>
              <a:gd name="connsiteX57" fmla="*/ 83607 w 1496982"/>
              <a:gd name="connsiteY57" fmla="*/ 378023 h 758435"/>
              <a:gd name="connsiteX58" fmla="*/ 77038 w 1496982"/>
              <a:gd name="connsiteY58" fmla="*/ 389967 h 758435"/>
              <a:gd name="connsiteX59" fmla="*/ 206629 w 1496982"/>
              <a:gd name="connsiteY59" fmla="*/ 219170 h 758435"/>
              <a:gd name="connsiteX60" fmla="*/ 361302 w 1496982"/>
              <a:gd name="connsiteY60" fmla="*/ 379218 h 758435"/>
              <a:gd name="connsiteX61" fmla="*/ 378023 w 1496982"/>
              <a:gd name="connsiteY61" fmla="*/ 363093 h 758435"/>
              <a:gd name="connsiteX62" fmla="*/ 223350 w 1496982"/>
              <a:gd name="connsiteY62" fmla="*/ 203046 h 758435"/>
              <a:gd name="connsiteX63" fmla="*/ 206629 w 1496982"/>
              <a:gd name="connsiteY63" fmla="*/ 219170 h 758435"/>
              <a:gd name="connsiteX64" fmla="*/ 136160 w 1496982"/>
              <a:gd name="connsiteY64" fmla="*/ 300388 h 758435"/>
              <a:gd name="connsiteX65" fmla="*/ 311735 w 1496982"/>
              <a:gd name="connsiteY65" fmla="*/ 437145 h 758435"/>
              <a:gd name="connsiteX66" fmla="*/ 323081 w 1496982"/>
              <a:gd name="connsiteY66" fmla="*/ 422215 h 758435"/>
              <a:gd name="connsiteX67" fmla="*/ 147507 w 1496982"/>
              <a:gd name="connsiteY67" fmla="*/ 285458 h 758435"/>
              <a:gd name="connsiteX68" fmla="*/ 136160 w 1496982"/>
              <a:gd name="connsiteY68" fmla="*/ 300388 h 758435"/>
              <a:gd name="connsiteX69" fmla="*/ 289041 w 1496982"/>
              <a:gd name="connsiteY69" fmla="*/ 147507 h 758435"/>
              <a:gd name="connsiteX70" fmla="*/ 417438 w 1496982"/>
              <a:gd name="connsiteY70" fmla="*/ 329651 h 758435"/>
              <a:gd name="connsiteX71" fmla="*/ 440131 w 1496982"/>
              <a:gd name="connsiteY71" fmla="*/ 313526 h 758435"/>
              <a:gd name="connsiteX72" fmla="*/ 311735 w 1496982"/>
              <a:gd name="connsiteY72" fmla="*/ 131382 h 758435"/>
              <a:gd name="connsiteX73" fmla="*/ 289041 w 1496982"/>
              <a:gd name="connsiteY73" fmla="*/ 147507 h 758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1496982" h="758435">
                <a:moveTo>
                  <a:pt x="583458" y="17319"/>
                </a:moveTo>
                <a:lnTo>
                  <a:pt x="624664" y="235891"/>
                </a:lnTo>
                <a:lnTo>
                  <a:pt x="665273" y="228128"/>
                </a:lnTo>
                <a:lnTo>
                  <a:pt x="624067" y="9555"/>
                </a:lnTo>
                <a:lnTo>
                  <a:pt x="583458" y="17319"/>
                </a:lnTo>
                <a:close/>
                <a:moveTo>
                  <a:pt x="381606" y="90773"/>
                </a:moveTo>
                <a:lnTo>
                  <a:pt x="481338" y="289639"/>
                </a:lnTo>
                <a:lnTo>
                  <a:pt x="510600" y="275306"/>
                </a:lnTo>
                <a:lnTo>
                  <a:pt x="410869" y="76441"/>
                </a:lnTo>
                <a:lnTo>
                  <a:pt x="381606" y="90773"/>
                </a:lnTo>
                <a:close/>
                <a:moveTo>
                  <a:pt x="736339" y="0"/>
                </a:moveTo>
                <a:lnTo>
                  <a:pt x="689758" y="1792"/>
                </a:lnTo>
                <a:lnTo>
                  <a:pt x="698119" y="223947"/>
                </a:lnTo>
                <a:lnTo>
                  <a:pt x="744700" y="222156"/>
                </a:lnTo>
                <a:lnTo>
                  <a:pt x="736339" y="0"/>
                </a:lnTo>
                <a:close/>
                <a:moveTo>
                  <a:pt x="479546" y="47178"/>
                </a:moveTo>
                <a:lnTo>
                  <a:pt x="551209" y="257987"/>
                </a:lnTo>
                <a:lnTo>
                  <a:pt x="586444" y="246044"/>
                </a:lnTo>
                <a:lnTo>
                  <a:pt x="514781" y="35234"/>
                </a:lnTo>
                <a:cubicBezTo>
                  <a:pt x="514781" y="35234"/>
                  <a:pt x="479546" y="47178"/>
                  <a:pt x="479546" y="47178"/>
                </a:cubicBezTo>
                <a:close/>
                <a:moveTo>
                  <a:pt x="849806" y="7764"/>
                </a:moveTo>
                <a:lnTo>
                  <a:pt x="799044" y="1792"/>
                </a:lnTo>
                <a:lnTo>
                  <a:pt x="773365" y="223350"/>
                </a:lnTo>
                <a:lnTo>
                  <a:pt x="824126" y="229322"/>
                </a:lnTo>
                <a:lnTo>
                  <a:pt x="849806" y="7764"/>
                </a:lnTo>
                <a:lnTo>
                  <a:pt x="849806" y="7764"/>
                </a:lnTo>
                <a:close/>
                <a:moveTo>
                  <a:pt x="960884" y="34040"/>
                </a:moveTo>
                <a:lnTo>
                  <a:pt x="907136" y="19110"/>
                </a:lnTo>
                <a:lnTo>
                  <a:pt x="846820" y="233502"/>
                </a:lnTo>
                <a:lnTo>
                  <a:pt x="900567" y="248432"/>
                </a:lnTo>
                <a:lnTo>
                  <a:pt x="900567" y="246044"/>
                </a:lnTo>
                <a:cubicBezTo>
                  <a:pt x="900567" y="247238"/>
                  <a:pt x="900567" y="248432"/>
                  <a:pt x="900567" y="249029"/>
                </a:cubicBezTo>
                <a:cubicBezTo>
                  <a:pt x="997910" y="274709"/>
                  <a:pt x="1092266" y="339206"/>
                  <a:pt x="1171096" y="442520"/>
                </a:cubicBezTo>
                <a:cubicBezTo>
                  <a:pt x="1245745" y="548821"/>
                  <a:pt x="1278590" y="658107"/>
                  <a:pt x="1273813" y="758435"/>
                </a:cubicBezTo>
                <a:lnTo>
                  <a:pt x="1496566" y="758435"/>
                </a:lnTo>
                <a:cubicBezTo>
                  <a:pt x="1501941" y="610331"/>
                  <a:pt x="1455360" y="452672"/>
                  <a:pt x="1350851" y="309943"/>
                </a:cubicBezTo>
                <a:cubicBezTo>
                  <a:pt x="1245148" y="165422"/>
                  <a:pt x="1105404" y="72260"/>
                  <a:pt x="959689" y="34637"/>
                </a:cubicBezTo>
                <a:cubicBezTo>
                  <a:pt x="959689" y="34637"/>
                  <a:pt x="959689" y="35234"/>
                  <a:pt x="959689" y="35234"/>
                </a:cubicBezTo>
                <a:lnTo>
                  <a:pt x="959689" y="34040"/>
                </a:lnTo>
                <a:cubicBezTo>
                  <a:pt x="959689" y="34040"/>
                  <a:pt x="959689" y="34040"/>
                  <a:pt x="959689" y="34040"/>
                </a:cubicBezTo>
                <a:close/>
                <a:moveTo>
                  <a:pt x="847417" y="232905"/>
                </a:moveTo>
                <a:cubicBezTo>
                  <a:pt x="847417" y="232905"/>
                  <a:pt x="847417" y="232905"/>
                  <a:pt x="847417" y="232905"/>
                </a:cubicBezTo>
                <a:lnTo>
                  <a:pt x="847417" y="232905"/>
                </a:lnTo>
                <a:close/>
                <a:moveTo>
                  <a:pt x="31054" y="488504"/>
                </a:moveTo>
                <a:lnTo>
                  <a:pt x="238280" y="569722"/>
                </a:lnTo>
                <a:lnTo>
                  <a:pt x="241863" y="561361"/>
                </a:lnTo>
                <a:lnTo>
                  <a:pt x="34637" y="480143"/>
                </a:lnTo>
                <a:lnTo>
                  <a:pt x="31054" y="488504"/>
                </a:lnTo>
                <a:close/>
                <a:moveTo>
                  <a:pt x="0" y="594207"/>
                </a:moveTo>
                <a:lnTo>
                  <a:pt x="217378" y="642580"/>
                </a:lnTo>
                <a:lnTo>
                  <a:pt x="218573" y="637802"/>
                </a:lnTo>
                <a:lnTo>
                  <a:pt x="1194" y="589430"/>
                </a:lnTo>
                <a:lnTo>
                  <a:pt x="1194" y="589430"/>
                </a:lnTo>
                <a:lnTo>
                  <a:pt x="0" y="594207"/>
                </a:lnTo>
                <a:close/>
                <a:moveTo>
                  <a:pt x="77038" y="389967"/>
                </a:moveTo>
                <a:lnTo>
                  <a:pt x="270529" y="500448"/>
                </a:lnTo>
                <a:lnTo>
                  <a:pt x="277098" y="488504"/>
                </a:lnTo>
                <a:lnTo>
                  <a:pt x="83607" y="378023"/>
                </a:lnTo>
                <a:lnTo>
                  <a:pt x="77038" y="389967"/>
                </a:lnTo>
                <a:close/>
                <a:moveTo>
                  <a:pt x="206629" y="219170"/>
                </a:moveTo>
                <a:lnTo>
                  <a:pt x="361302" y="379218"/>
                </a:lnTo>
                <a:lnTo>
                  <a:pt x="378023" y="363093"/>
                </a:lnTo>
                <a:lnTo>
                  <a:pt x="223350" y="203046"/>
                </a:lnTo>
                <a:lnTo>
                  <a:pt x="206629" y="219170"/>
                </a:lnTo>
                <a:close/>
                <a:moveTo>
                  <a:pt x="136160" y="300388"/>
                </a:moveTo>
                <a:lnTo>
                  <a:pt x="311735" y="437145"/>
                </a:lnTo>
                <a:lnTo>
                  <a:pt x="323081" y="422215"/>
                </a:lnTo>
                <a:lnTo>
                  <a:pt x="147507" y="285458"/>
                </a:lnTo>
                <a:lnTo>
                  <a:pt x="136160" y="300388"/>
                </a:lnTo>
                <a:close/>
                <a:moveTo>
                  <a:pt x="289041" y="147507"/>
                </a:moveTo>
                <a:lnTo>
                  <a:pt x="417438" y="329651"/>
                </a:lnTo>
                <a:lnTo>
                  <a:pt x="440131" y="313526"/>
                </a:lnTo>
                <a:lnTo>
                  <a:pt x="311735" y="131382"/>
                </a:lnTo>
                <a:lnTo>
                  <a:pt x="289041" y="147507"/>
                </a:lnTo>
                <a:close/>
              </a:path>
            </a:pathLst>
          </a:custGeom>
          <a:solidFill>
            <a:srgbClr val="0672CB"/>
          </a:solidFill>
          <a:ln w="59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6" name="gear">
            <a:extLst>
              <a:ext uri="{FF2B5EF4-FFF2-40B4-BE49-F238E27FC236}">
                <a16:creationId xmlns:a16="http://schemas.microsoft.com/office/drawing/2014/main" id="{B82197E0-64A9-CAB8-E1D6-E2E140C903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32083" y="3039111"/>
            <a:ext cx="779778" cy="77977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E30FBF1-B281-9D55-2ABE-B5DF8DEE7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3" name="fl">
            <a:extLst>
              <a:ext uri="{FF2B5EF4-FFF2-40B4-BE49-F238E27FC236}">
                <a16:creationId xmlns:a16="http://schemas.microsoft.com/office/drawing/2014/main" id="{9BAD2E44-F6A5-330C-AD69-90EFCBF71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5381061" y="6701002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indent="0" algn="ctr" defTabSz="1219170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0" u="none" baseline="0">
                <a:solidFill>
                  <a:srgbClr val="C8C9C7"/>
                </a:solidFill>
                <a:latin typeface="Arial" panose="020B0604020202020204" pitchFamily="34" charset="0"/>
              </a:rPr>
              <a:t>Copyright © Dell Inc. All Rights Reserved.</a:t>
            </a:r>
          </a:p>
        </p:txBody>
      </p:sp>
      <p:sp>
        <p:nvSpPr>
          <p:cNvPr id="4" name="TextBox 19">
            <a:extLst>
              <a:ext uri="{FF2B5EF4-FFF2-40B4-BE49-F238E27FC236}">
                <a16:creationId xmlns:a16="http://schemas.microsoft.com/office/drawing/2014/main" id="{44DDF4A8-0C9A-4804-EECB-AF4198C2D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5120251" y="6702028"/>
            <a:ext cx="94577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00" b="0" kern="1200" smtClean="0">
                <a:solidFill>
                  <a:srgbClr val="C8C9C7"/>
                </a:solidFill>
                <a:latin typeface="Arial" panose="020B0604020202020204" pitchFamily="34" charset="0"/>
                <a:ea typeface="Arial"/>
                <a:cs typeface="Arial"/>
              </a:rPr>
              <a:pPr algn="r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00" b="0" kern="1200" err="1">
              <a:solidFill>
                <a:srgbClr val="C8C9C7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2681103"/>
            <a:ext cx="6790127" cy="1495794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>
              <a:defRPr lang="en-US" sz="5400" dirty="0">
                <a:solidFill>
                  <a:schemeClr val="tx2"/>
                </a:solidFill>
                <a:latin typeface="Arial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8308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8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TW Cover D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3335AEF-54A2-9C96-21FF-5834C85CC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778" y="1412054"/>
            <a:ext cx="7069312" cy="2216248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lnSpc>
                <a:spcPct val="100000"/>
              </a:lnSpc>
              <a:defRPr lang="en-US" sz="7201" dirty="0">
                <a:solidFill>
                  <a:schemeClr val="tx2"/>
                </a:solidFill>
                <a:latin typeface="Arial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43F623-7CAA-28CD-E65C-5C2C3BA8124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000" y="6143627"/>
            <a:ext cx="2522072" cy="301143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7A4E78-E966-7276-0BBD-9ECB17C916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778" y="4084377"/>
            <a:ext cx="7107360" cy="6540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457226" indent="0">
              <a:buNone/>
              <a:defRPr sz="1800"/>
            </a:lvl2pPr>
            <a:lvl3pPr marL="914450" indent="0">
              <a:buNone/>
              <a:defRPr sz="1600"/>
            </a:lvl3pPr>
            <a:lvl4pPr marL="1371676" indent="0">
              <a:buNone/>
              <a:defRPr sz="1400"/>
            </a:lvl4pPr>
            <a:lvl5pPr marL="1828901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30846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TW Cover 2 Lt 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0F2B41-9310-69BE-E4A3-868B7F08760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81000" y="6141830"/>
            <a:ext cx="2522072" cy="301143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2D76C7F7-3C11-8A32-D319-A0F8988CD5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778" y="4084377"/>
            <a:ext cx="7107360" cy="6540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457226" indent="0">
              <a:buNone/>
              <a:defRPr sz="1800"/>
            </a:lvl2pPr>
            <a:lvl3pPr marL="914450" indent="0">
              <a:buNone/>
              <a:defRPr sz="1600"/>
            </a:lvl3pPr>
            <a:lvl4pPr marL="1371676" indent="0">
              <a:buNone/>
              <a:defRPr sz="1400"/>
            </a:lvl4pPr>
            <a:lvl5pPr marL="1828901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442195-D9F8-82D6-3B46-406B43FF0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778" y="1412054"/>
            <a:ext cx="7069312" cy="2216248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lnSpc>
                <a:spcPct val="100000"/>
              </a:lnSpc>
              <a:defRPr lang="en-US" sz="7201" dirty="0">
                <a:solidFill>
                  <a:schemeClr val="bg2"/>
                </a:solidFill>
                <a:latin typeface="Arial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53457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TW Cover 1 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22F67B-BB63-1793-5072-C8F1A61649C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81000" y="6141830"/>
            <a:ext cx="2522072" cy="301143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A57898E-156A-3E8A-4012-731683D5D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778" y="1412054"/>
            <a:ext cx="7069312" cy="2216248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lnSpc>
                <a:spcPct val="100000"/>
              </a:lnSpc>
              <a:defRPr lang="en-US" sz="7201" dirty="0">
                <a:solidFill>
                  <a:schemeClr val="bg2"/>
                </a:solidFill>
                <a:latin typeface="Arial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AE58732A-D7C0-41EB-5A3B-57DCBACD83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778" y="4084377"/>
            <a:ext cx="7107360" cy="6540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457226" indent="0">
              <a:buNone/>
              <a:defRPr sz="1800"/>
            </a:lvl2pPr>
            <a:lvl3pPr marL="914450" indent="0">
              <a:buNone/>
              <a:defRPr sz="1600"/>
            </a:lvl3pPr>
            <a:lvl4pPr marL="1371676" indent="0">
              <a:buNone/>
              <a:defRPr sz="1400"/>
            </a:lvl4pPr>
            <a:lvl5pPr marL="1828901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66538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TW Cover No Photo D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2C73901-19EC-97B6-2610-6EB073B3113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000" y="6143627"/>
            <a:ext cx="2522072" cy="301143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4E3E834-3E63-EC55-E3B4-105D63DC7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778" y="1412054"/>
            <a:ext cx="7069312" cy="2216248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lnSpc>
                <a:spcPct val="100000"/>
              </a:lnSpc>
              <a:defRPr lang="en-US" sz="7201" dirty="0">
                <a:solidFill>
                  <a:schemeClr val="tx2"/>
                </a:solidFill>
                <a:latin typeface="Arial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46B201B7-D737-8979-D27F-381E619076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778" y="4084377"/>
            <a:ext cx="7107360" cy="6540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457226" indent="0">
              <a:buNone/>
              <a:defRPr sz="1800"/>
            </a:lvl2pPr>
            <a:lvl3pPr marL="914450" indent="0">
              <a:buNone/>
              <a:defRPr sz="1600"/>
            </a:lvl3pPr>
            <a:lvl4pPr marL="1371676" indent="0">
              <a:buNone/>
              <a:defRPr sz="1400"/>
            </a:lvl4pPr>
            <a:lvl5pPr marL="1828901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89176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TW Divider D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40427" y="2598003"/>
            <a:ext cx="6582887" cy="1661993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>
              <a:defRPr lang="en-US" sz="5400" dirty="0">
                <a:solidFill>
                  <a:schemeClr val="tx2"/>
                </a:solidFill>
                <a:latin typeface="Arial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CEDF28-C2C8-2D8C-8774-0B3D587E52F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</a:blip>
          <a:srcRect/>
          <a:stretch/>
        </p:blipFill>
        <p:spPr>
          <a:xfrm>
            <a:off x="381000" y="6452917"/>
            <a:ext cx="1438656" cy="184678"/>
          </a:xfrm>
          <a:prstGeom prst="rect">
            <a:avLst/>
          </a:prstGeom>
        </p:spPr>
      </p:pic>
      <p:sp>
        <p:nvSpPr>
          <p:cNvPr id="4" name="fl" descr="                              Dell - Internal Use - Confidential&#10;">
            <a:extLst>
              <a:ext uri="{FF2B5EF4-FFF2-40B4-BE49-F238E27FC236}">
                <a16:creationId xmlns:a16="http://schemas.microsoft.com/office/drawing/2014/main" id="{ED77614B-57FB-4776-7F2D-F2EA18F9F5B6}"/>
              </a:ext>
            </a:extLst>
          </p:cNvPr>
          <p:cNvSpPr txBox="1"/>
          <p:nvPr userDrawn="1"/>
        </p:nvSpPr>
        <p:spPr>
          <a:xfrm>
            <a:off x="5381061" y="6701003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lvl="0" indent="0" algn="ctr" defTabSz="1219268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/>
              </a:rPr>
              <a:t>Copyright © Dell Inc. All Rights Reserved.</a:t>
            </a:r>
          </a:p>
        </p:txBody>
      </p:sp>
      <p:sp>
        <p:nvSpPr>
          <p:cNvPr id="6" name="TextBox 19">
            <a:extLst>
              <a:ext uri="{FF2B5EF4-FFF2-40B4-BE49-F238E27FC236}">
                <a16:creationId xmlns:a16="http://schemas.microsoft.com/office/drawing/2014/main" id="{BE9961DC-0DD3-0EB8-76EA-23219E589D64}"/>
              </a:ext>
            </a:extLst>
          </p:cNvPr>
          <p:cNvSpPr txBox="1"/>
          <p:nvPr userDrawn="1"/>
        </p:nvSpPr>
        <p:spPr>
          <a:xfrm>
            <a:off x="5120251" y="6702028"/>
            <a:ext cx="94578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9pPr>
          </a:lstStyle>
          <a:p>
            <a:pPr marL="0" marR="0" lvl="0" indent="0" algn="r" defTabSz="914231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672CB"/>
              </a:buClr>
              <a:buSzTx/>
              <a:buFontTx/>
              <a:buNone/>
              <a:tabLst/>
              <a:defRPr/>
            </a:pPr>
            <a:fld id="{58EC7406-F4CC-4ABF-902E-2AF4E70E5C0F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/>
              </a:rPr>
              <a:pPr marL="0" marR="0" lvl="0" indent="0" algn="r" defTabSz="914231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672CB"/>
                </a:buClr>
                <a:buSzTx/>
                <a:buFontTx/>
                <a:buNone/>
                <a:tabLst/>
                <a:defRPr/>
              </a:pPr>
              <a:t>‹#›</a:t>
            </a:fld>
            <a:endParaRPr kumimoji="0" lang="en-US" sz="600" b="0" i="0" u="none" strike="noStrike" kern="1200" cap="none" spc="0" normalizeH="0" baseline="0" noProof="0" err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9867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TW Divider 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40427" y="2598003"/>
            <a:ext cx="6582887" cy="1661993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>
              <a:defRPr lang="en-US" sz="5400" kern="1200" dirty="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941864-21FF-6E45-0913-1C9276A21E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81000" y="6452917"/>
            <a:ext cx="1438656" cy="184678"/>
          </a:xfrm>
          <a:prstGeom prst="rect">
            <a:avLst/>
          </a:prstGeom>
        </p:spPr>
      </p:pic>
      <p:sp>
        <p:nvSpPr>
          <p:cNvPr id="9" name="fl" descr="                              Dell - Internal Use - Confidential&#10;">
            <a:extLst>
              <a:ext uri="{FF2B5EF4-FFF2-40B4-BE49-F238E27FC236}">
                <a16:creationId xmlns:a16="http://schemas.microsoft.com/office/drawing/2014/main" id="{263C080A-A942-AC37-F1A6-3F9217A813FA}"/>
              </a:ext>
            </a:extLst>
          </p:cNvPr>
          <p:cNvSpPr txBox="1"/>
          <p:nvPr userDrawn="1"/>
        </p:nvSpPr>
        <p:spPr>
          <a:xfrm>
            <a:off x="5381061" y="6701003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lvl="0" indent="0" algn="ctr" defTabSz="1219268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/>
              </a:rPr>
              <a:t>Copyright © Dell Inc. All Rights Reserved.</a:t>
            </a:r>
          </a:p>
        </p:txBody>
      </p:sp>
      <p:sp>
        <p:nvSpPr>
          <p:cNvPr id="10" name="TextBox 19">
            <a:extLst>
              <a:ext uri="{FF2B5EF4-FFF2-40B4-BE49-F238E27FC236}">
                <a16:creationId xmlns:a16="http://schemas.microsoft.com/office/drawing/2014/main" id="{BD07C0C8-144F-2767-7192-C4297C222D9B}"/>
              </a:ext>
            </a:extLst>
          </p:cNvPr>
          <p:cNvSpPr txBox="1"/>
          <p:nvPr userDrawn="1"/>
        </p:nvSpPr>
        <p:spPr>
          <a:xfrm>
            <a:off x="5120251" y="6702028"/>
            <a:ext cx="94578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9pPr>
          </a:lstStyle>
          <a:p>
            <a:pPr marL="0" marR="0" lvl="0" indent="0" algn="r" defTabSz="914231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672CB"/>
              </a:buClr>
              <a:buSzTx/>
              <a:buFontTx/>
              <a:buNone/>
              <a:tabLst/>
              <a:defRPr/>
            </a:pPr>
            <a:fld id="{58EC7406-F4CC-4ABF-902E-2AF4E70E5C0F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/>
              </a:rPr>
              <a:pPr marL="0" marR="0" lvl="0" indent="0" algn="r" defTabSz="914231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672CB"/>
                </a:buClr>
                <a:buSzTx/>
                <a:buFontTx/>
                <a:buNone/>
                <a:tabLst/>
                <a:defRPr/>
              </a:pPr>
              <a:t>‹#›</a:t>
            </a:fld>
            <a:endParaRPr kumimoji="0" lang="en-US" sz="600" b="0" i="0" u="none" strike="noStrike" kern="1200" cap="none" spc="0" normalizeH="0" baseline="0" noProof="0" err="1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anose="020B0604020202020204" pitchFamily="34" charset="0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128763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TW Divider Color 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43548" y="2598003"/>
            <a:ext cx="6024595" cy="1661993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>
              <a:defRPr lang="en-US" sz="5400" dirty="0">
                <a:solidFill>
                  <a:schemeClr val="bg2"/>
                </a:solidFill>
                <a:latin typeface="Arial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536235-1F75-5CBB-EA19-58331D0143F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81000" y="6452917"/>
            <a:ext cx="1438656" cy="184678"/>
          </a:xfrm>
          <a:prstGeom prst="rect">
            <a:avLst/>
          </a:prstGeom>
        </p:spPr>
      </p:pic>
      <p:sp>
        <p:nvSpPr>
          <p:cNvPr id="7" name="fl" descr="                              Dell - Internal Use - Confidential&#10;">
            <a:extLst>
              <a:ext uri="{FF2B5EF4-FFF2-40B4-BE49-F238E27FC236}">
                <a16:creationId xmlns:a16="http://schemas.microsoft.com/office/drawing/2014/main" id="{A4C2E2FD-40D0-A82D-94E7-070DD6FA6785}"/>
              </a:ext>
            </a:extLst>
          </p:cNvPr>
          <p:cNvSpPr txBox="1"/>
          <p:nvPr userDrawn="1"/>
        </p:nvSpPr>
        <p:spPr>
          <a:xfrm>
            <a:off x="5381061" y="6701003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lvl="0" indent="0" algn="ctr" defTabSz="1219268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/>
              </a:rPr>
              <a:t>Copyright © Dell Inc. All Rights Reserved.</a:t>
            </a:r>
          </a:p>
        </p:txBody>
      </p:sp>
      <p:sp>
        <p:nvSpPr>
          <p:cNvPr id="8" name="TextBox 19">
            <a:extLst>
              <a:ext uri="{FF2B5EF4-FFF2-40B4-BE49-F238E27FC236}">
                <a16:creationId xmlns:a16="http://schemas.microsoft.com/office/drawing/2014/main" id="{A31E94E1-EC97-BB7D-AE76-976C0BE501E5}"/>
              </a:ext>
            </a:extLst>
          </p:cNvPr>
          <p:cNvSpPr txBox="1"/>
          <p:nvPr userDrawn="1"/>
        </p:nvSpPr>
        <p:spPr>
          <a:xfrm>
            <a:off x="5120251" y="6702028"/>
            <a:ext cx="94578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9pPr>
          </a:lstStyle>
          <a:p>
            <a:pPr marL="0" marR="0" lvl="0" indent="0" algn="r" defTabSz="914231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672CB"/>
              </a:buClr>
              <a:buSzTx/>
              <a:buFontTx/>
              <a:buNone/>
              <a:tabLst/>
              <a:defRPr/>
            </a:pPr>
            <a:fld id="{58EC7406-F4CC-4ABF-902E-2AF4E70E5C0F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/>
              </a:rPr>
              <a:pPr marL="0" marR="0" lvl="0" indent="0" algn="r" defTabSz="914231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672CB"/>
                </a:buClr>
                <a:buSzTx/>
                <a:buFontTx/>
                <a:buNone/>
                <a:tabLst/>
                <a:defRPr/>
              </a:pPr>
              <a:t>‹#›</a:t>
            </a:fld>
            <a:endParaRPr kumimoji="0" lang="en-US" sz="600" b="0" i="0" u="none" strike="noStrike" kern="1200" cap="none" spc="0" normalizeH="0" baseline="0" noProof="0" err="1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anose="020B0604020202020204" pitchFamily="34" charset="0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14542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TW Agenda Lt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26A8496E-5BD3-9858-5A53-10F2F40EB2E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33333"/>
          <a:stretch/>
        </p:blipFill>
        <p:spPr>
          <a:xfrm>
            <a:off x="8762976" y="0"/>
            <a:ext cx="342902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C34DE0-E2D3-1B63-8092-C56EA8B39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42900"/>
            <a:ext cx="78867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00227F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4C4E8-F9CC-F837-6F9D-21261CEB5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8750"/>
            <a:ext cx="6858000" cy="4286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-182880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731520" indent="-182880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88" indent="-228612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514" indent="-228612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A2123B-8529-A88D-7B9F-839C16D2BFF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81000" y="6452917"/>
            <a:ext cx="1438656" cy="184678"/>
          </a:xfrm>
          <a:prstGeom prst="rect">
            <a:avLst/>
          </a:prstGeom>
        </p:spPr>
      </p:pic>
      <p:sp>
        <p:nvSpPr>
          <p:cNvPr id="16" name="Graphic 6">
            <a:extLst>
              <a:ext uri="{FF2B5EF4-FFF2-40B4-BE49-F238E27FC236}">
                <a16:creationId xmlns:a16="http://schemas.microsoft.com/office/drawing/2014/main" id="{6738A949-E8C2-0994-7446-F6CA2001C4D4}"/>
              </a:ext>
            </a:extLst>
          </p:cNvPr>
          <p:cNvSpPr/>
          <p:nvPr/>
        </p:nvSpPr>
        <p:spPr>
          <a:xfrm>
            <a:off x="7048502" y="3429000"/>
            <a:ext cx="1714500" cy="3429000"/>
          </a:xfrm>
          <a:custGeom>
            <a:avLst/>
            <a:gdLst>
              <a:gd name="connsiteX0" fmla="*/ 1714500 w 1714500"/>
              <a:gd name="connsiteY0" fmla="*/ 0 h 3429000"/>
              <a:gd name="connsiteX1" fmla="*/ 857250 w 1714500"/>
              <a:gd name="connsiteY1" fmla="*/ 411909 h 3429000"/>
              <a:gd name="connsiteX2" fmla="*/ 649340 w 1714500"/>
              <a:gd name="connsiteY2" fmla="*/ 831640 h 3429000"/>
              <a:gd name="connsiteX3" fmla="*/ 0 w 1714500"/>
              <a:gd name="connsiteY3" fmla="*/ 3429000 h 3429000"/>
              <a:gd name="connsiteX4" fmla="*/ 857250 w 1714500"/>
              <a:gd name="connsiteY4" fmla="*/ 3017091 h 3429000"/>
              <a:gd name="connsiteX5" fmla="*/ 1065160 w 1714500"/>
              <a:gd name="connsiteY5" fmla="*/ 2597360 h 3429000"/>
              <a:gd name="connsiteX6" fmla="*/ 1714500 w 1714500"/>
              <a:gd name="connsiteY6" fmla="*/ 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4500" h="3429000">
                <a:moveTo>
                  <a:pt x="1714500" y="0"/>
                </a:moveTo>
                <a:cubicBezTo>
                  <a:pt x="1372725" y="0"/>
                  <a:pt x="1060767" y="157814"/>
                  <a:pt x="857250" y="411909"/>
                </a:cubicBezTo>
                <a:cubicBezTo>
                  <a:pt x="760756" y="532379"/>
                  <a:pt x="688640" y="674441"/>
                  <a:pt x="649340" y="831640"/>
                </a:cubicBezTo>
                <a:lnTo>
                  <a:pt x="0" y="3429000"/>
                </a:lnTo>
                <a:cubicBezTo>
                  <a:pt x="341775" y="3429000"/>
                  <a:pt x="653734" y="3271186"/>
                  <a:pt x="857250" y="3017091"/>
                </a:cubicBezTo>
                <a:cubicBezTo>
                  <a:pt x="953744" y="2896621"/>
                  <a:pt x="1025860" y="2754559"/>
                  <a:pt x="1065160" y="2597360"/>
                </a:cubicBezTo>
                <a:lnTo>
                  <a:pt x="1714500" y="0"/>
                </a:lnTo>
                <a:close/>
              </a:path>
            </a:pathLst>
          </a:custGeom>
          <a:solidFill>
            <a:srgbClr val="500A96"/>
          </a:solidFill>
          <a:ln w="267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7">
            <a:extLst>
              <a:ext uri="{FF2B5EF4-FFF2-40B4-BE49-F238E27FC236}">
                <a16:creationId xmlns:a16="http://schemas.microsoft.com/office/drawing/2014/main" id="{D0A4C65D-AD65-D8E3-195A-677F22ACE096}"/>
              </a:ext>
            </a:extLst>
          </p:cNvPr>
          <p:cNvSpPr/>
          <p:nvPr/>
        </p:nvSpPr>
        <p:spPr>
          <a:xfrm>
            <a:off x="8763002" y="0"/>
            <a:ext cx="1714500" cy="3429000"/>
          </a:xfrm>
          <a:custGeom>
            <a:avLst/>
            <a:gdLst>
              <a:gd name="connsiteX0" fmla="*/ 1714500 w 1714500"/>
              <a:gd name="connsiteY0" fmla="*/ 0 h 3429000"/>
              <a:gd name="connsiteX1" fmla="*/ 857250 w 1714500"/>
              <a:gd name="connsiteY1" fmla="*/ 411909 h 3429000"/>
              <a:gd name="connsiteX2" fmla="*/ 649340 w 1714500"/>
              <a:gd name="connsiteY2" fmla="*/ 831640 h 3429000"/>
              <a:gd name="connsiteX3" fmla="*/ 0 w 1714500"/>
              <a:gd name="connsiteY3" fmla="*/ 3429000 h 3429000"/>
              <a:gd name="connsiteX4" fmla="*/ 857250 w 1714500"/>
              <a:gd name="connsiteY4" fmla="*/ 3017091 h 3429000"/>
              <a:gd name="connsiteX5" fmla="*/ 1065160 w 1714500"/>
              <a:gd name="connsiteY5" fmla="*/ 2597360 h 3429000"/>
              <a:gd name="connsiteX6" fmla="*/ 1714500 w 1714500"/>
              <a:gd name="connsiteY6" fmla="*/ 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4500" h="3429000">
                <a:moveTo>
                  <a:pt x="1714500" y="0"/>
                </a:moveTo>
                <a:cubicBezTo>
                  <a:pt x="1372725" y="0"/>
                  <a:pt x="1060767" y="157814"/>
                  <a:pt x="857250" y="411909"/>
                </a:cubicBezTo>
                <a:cubicBezTo>
                  <a:pt x="760756" y="532379"/>
                  <a:pt x="688640" y="674441"/>
                  <a:pt x="649340" y="831640"/>
                </a:cubicBezTo>
                <a:lnTo>
                  <a:pt x="0" y="3429000"/>
                </a:lnTo>
                <a:cubicBezTo>
                  <a:pt x="341775" y="3429000"/>
                  <a:pt x="653734" y="3271186"/>
                  <a:pt x="857250" y="3017091"/>
                </a:cubicBezTo>
                <a:cubicBezTo>
                  <a:pt x="953744" y="2896621"/>
                  <a:pt x="1025860" y="2754559"/>
                  <a:pt x="1065160" y="2597360"/>
                </a:cubicBezTo>
                <a:lnTo>
                  <a:pt x="1714500" y="0"/>
                </a:lnTo>
                <a:close/>
              </a:path>
            </a:pathLst>
          </a:custGeom>
          <a:solidFill>
            <a:srgbClr val="EEEEEE"/>
          </a:solidFill>
          <a:ln w="19050" cap="flat">
            <a:solidFill>
              <a:srgbClr val="500A96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4DCC7BE-4731-936D-C9B0-59A165669C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10477500" y="3429000"/>
            <a:ext cx="1714500" cy="3429000"/>
          </a:xfrm>
          <a:prstGeom prst="rect">
            <a:avLst/>
          </a:prstGeom>
        </p:spPr>
      </p:pic>
      <p:sp>
        <p:nvSpPr>
          <p:cNvPr id="13" name="Graphic 10">
            <a:extLst>
              <a:ext uri="{FF2B5EF4-FFF2-40B4-BE49-F238E27FC236}">
                <a16:creationId xmlns:a16="http://schemas.microsoft.com/office/drawing/2014/main" id="{F5E33CC1-F661-BCA5-6B70-CD58E531E9A9}"/>
              </a:ext>
            </a:extLst>
          </p:cNvPr>
          <p:cNvSpPr/>
          <p:nvPr/>
        </p:nvSpPr>
        <p:spPr>
          <a:xfrm>
            <a:off x="10477500" y="0"/>
            <a:ext cx="1714500" cy="3429000"/>
          </a:xfrm>
          <a:custGeom>
            <a:avLst/>
            <a:gdLst>
              <a:gd name="connsiteX0" fmla="*/ 1714500 w 1714500"/>
              <a:gd name="connsiteY0" fmla="*/ 0 h 3429000"/>
              <a:gd name="connsiteX1" fmla="*/ 857250 w 1714500"/>
              <a:gd name="connsiteY1" fmla="*/ 411909 h 3429000"/>
              <a:gd name="connsiteX2" fmla="*/ 649340 w 1714500"/>
              <a:gd name="connsiteY2" fmla="*/ 831640 h 3429000"/>
              <a:gd name="connsiteX3" fmla="*/ 0 w 1714500"/>
              <a:gd name="connsiteY3" fmla="*/ 3429000 h 3429000"/>
              <a:gd name="connsiteX4" fmla="*/ 857250 w 1714500"/>
              <a:gd name="connsiteY4" fmla="*/ 3017091 h 3429000"/>
              <a:gd name="connsiteX5" fmla="*/ 1065160 w 1714500"/>
              <a:gd name="connsiteY5" fmla="*/ 2597360 h 3429000"/>
              <a:gd name="connsiteX6" fmla="*/ 1714500 w 1714500"/>
              <a:gd name="connsiteY6" fmla="*/ 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4500" h="3429000">
                <a:moveTo>
                  <a:pt x="1714500" y="0"/>
                </a:moveTo>
                <a:cubicBezTo>
                  <a:pt x="1372725" y="0"/>
                  <a:pt x="1060767" y="157814"/>
                  <a:pt x="857250" y="411909"/>
                </a:cubicBezTo>
                <a:cubicBezTo>
                  <a:pt x="760756" y="532379"/>
                  <a:pt x="688640" y="674441"/>
                  <a:pt x="649340" y="831640"/>
                </a:cubicBezTo>
                <a:lnTo>
                  <a:pt x="0" y="3429000"/>
                </a:lnTo>
                <a:cubicBezTo>
                  <a:pt x="341775" y="3429000"/>
                  <a:pt x="653734" y="3271186"/>
                  <a:pt x="857250" y="3017091"/>
                </a:cubicBezTo>
                <a:cubicBezTo>
                  <a:pt x="953744" y="2896621"/>
                  <a:pt x="1025860" y="2754559"/>
                  <a:pt x="1065160" y="2597360"/>
                </a:cubicBezTo>
                <a:lnTo>
                  <a:pt x="1714500" y="0"/>
                </a:lnTo>
                <a:close/>
              </a:path>
            </a:pathLst>
          </a:custGeom>
          <a:solidFill>
            <a:srgbClr val="0C32A4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8">
            <a:extLst>
              <a:ext uri="{FF2B5EF4-FFF2-40B4-BE49-F238E27FC236}">
                <a16:creationId xmlns:a16="http://schemas.microsoft.com/office/drawing/2014/main" id="{78BF6033-8B9F-B00B-6A89-69932DBA6DD1}"/>
              </a:ext>
            </a:extLst>
          </p:cNvPr>
          <p:cNvSpPr/>
          <p:nvPr/>
        </p:nvSpPr>
        <p:spPr>
          <a:xfrm>
            <a:off x="8763002" y="3429000"/>
            <a:ext cx="1714500" cy="3429000"/>
          </a:xfrm>
          <a:custGeom>
            <a:avLst/>
            <a:gdLst>
              <a:gd name="connsiteX0" fmla="*/ 1714500 w 1714500"/>
              <a:gd name="connsiteY0" fmla="*/ 0 h 3429000"/>
              <a:gd name="connsiteX1" fmla="*/ 857250 w 1714500"/>
              <a:gd name="connsiteY1" fmla="*/ 411909 h 3429000"/>
              <a:gd name="connsiteX2" fmla="*/ 649340 w 1714500"/>
              <a:gd name="connsiteY2" fmla="*/ 831640 h 3429000"/>
              <a:gd name="connsiteX3" fmla="*/ 0 w 1714500"/>
              <a:gd name="connsiteY3" fmla="*/ 3429000 h 3429000"/>
              <a:gd name="connsiteX4" fmla="*/ 857250 w 1714500"/>
              <a:gd name="connsiteY4" fmla="*/ 3017091 h 3429000"/>
              <a:gd name="connsiteX5" fmla="*/ 1065160 w 1714500"/>
              <a:gd name="connsiteY5" fmla="*/ 2597360 h 3429000"/>
              <a:gd name="connsiteX6" fmla="*/ 1714500 w 1714500"/>
              <a:gd name="connsiteY6" fmla="*/ 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4500" h="3429000">
                <a:moveTo>
                  <a:pt x="1714500" y="0"/>
                </a:moveTo>
                <a:cubicBezTo>
                  <a:pt x="1372725" y="0"/>
                  <a:pt x="1060767" y="157814"/>
                  <a:pt x="857250" y="411909"/>
                </a:cubicBezTo>
                <a:cubicBezTo>
                  <a:pt x="760756" y="532379"/>
                  <a:pt x="688640" y="674441"/>
                  <a:pt x="649340" y="831640"/>
                </a:cubicBezTo>
                <a:lnTo>
                  <a:pt x="0" y="3429000"/>
                </a:lnTo>
                <a:cubicBezTo>
                  <a:pt x="341775" y="3429000"/>
                  <a:pt x="653734" y="3271186"/>
                  <a:pt x="857250" y="3017091"/>
                </a:cubicBezTo>
                <a:cubicBezTo>
                  <a:pt x="953744" y="2896621"/>
                  <a:pt x="1025860" y="2754559"/>
                  <a:pt x="1065160" y="2597360"/>
                </a:cubicBezTo>
                <a:lnTo>
                  <a:pt x="1714500" y="0"/>
                </a:lnTo>
                <a:close/>
              </a:path>
            </a:pathLst>
          </a:custGeom>
          <a:solidFill>
            <a:schemeClr val="tx2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fl" descr="                              Dell - Internal Use - Confidential&#10;">
            <a:extLst>
              <a:ext uri="{FF2B5EF4-FFF2-40B4-BE49-F238E27FC236}">
                <a16:creationId xmlns:a16="http://schemas.microsoft.com/office/drawing/2014/main" id="{1CC79890-2F19-9582-74BA-97F7A161CBCA}"/>
              </a:ext>
            </a:extLst>
          </p:cNvPr>
          <p:cNvSpPr txBox="1"/>
          <p:nvPr userDrawn="1"/>
        </p:nvSpPr>
        <p:spPr>
          <a:xfrm>
            <a:off x="5381061" y="6701003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lvl="0" indent="0" algn="ctr" defTabSz="1219268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/>
              </a:rPr>
              <a:t>Copyright © Dell Inc. All Rights Reserved.</a:t>
            </a: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B93507BB-35BD-674E-EB7A-7CD4523ED6C3}"/>
              </a:ext>
            </a:extLst>
          </p:cNvPr>
          <p:cNvSpPr txBox="1"/>
          <p:nvPr userDrawn="1"/>
        </p:nvSpPr>
        <p:spPr>
          <a:xfrm>
            <a:off x="5120251" y="6702028"/>
            <a:ext cx="94578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9pPr>
          </a:lstStyle>
          <a:p>
            <a:pPr marL="0" marR="0" lvl="0" indent="0" algn="r" defTabSz="914231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672CB"/>
              </a:buClr>
              <a:buSzTx/>
              <a:buFontTx/>
              <a:buNone/>
              <a:tabLst/>
              <a:defRPr/>
            </a:pPr>
            <a:fld id="{58EC7406-F4CC-4ABF-902E-2AF4E70E5C0F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/>
              </a:rPr>
              <a:pPr marL="0" marR="0" lvl="0" indent="0" algn="r" defTabSz="914231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672CB"/>
                </a:buClr>
                <a:buSzTx/>
                <a:buFontTx/>
                <a:buNone/>
                <a:tabLst/>
                <a:defRPr/>
              </a:pPr>
              <a:t>‹#›</a:t>
            </a:fld>
            <a:endParaRPr kumimoji="0" lang="en-US" sz="600" b="0" i="0" u="none" strike="noStrike" kern="1200" cap="none" spc="0" normalizeH="0" baseline="0" noProof="0" err="1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anose="020B0604020202020204" pitchFamily="34" charset="0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3945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TW Agenda Lt">
    <p:bg>
      <p:bgPr>
        <a:solidFill>
          <a:srgbClr val="0D2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F7831DC0-5A7C-EF5D-DFEA-F60C8D8904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33333"/>
          <a:stretch/>
        </p:blipFill>
        <p:spPr>
          <a:xfrm>
            <a:off x="8762976" y="0"/>
            <a:ext cx="342902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C34DE0-E2D3-1B63-8092-C56EA8B39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42900"/>
            <a:ext cx="78867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4C4E8-F9CC-F837-6F9D-21261CEB5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8750"/>
            <a:ext cx="6858000" cy="4286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Font typeface="Arial" panose="020B0604020202020204" pitchFamily="34" charset="0"/>
              <a:buNone/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-182880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731520" indent="-182880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88" indent="-228612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514" indent="-228612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A2123B-8529-A88D-7B9F-839C16D2BFF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</a:blip>
          <a:srcRect/>
          <a:stretch/>
        </p:blipFill>
        <p:spPr>
          <a:xfrm>
            <a:off x="381000" y="6452917"/>
            <a:ext cx="1438656" cy="184678"/>
          </a:xfrm>
          <a:prstGeom prst="rect">
            <a:avLst/>
          </a:prstGeom>
        </p:spPr>
      </p:pic>
      <p:sp>
        <p:nvSpPr>
          <p:cNvPr id="16" name="Graphic 6">
            <a:extLst>
              <a:ext uri="{FF2B5EF4-FFF2-40B4-BE49-F238E27FC236}">
                <a16:creationId xmlns:a16="http://schemas.microsoft.com/office/drawing/2014/main" id="{6738A949-E8C2-0994-7446-F6CA2001C4D4}"/>
              </a:ext>
            </a:extLst>
          </p:cNvPr>
          <p:cNvSpPr/>
          <p:nvPr/>
        </p:nvSpPr>
        <p:spPr>
          <a:xfrm>
            <a:off x="7048502" y="3429000"/>
            <a:ext cx="1714500" cy="3429000"/>
          </a:xfrm>
          <a:custGeom>
            <a:avLst/>
            <a:gdLst>
              <a:gd name="connsiteX0" fmla="*/ 1714500 w 1714500"/>
              <a:gd name="connsiteY0" fmla="*/ 0 h 3429000"/>
              <a:gd name="connsiteX1" fmla="*/ 857250 w 1714500"/>
              <a:gd name="connsiteY1" fmla="*/ 411909 h 3429000"/>
              <a:gd name="connsiteX2" fmla="*/ 649340 w 1714500"/>
              <a:gd name="connsiteY2" fmla="*/ 831640 h 3429000"/>
              <a:gd name="connsiteX3" fmla="*/ 0 w 1714500"/>
              <a:gd name="connsiteY3" fmla="*/ 3429000 h 3429000"/>
              <a:gd name="connsiteX4" fmla="*/ 857250 w 1714500"/>
              <a:gd name="connsiteY4" fmla="*/ 3017091 h 3429000"/>
              <a:gd name="connsiteX5" fmla="*/ 1065160 w 1714500"/>
              <a:gd name="connsiteY5" fmla="*/ 2597360 h 3429000"/>
              <a:gd name="connsiteX6" fmla="*/ 1714500 w 1714500"/>
              <a:gd name="connsiteY6" fmla="*/ 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4500" h="3429000">
                <a:moveTo>
                  <a:pt x="1714500" y="0"/>
                </a:moveTo>
                <a:cubicBezTo>
                  <a:pt x="1372725" y="0"/>
                  <a:pt x="1060767" y="157814"/>
                  <a:pt x="857250" y="411909"/>
                </a:cubicBezTo>
                <a:cubicBezTo>
                  <a:pt x="760756" y="532379"/>
                  <a:pt x="688640" y="674441"/>
                  <a:pt x="649340" y="831640"/>
                </a:cubicBezTo>
                <a:lnTo>
                  <a:pt x="0" y="3429000"/>
                </a:lnTo>
                <a:cubicBezTo>
                  <a:pt x="341775" y="3429000"/>
                  <a:pt x="653734" y="3271186"/>
                  <a:pt x="857250" y="3017091"/>
                </a:cubicBezTo>
                <a:cubicBezTo>
                  <a:pt x="953744" y="2896621"/>
                  <a:pt x="1025860" y="2754559"/>
                  <a:pt x="1065160" y="2597360"/>
                </a:cubicBezTo>
                <a:lnTo>
                  <a:pt x="1714500" y="0"/>
                </a:lnTo>
                <a:close/>
              </a:path>
            </a:pathLst>
          </a:custGeom>
          <a:solidFill>
            <a:srgbClr val="743DD4"/>
          </a:solidFill>
          <a:ln w="267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7">
            <a:extLst>
              <a:ext uri="{FF2B5EF4-FFF2-40B4-BE49-F238E27FC236}">
                <a16:creationId xmlns:a16="http://schemas.microsoft.com/office/drawing/2014/main" id="{D0A4C65D-AD65-D8E3-195A-677F22ACE096}"/>
              </a:ext>
            </a:extLst>
          </p:cNvPr>
          <p:cNvSpPr/>
          <p:nvPr/>
        </p:nvSpPr>
        <p:spPr>
          <a:xfrm>
            <a:off x="8763002" y="0"/>
            <a:ext cx="1714500" cy="3429000"/>
          </a:xfrm>
          <a:custGeom>
            <a:avLst/>
            <a:gdLst>
              <a:gd name="connsiteX0" fmla="*/ 1714500 w 1714500"/>
              <a:gd name="connsiteY0" fmla="*/ 0 h 3429000"/>
              <a:gd name="connsiteX1" fmla="*/ 857250 w 1714500"/>
              <a:gd name="connsiteY1" fmla="*/ 411909 h 3429000"/>
              <a:gd name="connsiteX2" fmla="*/ 649340 w 1714500"/>
              <a:gd name="connsiteY2" fmla="*/ 831640 h 3429000"/>
              <a:gd name="connsiteX3" fmla="*/ 0 w 1714500"/>
              <a:gd name="connsiteY3" fmla="*/ 3429000 h 3429000"/>
              <a:gd name="connsiteX4" fmla="*/ 857250 w 1714500"/>
              <a:gd name="connsiteY4" fmla="*/ 3017091 h 3429000"/>
              <a:gd name="connsiteX5" fmla="*/ 1065160 w 1714500"/>
              <a:gd name="connsiteY5" fmla="*/ 2597360 h 3429000"/>
              <a:gd name="connsiteX6" fmla="*/ 1714500 w 1714500"/>
              <a:gd name="connsiteY6" fmla="*/ 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4500" h="3429000">
                <a:moveTo>
                  <a:pt x="1714500" y="0"/>
                </a:moveTo>
                <a:cubicBezTo>
                  <a:pt x="1372725" y="0"/>
                  <a:pt x="1060767" y="157814"/>
                  <a:pt x="857250" y="411909"/>
                </a:cubicBezTo>
                <a:cubicBezTo>
                  <a:pt x="760756" y="532379"/>
                  <a:pt x="688640" y="674441"/>
                  <a:pt x="649340" y="831640"/>
                </a:cubicBezTo>
                <a:lnTo>
                  <a:pt x="0" y="3429000"/>
                </a:lnTo>
                <a:cubicBezTo>
                  <a:pt x="341775" y="3429000"/>
                  <a:pt x="653734" y="3271186"/>
                  <a:pt x="857250" y="3017091"/>
                </a:cubicBezTo>
                <a:cubicBezTo>
                  <a:pt x="953744" y="2896621"/>
                  <a:pt x="1025860" y="2754559"/>
                  <a:pt x="1065160" y="2597360"/>
                </a:cubicBezTo>
                <a:lnTo>
                  <a:pt x="1714500" y="0"/>
                </a:lnTo>
                <a:close/>
              </a:path>
            </a:pathLst>
          </a:custGeom>
          <a:solidFill>
            <a:srgbClr val="0D2155"/>
          </a:solidFill>
          <a:ln w="19050" cap="flat">
            <a:solidFill>
              <a:srgbClr val="743DD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4DCC7BE-4731-936D-C9B0-59A165669C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10477500" y="3429000"/>
            <a:ext cx="1714500" cy="3429000"/>
          </a:xfrm>
          <a:prstGeom prst="rect">
            <a:avLst/>
          </a:prstGeom>
        </p:spPr>
      </p:pic>
      <p:sp>
        <p:nvSpPr>
          <p:cNvPr id="13" name="Graphic 10">
            <a:extLst>
              <a:ext uri="{FF2B5EF4-FFF2-40B4-BE49-F238E27FC236}">
                <a16:creationId xmlns:a16="http://schemas.microsoft.com/office/drawing/2014/main" id="{F5E33CC1-F661-BCA5-6B70-CD58E531E9A9}"/>
              </a:ext>
            </a:extLst>
          </p:cNvPr>
          <p:cNvSpPr/>
          <p:nvPr/>
        </p:nvSpPr>
        <p:spPr>
          <a:xfrm>
            <a:off x="10477500" y="0"/>
            <a:ext cx="1714500" cy="3429000"/>
          </a:xfrm>
          <a:custGeom>
            <a:avLst/>
            <a:gdLst>
              <a:gd name="connsiteX0" fmla="*/ 1714500 w 1714500"/>
              <a:gd name="connsiteY0" fmla="*/ 0 h 3429000"/>
              <a:gd name="connsiteX1" fmla="*/ 857250 w 1714500"/>
              <a:gd name="connsiteY1" fmla="*/ 411909 h 3429000"/>
              <a:gd name="connsiteX2" fmla="*/ 649340 w 1714500"/>
              <a:gd name="connsiteY2" fmla="*/ 831640 h 3429000"/>
              <a:gd name="connsiteX3" fmla="*/ 0 w 1714500"/>
              <a:gd name="connsiteY3" fmla="*/ 3429000 h 3429000"/>
              <a:gd name="connsiteX4" fmla="*/ 857250 w 1714500"/>
              <a:gd name="connsiteY4" fmla="*/ 3017091 h 3429000"/>
              <a:gd name="connsiteX5" fmla="*/ 1065160 w 1714500"/>
              <a:gd name="connsiteY5" fmla="*/ 2597360 h 3429000"/>
              <a:gd name="connsiteX6" fmla="*/ 1714500 w 1714500"/>
              <a:gd name="connsiteY6" fmla="*/ 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4500" h="3429000">
                <a:moveTo>
                  <a:pt x="1714500" y="0"/>
                </a:moveTo>
                <a:cubicBezTo>
                  <a:pt x="1372725" y="0"/>
                  <a:pt x="1060767" y="157814"/>
                  <a:pt x="857250" y="411909"/>
                </a:cubicBezTo>
                <a:cubicBezTo>
                  <a:pt x="760756" y="532379"/>
                  <a:pt x="688640" y="674441"/>
                  <a:pt x="649340" y="831640"/>
                </a:cubicBezTo>
                <a:lnTo>
                  <a:pt x="0" y="3429000"/>
                </a:lnTo>
                <a:cubicBezTo>
                  <a:pt x="341775" y="3429000"/>
                  <a:pt x="653734" y="3271186"/>
                  <a:pt x="857250" y="3017091"/>
                </a:cubicBezTo>
                <a:cubicBezTo>
                  <a:pt x="953744" y="2896621"/>
                  <a:pt x="1025860" y="2754559"/>
                  <a:pt x="1065160" y="2597360"/>
                </a:cubicBezTo>
                <a:lnTo>
                  <a:pt x="1714500" y="0"/>
                </a:lnTo>
                <a:close/>
              </a:path>
            </a:pathLst>
          </a:custGeom>
          <a:solidFill>
            <a:schemeClr val="bg1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8">
            <a:extLst>
              <a:ext uri="{FF2B5EF4-FFF2-40B4-BE49-F238E27FC236}">
                <a16:creationId xmlns:a16="http://schemas.microsoft.com/office/drawing/2014/main" id="{78BF6033-8B9F-B00B-6A89-69932DBA6DD1}"/>
              </a:ext>
            </a:extLst>
          </p:cNvPr>
          <p:cNvSpPr/>
          <p:nvPr/>
        </p:nvSpPr>
        <p:spPr>
          <a:xfrm>
            <a:off x="8758656" y="3429000"/>
            <a:ext cx="1714500" cy="3429000"/>
          </a:xfrm>
          <a:custGeom>
            <a:avLst/>
            <a:gdLst>
              <a:gd name="connsiteX0" fmla="*/ 1714500 w 1714500"/>
              <a:gd name="connsiteY0" fmla="*/ 0 h 3429000"/>
              <a:gd name="connsiteX1" fmla="*/ 857250 w 1714500"/>
              <a:gd name="connsiteY1" fmla="*/ 411909 h 3429000"/>
              <a:gd name="connsiteX2" fmla="*/ 649340 w 1714500"/>
              <a:gd name="connsiteY2" fmla="*/ 831640 h 3429000"/>
              <a:gd name="connsiteX3" fmla="*/ 0 w 1714500"/>
              <a:gd name="connsiteY3" fmla="*/ 3429000 h 3429000"/>
              <a:gd name="connsiteX4" fmla="*/ 857250 w 1714500"/>
              <a:gd name="connsiteY4" fmla="*/ 3017091 h 3429000"/>
              <a:gd name="connsiteX5" fmla="*/ 1065160 w 1714500"/>
              <a:gd name="connsiteY5" fmla="*/ 2597360 h 3429000"/>
              <a:gd name="connsiteX6" fmla="*/ 1714500 w 1714500"/>
              <a:gd name="connsiteY6" fmla="*/ 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4500" h="3429000">
                <a:moveTo>
                  <a:pt x="1714500" y="0"/>
                </a:moveTo>
                <a:cubicBezTo>
                  <a:pt x="1372725" y="0"/>
                  <a:pt x="1060767" y="157814"/>
                  <a:pt x="857250" y="411909"/>
                </a:cubicBezTo>
                <a:cubicBezTo>
                  <a:pt x="760756" y="532379"/>
                  <a:pt x="688640" y="674441"/>
                  <a:pt x="649340" y="831640"/>
                </a:cubicBezTo>
                <a:lnTo>
                  <a:pt x="0" y="3429000"/>
                </a:lnTo>
                <a:cubicBezTo>
                  <a:pt x="341775" y="3429000"/>
                  <a:pt x="653734" y="3271186"/>
                  <a:pt x="857250" y="3017091"/>
                </a:cubicBezTo>
                <a:cubicBezTo>
                  <a:pt x="953744" y="2896621"/>
                  <a:pt x="1025860" y="2754559"/>
                  <a:pt x="1065160" y="2597360"/>
                </a:cubicBezTo>
                <a:lnTo>
                  <a:pt x="1714500" y="0"/>
                </a:lnTo>
                <a:close/>
              </a:path>
            </a:pathLst>
          </a:custGeom>
          <a:solidFill>
            <a:srgbClr val="00227F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2389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TW 4 Speakers">
    <p:bg>
      <p:bgPr>
        <a:solidFill>
          <a:srgbClr val="0D2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2D072E0C-8D54-AC68-9121-B4CF1A2832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79256"/>
          <a:stretch/>
        </p:blipFill>
        <p:spPr>
          <a:xfrm rot="10800000">
            <a:off x="-1" y="0"/>
            <a:ext cx="711319" cy="3429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50E026E-B05B-6022-0FBB-417F5FB3B7E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3312539" y="0"/>
            <a:ext cx="3429000" cy="3429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DEAA7E81-041B-3F23-5D20-688A35B10A7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711577" y="0"/>
            <a:ext cx="3429000" cy="3429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252C7E24-138D-7585-E064-76FD44D80B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9241"/>
          <a:stretch/>
        </p:blipFill>
        <p:spPr>
          <a:xfrm rot="10800000">
            <a:off x="-1" y="0"/>
            <a:ext cx="2426333" cy="3429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A9BE48BC-C83F-1C66-2194-C218C028A1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20250" y="0"/>
            <a:ext cx="1714500" cy="3429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34F0120-ADEE-944D-B6AC-AA7B7AEF83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5000"/>
          <a:stretch/>
        </p:blipFill>
        <p:spPr>
          <a:xfrm rot="10800000">
            <a:off x="9620250" y="0"/>
            <a:ext cx="2571750" cy="3429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B9EDF25B-348D-3B75-621C-A28FB8E36A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257" y="0"/>
            <a:ext cx="2571750" cy="3429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49E7DE38-7E20-4752-C950-EACF7F832E3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2853"/>
          <a:stretch/>
        </p:blipFill>
        <p:spPr>
          <a:xfrm>
            <a:off x="-1" y="3429000"/>
            <a:ext cx="1322697" cy="3429000"/>
          </a:xfrm>
          <a:prstGeom prst="rect">
            <a:avLst/>
          </a:prstGeom>
        </p:spPr>
      </p:pic>
      <p:sp>
        <p:nvSpPr>
          <p:cNvPr id="15" name="Picture Placeholder 30">
            <a:extLst>
              <a:ext uri="{FF2B5EF4-FFF2-40B4-BE49-F238E27FC236}">
                <a16:creationId xmlns:a16="http://schemas.microsoft.com/office/drawing/2014/main" id="{AE71E5A6-CDDA-DB1D-3DA7-8BFD95D36BE4}"/>
              </a:ext>
            </a:extLst>
          </p:cNvPr>
          <p:cNvSpPr>
            <a:spLocks noGrp="1"/>
          </p:cNvSpPr>
          <p:nvPr userDrawn="1">
            <p:ph type="pic" sz="quarter" idx="17"/>
          </p:nvPr>
        </p:nvSpPr>
        <p:spPr>
          <a:xfrm>
            <a:off x="374649" y="1426451"/>
            <a:ext cx="2651760" cy="2743200"/>
          </a:xfrm>
          <a:prstGeom prst="rect">
            <a:avLst/>
          </a:prstGeom>
        </p:spPr>
        <p:txBody>
          <a:bodyPr tIns="914400"/>
          <a:lstStyle>
            <a:lvl1pPr>
              <a:defRPr lang="en-US" sz="20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25" name="Picture Placeholder 30">
            <a:extLst>
              <a:ext uri="{FF2B5EF4-FFF2-40B4-BE49-F238E27FC236}">
                <a16:creationId xmlns:a16="http://schemas.microsoft.com/office/drawing/2014/main" id="{46B2CFA7-5D4B-7EF8-E9BA-E2B74C7C497D}"/>
              </a:ext>
            </a:extLst>
          </p:cNvPr>
          <p:cNvSpPr>
            <a:spLocks noGrp="1"/>
          </p:cNvSpPr>
          <p:nvPr userDrawn="1">
            <p:ph type="pic" sz="quarter" idx="20"/>
          </p:nvPr>
        </p:nvSpPr>
        <p:spPr>
          <a:xfrm>
            <a:off x="3315668" y="1426451"/>
            <a:ext cx="2651760" cy="2743200"/>
          </a:xfrm>
          <a:prstGeom prst="rect">
            <a:avLst/>
          </a:prstGeom>
        </p:spPr>
        <p:txBody>
          <a:bodyPr tIns="914400"/>
          <a:lstStyle>
            <a:lvl1pPr>
              <a:defRPr lang="en-US" sz="20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32" name="Picture Placeholder 30">
            <a:extLst>
              <a:ext uri="{FF2B5EF4-FFF2-40B4-BE49-F238E27FC236}">
                <a16:creationId xmlns:a16="http://schemas.microsoft.com/office/drawing/2014/main" id="{0222680F-7BE3-3AE1-6CAD-B7B59B7D242B}"/>
              </a:ext>
            </a:extLst>
          </p:cNvPr>
          <p:cNvSpPr>
            <a:spLocks noGrp="1"/>
          </p:cNvSpPr>
          <p:nvPr userDrawn="1">
            <p:ph type="pic" sz="quarter" idx="23"/>
          </p:nvPr>
        </p:nvSpPr>
        <p:spPr>
          <a:xfrm>
            <a:off x="6256687" y="1426451"/>
            <a:ext cx="2651760" cy="2743200"/>
          </a:xfrm>
          <a:prstGeom prst="rect">
            <a:avLst/>
          </a:prstGeom>
        </p:spPr>
        <p:txBody>
          <a:bodyPr tIns="914400"/>
          <a:lstStyle>
            <a:lvl1pPr>
              <a:defRPr lang="en-US" sz="20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35" name="Picture Placeholder 30">
            <a:extLst>
              <a:ext uri="{FF2B5EF4-FFF2-40B4-BE49-F238E27FC236}">
                <a16:creationId xmlns:a16="http://schemas.microsoft.com/office/drawing/2014/main" id="{4E50CBDD-BB5E-41D7-D74C-5DFA0E1EB151}"/>
              </a:ext>
            </a:extLst>
          </p:cNvPr>
          <p:cNvSpPr>
            <a:spLocks noGrp="1"/>
          </p:cNvSpPr>
          <p:nvPr userDrawn="1">
            <p:ph type="pic" sz="quarter" idx="26"/>
          </p:nvPr>
        </p:nvSpPr>
        <p:spPr>
          <a:xfrm>
            <a:off x="9197706" y="1426451"/>
            <a:ext cx="2651760" cy="2743200"/>
          </a:xfrm>
          <a:prstGeom prst="rect">
            <a:avLst/>
          </a:prstGeom>
        </p:spPr>
        <p:txBody>
          <a:bodyPr tIns="914400"/>
          <a:lstStyle>
            <a:lvl1pPr>
              <a:defRPr lang="en-US" sz="20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3B0C5154-1A5D-9466-E6F9-26025E432930}"/>
              </a:ext>
            </a:extLst>
          </p:cNvPr>
          <p:cNvSpPr>
            <a:spLocks noGrp="1"/>
          </p:cNvSpPr>
          <p:nvPr userDrawn="1">
            <p:ph type="body" sz="quarter" idx="35" hasCustomPrompt="1"/>
          </p:nvPr>
        </p:nvSpPr>
        <p:spPr>
          <a:xfrm>
            <a:off x="374649" y="4313369"/>
            <a:ext cx="2651760" cy="4431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2"/>
                </a:solidFill>
              </a:defRPr>
            </a:lvl1pPr>
            <a:lvl2pPr marL="457226" indent="0">
              <a:buNone/>
              <a:defRPr/>
            </a:lvl2pPr>
            <a:lvl3pPr marL="914450" indent="0">
              <a:buNone/>
              <a:defRPr/>
            </a:lvl3pPr>
            <a:lvl4pPr marL="1371676" indent="0">
              <a:buNone/>
              <a:defRPr/>
            </a:lvl4pPr>
            <a:lvl5pPr marL="1828902" indent="0">
              <a:buNone/>
              <a:defRPr/>
            </a:lvl5pPr>
          </a:lstStyle>
          <a:p>
            <a:pPr lvl="0"/>
            <a:r>
              <a:rPr lang="en-US"/>
              <a:t>Name Here</a:t>
            </a:r>
          </a:p>
        </p:txBody>
      </p:sp>
      <p:sp>
        <p:nvSpPr>
          <p:cNvPr id="49" name="Text Placeholder 47">
            <a:extLst>
              <a:ext uri="{FF2B5EF4-FFF2-40B4-BE49-F238E27FC236}">
                <a16:creationId xmlns:a16="http://schemas.microsoft.com/office/drawing/2014/main" id="{1CBBC0B6-6B50-4D1D-411A-FAB2052A0EB8}"/>
              </a:ext>
            </a:extLst>
          </p:cNvPr>
          <p:cNvSpPr>
            <a:spLocks noGrp="1"/>
          </p:cNvSpPr>
          <p:nvPr userDrawn="1">
            <p:ph type="body" sz="quarter" idx="36" hasCustomPrompt="1"/>
          </p:nvPr>
        </p:nvSpPr>
        <p:spPr>
          <a:xfrm>
            <a:off x="3315668" y="4313369"/>
            <a:ext cx="2651760" cy="4431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2"/>
                </a:solidFill>
              </a:defRPr>
            </a:lvl1pPr>
            <a:lvl2pPr marL="457226" indent="0">
              <a:buNone/>
              <a:defRPr/>
            </a:lvl2pPr>
            <a:lvl3pPr marL="914450" indent="0">
              <a:buNone/>
              <a:defRPr/>
            </a:lvl3pPr>
            <a:lvl4pPr marL="1371676" indent="0">
              <a:buNone/>
              <a:defRPr/>
            </a:lvl4pPr>
            <a:lvl5pPr marL="1828902" indent="0">
              <a:buNone/>
              <a:defRPr/>
            </a:lvl5pPr>
          </a:lstStyle>
          <a:p>
            <a:pPr lvl="0"/>
            <a:r>
              <a:rPr lang="en-US"/>
              <a:t>Name Here</a:t>
            </a:r>
          </a:p>
        </p:txBody>
      </p:sp>
      <p:sp>
        <p:nvSpPr>
          <p:cNvPr id="50" name="Text Placeholder 47">
            <a:extLst>
              <a:ext uri="{FF2B5EF4-FFF2-40B4-BE49-F238E27FC236}">
                <a16:creationId xmlns:a16="http://schemas.microsoft.com/office/drawing/2014/main" id="{57D7DA25-F238-5B9C-70BC-E3840ED43F40}"/>
              </a:ext>
            </a:extLst>
          </p:cNvPr>
          <p:cNvSpPr>
            <a:spLocks noGrp="1"/>
          </p:cNvSpPr>
          <p:nvPr userDrawn="1">
            <p:ph type="body" sz="quarter" idx="37" hasCustomPrompt="1"/>
          </p:nvPr>
        </p:nvSpPr>
        <p:spPr>
          <a:xfrm>
            <a:off x="6256686" y="4313369"/>
            <a:ext cx="2651760" cy="4431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2"/>
                </a:solidFill>
              </a:defRPr>
            </a:lvl1pPr>
            <a:lvl2pPr marL="457226" indent="0">
              <a:buNone/>
              <a:defRPr/>
            </a:lvl2pPr>
            <a:lvl3pPr marL="914450" indent="0">
              <a:buNone/>
              <a:defRPr/>
            </a:lvl3pPr>
            <a:lvl4pPr marL="1371676" indent="0">
              <a:buNone/>
              <a:defRPr/>
            </a:lvl4pPr>
            <a:lvl5pPr marL="1828902" indent="0">
              <a:buNone/>
              <a:defRPr/>
            </a:lvl5pPr>
          </a:lstStyle>
          <a:p>
            <a:pPr lvl="0"/>
            <a:r>
              <a:rPr lang="en-US"/>
              <a:t>Name Here</a:t>
            </a:r>
          </a:p>
        </p:txBody>
      </p:sp>
      <p:sp>
        <p:nvSpPr>
          <p:cNvPr id="51" name="Text Placeholder 47">
            <a:extLst>
              <a:ext uri="{FF2B5EF4-FFF2-40B4-BE49-F238E27FC236}">
                <a16:creationId xmlns:a16="http://schemas.microsoft.com/office/drawing/2014/main" id="{DCDBCE58-CE86-CBD3-1B52-8AD1F87D9E11}"/>
              </a:ext>
            </a:extLst>
          </p:cNvPr>
          <p:cNvSpPr>
            <a:spLocks noGrp="1"/>
          </p:cNvSpPr>
          <p:nvPr userDrawn="1">
            <p:ph type="body" sz="quarter" idx="38" hasCustomPrompt="1"/>
          </p:nvPr>
        </p:nvSpPr>
        <p:spPr>
          <a:xfrm>
            <a:off x="9197706" y="4313369"/>
            <a:ext cx="2651760" cy="4431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2"/>
                </a:solidFill>
              </a:defRPr>
            </a:lvl1pPr>
            <a:lvl2pPr marL="457226" indent="0">
              <a:buNone/>
              <a:defRPr/>
            </a:lvl2pPr>
            <a:lvl3pPr marL="914450" indent="0">
              <a:buNone/>
              <a:defRPr/>
            </a:lvl3pPr>
            <a:lvl4pPr marL="1371676" indent="0">
              <a:buNone/>
              <a:defRPr/>
            </a:lvl4pPr>
            <a:lvl5pPr marL="1828902" indent="0">
              <a:buNone/>
              <a:defRPr/>
            </a:lvl5pPr>
          </a:lstStyle>
          <a:p>
            <a:pPr lvl="0"/>
            <a:r>
              <a:rPr lang="en-US"/>
              <a:t>Name Here</a:t>
            </a:r>
          </a:p>
        </p:txBody>
      </p:sp>
      <p:sp>
        <p:nvSpPr>
          <p:cNvPr id="52" name="Text Placeholder 47">
            <a:extLst>
              <a:ext uri="{FF2B5EF4-FFF2-40B4-BE49-F238E27FC236}">
                <a16:creationId xmlns:a16="http://schemas.microsoft.com/office/drawing/2014/main" id="{2CB9F6E1-5AEB-8EC2-2321-3D735ABF9CDC}"/>
              </a:ext>
            </a:extLst>
          </p:cNvPr>
          <p:cNvSpPr>
            <a:spLocks noGrp="1"/>
          </p:cNvSpPr>
          <p:nvPr userDrawn="1">
            <p:ph type="body" sz="quarter" idx="39" hasCustomPrompt="1"/>
          </p:nvPr>
        </p:nvSpPr>
        <p:spPr>
          <a:xfrm>
            <a:off x="374649" y="4759805"/>
            <a:ext cx="2651760" cy="67174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400">
                <a:solidFill>
                  <a:srgbClr val="3FCDD9"/>
                </a:solidFill>
              </a:defRPr>
            </a:lvl1pPr>
            <a:lvl2pPr marL="457226" indent="0">
              <a:buNone/>
              <a:defRPr/>
            </a:lvl2pPr>
            <a:lvl3pPr marL="914450" indent="0">
              <a:buNone/>
              <a:defRPr/>
            </a:lvl3pPr>
            <a:lvl4pPr marL="1371676" indent="0">
              <a:buNone/>
              <a:defRPr/>
            </a:lvl4pPr>
            <a:lvl5pPr marL="1828902" indent="0">
              <a:buNone/>
              <a:defRPr/>
            </a:lvl5pPr>
          </a:lstStyle>
          <a:p>
            <a:r>
              <a:rPr lang="en-US"/>
              <a:t>Title Here</a:t>
            </a:r>
          </a:p>
          <a:p>
            <a:r>
              <a:rPr lang="en-US"/>
              <a:t>Company Name</a:t>
            </a:r>
          </a:p>
        </p:txBody>
      </p:sp>
      <p:sp>
        <p:nvSpPr>
          <p:cNvPr id="53" name="Text Placeholder 47">
            <a:extLst>
              <a:ext uri="{FF2B5EF4-FFF2-40B4-BE49-F238E27FC236}">
                <a16:creationId xmlns:a16="http://schemas.microsoft.com/office/drawing/2014/main" id="{14761195-0FEE-24D8-E723-2AA38D1719C8}"/>
              </a:ext>
            </a:extLst>
          </p:cNvPr>
          <p:cNvSpPr>
            <a:spLocks noGrp="1"/>
          </p:cNvSpPr>
          <p:nvPr userDrawn="1">
            <p:ph type="body" sz="quarter" idx="40" hasCustomPrompt="1"/>
          </p:nvPr>
        </p:nvSpPr>
        <p:spPr>
          <a:xfrm>
            <a:off x="3315666" y="4759805"/>
            <a:ext cx="2651760" cy="67174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400">
                <a:solidFill>
                  <a:srgbClr val="3FCDD9"/>
                </a:solidFill>
              </a:defRPr>
            </a:lvl1pPr>
            <a:lvl2pPr marL="457226" indent="0">
              <a:buNone/>
              <a:defRPr/>
            </a:lvl2pPr>
            <a:lvl3pPr marL="914450" indent="0">
              <a:buNone/>
              <a:defRPr/>
            </a:lvl3pPr>
            <a:lvl4pPr marL="1371676" indent="0">
              <a:buNone/>
              <a:defRPr/>
            </a:lvl4pPr>
            <a:lvl5pPr marL="1828902" indent="0">
              <a:buNone/>
              <a:defRPr/>
            </a:lvl5pPr>
          </a:lstStyle>
          <a:p>
            <a:r>
              <a:rPr lang="en-US"/>
              <a:t>Title Here</a:t>
            </a:r>
          </a:p>
          <a:p>
            <a:r>
              <a:rPr lang="en-US"/>
              <a:t>Company Name</a:t>
            </a:r>
          </a:p>
        </p:txBody>
      </p: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4F5B03CA-FCD0-CCD1-3F08-945897A9DF5D}"/>
              </a:ext>
            </a:extLst>
          </p:cNvPr>
          <p:cNvSpPr>
            <a:spLocks noGrp="1"/>
          </p:cNvSpPr>
          <p:nvPr userDrawn="1">
            <p:ph type="body" sz="quarter" idx="41" hasCustomPrompt="1"/>
          </p:nvPr>
        </p:nvSpPr>
        <p:spPr>
          <a:xfrm>
            <a:off x="6256686" y="4759805"/>
            <a:ext cx="2651760" cy="67174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400">
                <a:solidFill>
                  <a:srgbClr val="3FCDD9"/>
                </a:solidFill>
              </a:defRPr>
            </a:lvl1pPr>
            <a:lvl2pPr marL="457226" indent="0">
              <a:buNone/>
              <a:defRPr/>
            </a:lvl2pPr>
            <a:lvl3pPr marL="914450" indent="0">
              <a:buNone/>
              <a:defRPr/>
            </a:lvl3pPr>
            <a:lvl4pPr marL="1371676" indent="0">
              <a:buNone/>
              <a:defRPr/>
            </a:lvl4pPr>
            <a:lvl5pPr marL="1828902" indent="0">
              <a:buNone/>
              <a:defRPr/>
            </a:lvl5pPr>
          </a:lstStyle>
          <a:p>
            <a:r>
              <a:rPr lang="en-US"/>
              <a:t>Title Here</a:t>
            </a:r>
          </a:p>
          <a:p>
            <a:r>
              <a:rPr lang="en-US"/>
              <a:t>Company Name</a:t>
            </a:r>
          </a:p>
        </p:txBody>
      </p:sp>
      <p:sp>
        <p:nvSpPr>
          <p:cNvPr id="55" name="Text Placeholder 47">
            <a:extLst>
              <a:ext uri="{FF2B5EF4-FFF2-40B4-BE49-F238E27FC236}">
                <a16:creationId xmlns:a16="http://schemas.microsoft.com/office/drawing/2014/main" id="{0B14D075-0F33-BE43-0960-4F266603E77B}"/>
              </a:ext>
            </a:extLst>
          </p:cNvPr>
          <p:cNvSpPr>
            <a:spLocks noGrp="1"/>
          </p:cNvSpPr>
          <p:nvPr userDrawn="1">
            <p:ph type="body" sz="quarter" idx="42" hasCustomPrompt="1"/>
          </p:nvPr>
        </p:nvSpPr>
        <p:spPr>
          <a:xfrm>
            <a:off x="9197703" y="4759805"/>
            <a:ext cx="2651760" cy="67174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400">
                <a:solidFill>
                  <a:srgbClr val="3FCDD9"/>
                </a:solidFill>
              </a:defRPr>
            </a:lvl1pPr>
            <a:lvl2pPr marL="457226" indent="0">
              <a:buNone/>
              <a:defRPr/>
            </a:lvl2pPr>
            <a:lvl3pPr marL="914450" indent="0">
              <a:buNone/>
              <a:defRPr/>
            </a:lvl3pPr>
            <a:lvl4pPr marL="1371676" indent="0">
              <a:buNone/>
              <a:defRPr/>
            </a:lvl4pPr>
            <a:lvl5pPr marL="1828902" indent="0">
              <a:buNone/>
              <a:defRPr/>
            </a:lvl5pPr>
          </a:lstStyle>
          <a:p>
            <a:r>
              <a:rPr lang="en-US"/>
              <a:t>Title Here</a:t>
            </a:r>
          </a:p>
          <a:p>
            <a:r>
              <a:rPr lang="en-US"/>
              <a:t>Company Name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0E7A7AC-AAE7-4345-E8CD-B827AB1C8A7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42900"/>
            <a:ext cx="98298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C89BD84-CDDD-7215-D8E1-9292F5EC0B68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381000" y="857250"/>
            <a:ext cx="982980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26" indent="0" algn="ctr">
              <a:buNone/>
              <a:defRPr sz="2000"/>
            </a:lvl2pPr>
            <a:lvl3pPr marL="914450" indent="0" algn="ctr">
              <a:buNone/>
              <a:defRPr sz="1800"/>
            </a:lvl3pPr>
            <a:lvl4pPr marL="1371676" indent="0" algn="ctr">
              <a:buNone/>
              <a:defRPr sz="1600"/>
            </a:lvl4pPr>
            <a:lvl5pPr marL="1828900" indent="0" algn="ctr">
              <a:buNone/>
              <a:defRPr sz="1600"/>
            </a:lvl5pPr>
            <a:lvl6pPr marL="2286126" indent="0" algn="ctr">
              <a:buNone/>
              <a:defRPr sz="1600"/>
            </a:lvl6pPr>
            <a:lvl7pPr marL="2743350" indent="0" algn="ctr">
              <a:buNone/>
              <a:defRPr sz="1600"/>
            </a:lvl7pPr>
            <a:lvl8pPr marL="3200576" indent="0" algn="ctr">
              <a:buNone/>
              <a:defRPr sz="1600"/>
            </a:lvl8pPr>
            <a:lvl9pPr marL="3657802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2D2960-0155-76F2-62AC-F9A7DECD4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79" y="6451744"/>
            <a:ext cx="1438656" cy="18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794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0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TW Product Her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>
            <a:extLst>
              <a:ext uri="{FF2B5EF4-FFF2-40B4-BE49-F238E27FC236}">
                <a16:creationId xmlns:a16="http://schemas.microsoft.com/office/drawing/2014/main" id="{4B0FC42F-B8F4-76AF-2EA4-31503C373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counter top">
            <a:extLst>
              <a:ext uri="{FF2B5EF4-FFF2-40B4-BE49-F238E27FC236}">
                <a16:creationId xmlns:a16="http://schemas.microsoft.com/office/drawing/2014/main" id="{95D0A131-F1A3-4B86-8F49-5D0C79CDB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846" r="4846"/>
          <a:stretch/>
        </p:blipFill>
        <p:spPr>
          <a:xfrm>
            <a:off x="0" y="4589187"/>
            <a:ext cx="12192000" cy="226881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900"/>
            <a:ext cx="98298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00227F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DT logo">
            <a:extLst>
              <a:ext uri="{FF2B5EF4-FFF2-40B4-BE49-F238E27FC236}">
                <a16:creationId xmlns:a16="http://schemas.microsoft.com/office/drawing/2014/main" id="{08EF4007-A267-BD94-0091-F15AA8B338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79" y="6451744"/>
            <a:ext cx="1438656" cy="187024"/>
          </a:xfrm>
          <a:prstGeom prst="rect">
            <a:avLst/>
          </a:prstGeom>
        </p:spPr>
      </p:pic>
      <p:sp>
        <p:nvSpPr>
          <p:cNvPr id="8" name="fl" descr="                              Dell - Internal Use - Confidential&#10;">
            <a:extLst>
              <a:ext uri="{FF2B5EF4-FFF2-40B4-BE49-F238E27FC236}">
                <a16:creationId xmlns:a16="http://schemas.microsoft.com/office/drawing/2014/main" id="{498FCC9E-6FAB-9B19-451C-A1B4A44D17C4}"/>
              </a:ext>
            </a:extLst>
          </p:cNvPr>
          <p:cNvSpPr txBox="1"/>
          <p:nvPr userDrawn="1"/>
        </p:nvSpPr>
        <p:spPr>
          <a:xfrm>
            <a:off x="5381061" y="6701003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lvl="0" indent="0" algn="ctr" defTabSz="1219268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/>
              </a:rPr>
              <a:t>Copyright © Dell Inc. All Rights Reserved.</a:t>
            </a:r>
          </a:p>
        </p:txBody>
      </p:sp>
      <p:sp>
        <p:nvSpPr>
          <p:cNvPr id="9" name="TextBox 19">
            <a:extLst>
              <a:ext uri="{FF2B5EF4-FFF2-40B4-BE49-F238E27FC236}">
                <a16:creationId xmlns:a16="http://schemas.microsoft.com/office/drawing/2014/main" id="{9BA06D33-773F-FF37-B0C4-FD3CCF169350}"/>
              </a:ext>
            </a:extLst>
          </p:cNvPr>
          <p:cNvSpPr txBox="1"/>
          <p:nvPr userDrawn="1"/>
        </p:nvSpPr>
        <p:spPr>
          <a:xfrm>
            <a:off x="5120251" y="6702028"/>
            <a:ext cx="94578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9pPr>
          </a:lstStyle>
          <a:p>
            <a:pPr marL="0" marR="0" lvl="0" indent="0" algn="r" defTabSz="914231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672CB"/>
              </a:buClr>
              <a:buSzTx/>
              <a:buFontTx/>
              <a:buNone/>
              <a:tabLst/>
              <a:defRPr/>
            </a:pPr>
            <a:fld id="{58EC7406-F4CC-4ABF-902E-2AF4E70E5C0F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/>
              </a:rPr>
              <a:pPr marL="0" marR="0" lvl="0" indent="0" algn="r" defTabSz="914231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672CB"/>
                </a:buClr>
                <a:buSzTx/>
                <a:buFontTx/>
                <a:buNone/>
                <a:tabLst/>
                <a:defRPr/>
              </a:pPr>
              <a:t>‹#›</a:t>
            </a:fld>
            <a:endParaRPr kumimoji="0" lang="en-US" sz="600" b="0" i="0" u="none" strike="noStrike" kern="1200" cap="none" spc="0" normalizeH="0" baseline="0" noProof="0" err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772790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TW Product Lef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0CC3BC7-EC3B-A96D-ACB8-AF5DA0E17FD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9275" y="1288623"/>
            <a:ext cx="5783791" cy="4280754"/>
          </a:xfrm>
          <a:prstGeom prst="rect">
            <a:avLst/>
          </a:prstGeom>
        </p:spPr>
        <p:txBody>
          <a:bodyPr tIns="1554480"/>
          <a:lstStyle>
            <a:lvl1pPr>
              <a:defRPr lang="en-US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03533" y="342900"/>
            <a:ext cx="4573601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00227F"/>
                </a:solidFill>
                <a:latin typeface="Arial"/>
              </a:defRPr>
            </a:lvl1pPr>
          </a:lstStyle>
          <a:p>
            <a:r>
              <a:rPr lang="en-US"/>
              <a:t>Click </a:t>
            </a:r>
            <a:br>
              <a:rPr lang="en-US"/>
            </a:br>
            <a:r>
              <a:rPr lang="en-US"/>
              <a:t>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924297-3A1F-5EC2-A0E3-160022354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103533" y="142875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BEA8F034-EA7E-901B-E57C-FBC0C59B02A3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7103533" y="1742503"/>
            <a:ext cx="4573601" cy="46011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C489DB-A2BD-E325-FB5F-CE5E73C2AE8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403079" y="6452917"/>
            <a:ext cx="1438656" cy="184678"/>
          </a:xfrm>
          <a:prstGeom prst="rect">
            <a:avLst/>
          </a:prstGeom>
        </p:spPr>
      </p:pic>
      <p:sp>
        <p:nvSpPr>
          <p:cNvPr id="4" name="fl" descr="                              Dell - Internal Use - Confidential&#10;">
            <a:extLst>
              <a:ext uri="{FF2B5EF4-FFF2-40B4-BE49-F238E27FC236}">
                <a16:creationId xmlns:a16="http://schemas.microsoft.com/office/drawing/2014/main" id="{0865276E-14B7-8232-1E88-839975132013}"/>
              </a:ext>
            </a:extLst>
          </p:cNvPr>
          <p:cNvSpPr txBox="1"/>
          <p:nvPr userDrawn="1"/>
        </p:nvSpPr>
        <p:spPr>
          <a:xfrm>
            <a:off x="5381061" y="6701003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lvl="0" indent="0" algn="ctr" defTabSz="1219268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/>
              </a:rPr>
              <a:t>Copyright © Dell Inc. All Rights Reserved.</a:t>
            </a:r>
          </a:p>
        </p:txBody>
      </p:sp>
      <p:sp>
        <p:nvSpPr>
          <p:cNvPr id="5" name="TextBox 19">
            <a:extLst>
              <a:ext uri="{FF2B5EF4-FFF2-40B4-BE49-F238E27FC236}">
                <a16:creationId xmlns:a16="http://schemas.microsoft.com/office/drawing/2014/main" id="{9186C490-DEA7-7048-33A5-73E738A8E5BD}"/>
              </a:ext>
            </a:extLst>
          </p:cNvPr>
          <p:cNvSpPr txBox="1"/>
          <p:nvPr userDrawn="1"/>
        </p:nvSpPr>
        <p:spPr>
          <a:xfrm>
            <a:off x="5120251" y="6702028"/>
            <a:ext cx="94578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9pPr>
          </a:lstStyle>
          <a:p>
            <a:pPr marL="0" marR="0" lvl="0" indent="0" algn="r" defTabSz="914231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672CB"/>
              </a:buClr>
              <a:buSzTx/>
              <a:buFontTx/>
              <a:buNone/>
              <a:tabLst/>
              <a:defRPr/>
            </a:pPr>
            <a:fld id="{58EC7406-F4CC-4ABF-902E-2AF4E70E5C0F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/>
              </a:rPr>
              <a:pPr marL="0" marR="0" lvl="0" indent="0" algn="r" defTabSz="914231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672CB"/>
                </a:buClr>
                <a:buSzTx/>
                <a:buFontTx/>
                <a:buNone/>
                <a:tabLst/>
                <a:defRPr/>
              </a:pPr>
              <a:t>‹#›</a:t>
            </a:fld>
            <a:endParaRPr kumimoji="0" lang="en-US" sz="600" b="0" i="0" u="none" strike="noStrike" kern="1200" cap="none" spc="0" normalizeH="0" baseline="0" noProof="0" err="1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anose="020B0604020202020204" pitchFamily="34" charset="0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874184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TW Product Bottom">
    <p:bg>
      <p:bgPr>
        <a:solidFill>
          <a:srgbClr val="0D2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BE83667D-FFA2-D888-815F-6D1F2CB2A3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82663" y="1296716"/>
            <a:ext cx="2468562" cy="2468880"/>
          </a:xfrm>
          <a:prstGeom prst="rect">
            <a:avLst/>
          </a:prstGeom>
          <a:solidFill>
            <a:srgbClr val="0C32A4"/>
          </a:solidFill>
        </p:spPr>
        <p:txBody>
          <a:bodyPr tIns="182880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FB19E07-2D2E-49DE-C07E-5F0089F3E97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730567" y="2364378"/>
            <a:ext cx="914400" cy="914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Insert Icon Here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2347A9A-FEB2-2EE6-B600-3D6B6DFEAA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61719" y="1296716"/>
            <a:ext cx="2468562" cy="2468880"/>
          </a:xfrm>
          <a:prstGeom prst="rect">
            <a:avLst/>
          </a:prstGeom>
          <a:solidFill>
            <a:srgbClr val="0C32A4"/>
          </a:solidFill>
        </p:spPr>
        <p:txBody>
          <a:bodyPr tIns="182880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6B22D337-135F-88FA-B224-2EABD0FDEFE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09623" y="2364378"/>
            <a:ext cx="914400" cy="914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Insert Icon Here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A73DBCF5-D557-E66A-77AB-C4F156FB769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740775" y="1296716"/>
            <a:ext cx="2468562" cy="2468880"/>
          </a:xfrm>
          <a:prstGeom prst="rect">
            <a:avLst/>
          </a:prstGeom>
          <a:solidFill>
            <a:srgbClr val="0C32A4"/>
          </a:solidFill>
        </p:spPr>
        <p:txBody>
          <a:bodyPr tIns="182880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AAFF32F2-B9BF-67E0-360C-EE33DFA9D45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488679" y="2364378"/>
            <a:ext cx="914400" cy="914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Insert Icon Here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01849C0E-1711-E6E5-BCB3-2890011A831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32242" y="3579222"/>
            <a:ext cx="10927516" cy="1943753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D0B333D-612A-429B-4BF1-094D6AADE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342900"/>
            <a:ext cx="8475131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529757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TW Content with Photo">
    <p:bg>
      <p:bgPr>
        <a:solidFill>
          <a:srgbClr val="0D2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55EFE37C-0AE2-5B0C-A8FD-72FD0E11FE8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77000" y="0"/>
            <a:ext cx="5714999" cy="6858000"/>
          </a:xfrm>
          <a:custGeom>
            <a:avLst/>
            <a:gdLst>
              <a:gd name="connsiteX0" fmla="*/ 3429000 w 5714999"/>
              <a:gd name="connsiteY0" fmla="*/ 0 h 6858000"/>
              <a:gd name="connsiteX1" fmla="*/ 5714999 w 5714999"/>
              <a:gd name="connsiteY1" fmla="*/ 0 h 6858000"/>
              <a:gd name="connsiteX2" fmla="*/ 5714999 w 5714999"/>
              <a:gd name="connsiteY2" fmla="*/ 6858000 h 6858000"/>
              <a:gd name="connsiteX3" fmla="*/ 0 w 5714999"/>
              <a:gd name="connsiteY3" fmla="*/ 6858000 h 6858000"/>
              <a:gd name="connsiteX4" fmla="*/ 432816 w 5714999"/>
              <a:gd name="connsiteY4" fmla="*/ 5126419 h 6858000"/>
              <a:gd name="connsiteX5" fmla="*/ 571437 w 5714999"/>
              <a:gd name="connsiteY5" fmla="*/ 4846574 h 6858000"/>
              <a:gd name="connsiteX6" fmla="*/ 1142937 w 5714999"/>
              <a:gd name="connsiteY6" fmla="*/ 4572000 h 6858000"/>
              <a:gd name="connsiteX7" fmla="*/ 1714437 w 5714999"/>
              <a:gd name="connsiteY7" fmla="*/ 4297426 h 6858000"/>
              <a:gd name="connsiteX8" fmla="*/ 1853057 w 5714999"/>
              <a:gd name="connsiteY8" fmla="*/ 4017582 h 6858000"/>
              <a:gd name="connsiteX9" fmla="*/ 2718880 w 5714999"/>
              <a:gd name="connsiteY9" fmla="*/ 554419 h 6858000"/>
              <a:gd name="connsiteX10" fmla="*/ 2857500 w 5714999"/>
              <a:gd name="connsiteY10" fmla="*/ 274574 h 6858000"/>
              <a:gd name="connsiteX11" fmla="*/ 3429000 w 5714999"/>
              <a:gd name="connsiteY1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714999" h="6858000">
                <a:moveTo>
                  <a:pt x="3429000" y="0"/>
                </a:moveTo>
                <a:lnTo>
                  <a:pt x="5714999" y="0"/>
                </a:lnTo>
                <a:lnTo>
                  <a:pt x="5714999" y="6858000"/>
                </a:lnTo>
                <a:lnTo>
                  <a:pt x="0" y="6858000"/>
                </a:lnTo>
                <a:lnTo>
                  <a:pt x="432816" y="5126419"/>
                </a:lnTo>
                <a:cubicBezTo>
                  <a:pt x="459042" y="5021580"/>
                  <a:pt x="507111" y="4926902"/>
                  <a:pt x="571437" y="4846574"/>
                </a:cubicBezTo>
                <a:cubicBezTo>
                  <a:pt x="707136" y="4677220"/>
                  <a:pt x="915099" y="4572000"/>
                  <a:pt x="1142937" y="4572000"/>
                </a:cubicBezTo>
                <a:cubicBezTo>
                  <a:pt x="1370775" y="4572000"/>
                  <a:pt x="1578801" y="4466844"/>
                  <a:pt x="1714437" y="4297426"/>
                </a:cubicBezTo>
                <a:cubicBezTo>
                  <a:pt x="1778762" y="4217099"/>
                  <a:pt x="1826832" y="4122357"/>
                  <a:pt x="1853057" y="4017582"/>
                </a:cubicBezTo>
                <a:lnTo>
                  <a:pt x="2718880" y="554419"/>
                </a:lnTo>
                <a:cubicBezTo>
                  <a:pt x="2745105" y="449580"/>
                  <a:pt x="2793175" y="354902"/>
                  <a:pt x="2857500" y="274574"/>
                </a:cubicBezTo>
                <a:cubicBezTo>
                  <a:pt x="2993200" y="105220"/>
                  <a:pt x="3201162" y="0"/>
                  <a:pt x="342900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2834640" anchor="t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F18B45F2-69C4-74DF-A312-49FAE1EE8657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44680" y="4572000"/>
            <a:ext cx="2286000" cy="22860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7996E69B-5149-EB7D-3869-B91E42AFC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342900"/>
            <a:ext cx="8475131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16B16DC6-8741-807F-51FF-4C4586F04F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487" y="857250"/>
            <a:ext cx="7237724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26" indent="0" algn="ctr">
              <a:buNone/>
              <a:defRPr sz="2000"/>
            </a:lvl2pPr>
            <a:lvl3pPr marL="914450" indent="0" algn="ctr">
              <a:buNone/>
              <a:defRPr sz="1800"/>
            </a:lvl3pPr>
            <a:lvl4pPr marL="1371676" indent="0" algn="ctr">
              <a:buNone/>
              <a:defRPr sz="1600"/>
            </a:lvl4pPr>
            <a:lvl5pPr marL="1828900" indent="0" algn="ctr">
              <a:buNone/>
              <a:defRPr sz="1600"/>
            </a:lvl5pPr>
            <a:lvl6pPr marL="2286126" indent="0" algn="ctr">
              <a:buNone/>
              <a:defRPr sz="1600"/>
            </a:lvl6pPr>
            <a:lvl7pPr marL="2743350" indent="0" algn="ctr">
              <a:buNone/>
              <a:defRPr sz="1600"/>
            </a:lvl7pPr>
            <a:lvl8pPr marL="3200576" indent="0" algn="ctr">
              <a:buNone/>
              <a:defRPr sz="1600"/>
            </a:lvl8pPr>
            <a:lvl9pPr marL="3657802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493A5A8-997D-F5F4-0176-2D13D6555B0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85487" y="1600200"/>
            <a:ext cx="5003478" cy="4572000"/>
          </a:xfrm>
          <a:prstGeom prst="rect">
            <a:avLst/>
          </a:prstGeom>
        </p:spPr>
        <p:txBody>
          <a:bodyPr lIns="0" tIns="0" rIns="0" bIns="0"/>
          <a:lstStyle>
            <a:lvl1pPr marL="228612" indent="-228612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685838" indent="-228612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6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066858" indent="-152408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▪"/>
              <a:defRPr sz="1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88" indent="-228612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514" indent="-228612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021B788-A3F4-F78E-38D3-1E58CE1D4D2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403079" y="6452917"/>
            <a:ext cx="1438656" cy="184678"/>
          </a:xfrm>
          <a:prstGeom prst="rect">
            <a:avLst/>
          </a:prstGeom>
        </p:spPr>
      </p:pic>
      <p:sp>
        <p:nvSpPr>
          <p:cNvPr id="3" name="TextBox 19">
            <a:extLst>
              <a:ext uri="{FF2B5EF4-FFF2-40B4-BE49-F238E27FC236}">
                <a16:creationId xmlns:a16="http://schemas.microsoft.com/office/drawing/2014/main" id="{1A52DF8F-BDDD-CB35-B7E9-D4FFED79F1DC}"/>
              </a:ext>
            </a:extLst>
          </p:cNvPr>
          <p:cNvSpPr txBox="1"/>
          <p:nvPr userDrawn="1"/>
        </p:nvSpPr>
        <p:spPr>
          <a:xfrm>
            <a:off x="5120251" y="6702028"/>
            <a:ext cx="94578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9pPr>
          </a:lstStyle>
          <a:p>
            <a:pPr marL="0" marR="0" lvl="0" indent="0" algn="r" defTabSz="914231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672CB"/>
              </a:buClr>
              <a:buSzTx/>
              <a:buFontTx/>
              <a:buNone/>
              <a:tabLst/>
              <a:defRPr/>
            </a:pPr>
            <a:fld id="{58EC7406-F4CC-4ABF-902E-2AF4E70E5C0F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/>
              </a:rPr>
              <a:pPr marL="0" marR="0" lvl="0" indent="0" algn="r" defTabSz="914231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672CB"/>
                </a:buClr>
                <a:buSzTx/>
                <a:buFontTx/>
                <a:buNone/>
                <a:tabLst/>
                <a:defRPr/>
              </a:pPr>
              <a:t>‹#›</a:t>
            </a:fld>
            <a:endParaRPr kumimoji="0" lang="en-US" sz="600" b="0" i="0" u="none" strike="noStrike" kern="1200" cap="none" spc="0" normalizeH="0" baseline="0" noProof="0" err="1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anose="020B0604020202020204" pitchFamily="34" charset="0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78045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TW Graphic with Photo">
    <p:bg>
      <p:bgPr>
        <a:solidFill>
          <a:srgbClr val="0D2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2821BC4-6480-E9E8-CC5B-6FCD770346B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30852" y="0"/>
            <a:ext cx="7161148" cy="6858000"/>
          </a:xfrm>
          <a:custGeom>
            <a:avLst/>
            <a:gdLst>
              <a:gd name="connsiteX0" fmla="*/ 3429000 w 7161148"/>
              <a:gd name="connsiteY0" fmla="*/ 0 h 6858000"/>
              <a:gd name="connsiteX1" fmla="*/ 7161148 w 7161148"/>
              <a:gd name="connsiteY1" fmla="*/ 0 h 6858000"/>
              <a:gd name="connsiteX2" fmla="*/ 7161148 w 7161148"/>
              <a:gd name="connsiteY2" fmla="*/ 6858000 h 6858000"/>
              <a:gd name="connsiteX3" fmla="*/ 0 w 7161148"/>
              <a:gd name="connsiteY3" fmla="*/ 6858000 h 6858000"/>
              <a:gd name="connsiteX4" fmla="*/ 857250 w 7161148"/>
              <a:gd name="connsiteY4" fmla="*/ 6446076 h 6858000"/>
              <a:gd name="connsiteX5" fmla="*/ 1065149 w 7161148"/>
              <a:gd name="connsiteY5" fmla="*/ 6026341 h 6858000"/>
              <a:gd name="connsiteX6" fmla="*/ 2363851 w 7161148"/>
              <a:gd name="connsiteY6" fmla="*/ 831660 h 6858000"/>
              <a:gd name="connsiteX7" fmla="*/ 2571750 w 7161148"/>
              <a:gd name="connsiteY7" fmla="*/ 411925 h 6858000"/>
              <a:gd name="connsiteX8" fmla="*/ 3429000 w 7161148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61148" h="6858000">
                <a:moveTo>
                  <a:pt x="3429000" y="0"/>
                </a:moveTo>
                <a:lnTo>
                  <a:pt x="7161148" y="0"/>
                </a:lnTo>
                <a:lnTo>
                  <a:pt x="7161148" y="6858000"/>
                </a:lnTo>
                <a:lnTo>
                  <a:pt x="0" y="6858000"/>
                </a:lnTo>
                <a:cubicBezTo>
                  <a:pt x="341757" y="6858000"/>
                  <a:pt x="653733" y="6700203"/>
                  <a:pt x="857250" y="6446076"/>
                </a:cubicBezTo>
                <a:cubicBezTo>
                  <a:pt x="953707" y="6325616"/>
                  <a:pt x="1025843" y="6183567"/>
                  <a:pt x="1065149" y="6026341"/>
                </a:cubicBezTo>
                <a:lnTo>
                  <a:pt x="2363851" y="831660"/>
                </a:lnTo>
                <a:cubicBezTo>
                  <a:pt x="2403158" y="674434"/>
                  <a:pt x="2475294" y="532384"/>
                  <a:pt x="2571750" y="411925"/>
                </a:cubicBezTo>
                <a:cubicBezTo>
                  <a:pt x="2775268" y="157798"/>
                  <a:pt x="3087243" y="0"/>
                  <a:pt x="342900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2834640" anchor="t">
            <a:noAutofit/>
          </a:bodyPr>
          <a:lstStyle>
            <a:lvl1pPr>
              <a:defRPr lang="en-US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7996E69B-5149-EB7D-3869-B91E42AFC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2" y="342900"/>
            <a:ext cx="7240556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16B16DC6-8741-807F-51FF-4C4586F04F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487" y="857250"/>
            <a:ext cx="7237724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rgbClr val="9FDDFF"/>
                </a:solidFill>
                <a:latin typeface="Arial" panose="020B0604020202020204" pitchFamily="34" charset="0"/>
              </a:defRPr>
            </a:lvl1pPr>
            <a:lvl2pPr marL="457226" indent="0" algn="ctr">
              <a:buNone/>
              <a:defRPr sz="2000"/>
            </a:lvl2pPr>
            <a:lvl3pPr marL="914450" indent="0" algn="ctr">
              <a:buNone/>
              <a:defRPr sz="1800"/>
            </a:lvl3pPr>
            <a:lvl4pPr marL="1371676" indent="0" algn="ctr">
              <a:buNone/>
              <a:defRPr sz="1600"/>
            </a:lvl4pPr>
            <a:lvl5pPr marL="1828900" indent="0" algn="ctr">
              <a:buNone/>
              <a:defRPr sz="1600"/>
            </a:lvl5pPr>
            <a:lvl6pPr marL="2286126" indent="0" algn="ctr">
              <a:buNone/>
              <a:defRPr sz="1600"/>
            </a:lvl6pPr>
            <a:lvl7pPr marL="2743350" indent="0" algn="ctr">
              <a:buNone/>
              <a:defRPr sz="1600"/>
            </a:lvl7pPr>
            <a:lvl8pPr marL="3200576" indent="0" algn="ctr">
              <a:buNone/>
              <a:defRPr sz="1600"/>
            </a:lvl8pPr>
            <a:lvl9pPr marL="3657802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021B788-A3F4-F78E-38D3-1E58CE1D4D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03079" y="6452917"/>
            <a:ext cx="1438656" cy="18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410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TW Pain Poin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0F93B60-6E9C-350A-355F-A11C36D4D7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0" y="0"/>
            <a:ext cx="78105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060779E-8D66-2D59-864B-9A0D103C4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2" y="1965127"/>
            <a:ext cx="457200" cy="114300"/>
          </a:xfrm>
          <a:prstGeom prst="rect">
            <a:avLst/>
          </a:prstGeom>
          <a:solidFill>
            <a:srgbClr val="3FCDD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392CEFD-EE13-8F79-AF8C-D4C1AB3E1B1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0" y="2371411"/>
            <a:ext cx="4572000" cy="368648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None/>
              <a:defRPr sz="3600">
                <a:solidFill>
                  <a:schemeClr val="tx2"/>
                </a:solidFill>
              </a:defRPr>
            </a:lvl1pPr>
            <a:lvl2pPr marL="457226" indent="0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None/>
              <a:defRPr sz="1800">
                <a:solidFill>
                  <a:schemeClr val="tx2"/>
                </a:solidFill>
              </a:defRPr>
            </a:lvl2pPr>
            <a:lvl3pPr marL="914450" indent="0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Wingdings" panose="05000000000000000000" pitchFamily="2" charset="2"/>
              <a:buNone/>
              <a:defRPr sz="1400">
                <a:solidFill>
                  <a:schemeClr val="tx2"/>
                </a:solidFill>
              </a:defRPr>
            </a:lvl3pPr>
            <a:lvl4pPr marL="1600288" indent="-228612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514" indent="-228612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E62B4B-6739-1142-E4C4-A45C4040D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237397" y="1965127"/>
            <a:ext cx="457200" cy="114300"/>
          </a:xfrm>
          <a:prstGeom prst="rect">
            <a:avLst/>
          </a:prstGeom>
          <a:solidFill>
            <a:srgbClr val="0D215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67548A54-0A71-1F4B-3539-F87A07DEA8E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239000" y="2371411"/>
            <a:ext cx="4572000" cy="368648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None/>
              <a:defRPr sz="3600">
                <a:solidFill>
                  <a:srgbClr val="0D2155"/>
                </a:solidFill>
              </a:defRPr>
            </a:lvl1pPr>
            <a:lvl2pPr marL="457226" indent="0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None/>
              <a:defRPr sz="1800">
                <a:solidFill>
                  <a:schemeClr val="tx2"/>
                </a:solidFill>
              </a:defRPr>
            </a:lvl2pPr>
            <a:lvl3pPr marL="914450" indent="0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Wingdings" panose="05000000000000000000" pitchFamily="2" charset="2"/>
              <a:buNone/>
              <a:defRPr sz="1400">
                <a:solidFill>
                  <a:schemeClr val="tx2"/>
                </a:solidFill>
              </a:defRPr>
            </a:lvl3pPr>
            <a:lvl4pPr marL="1600288" indent="-228612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514" indent="-228612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DED16D3-26B9-6728-71FC-F507C082764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1428750"/>
            <a:ext cx="5060950" cy="30777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buNone/>
              <a:defRPr lang="en-US" sz="2000" b="1" dirty="0" smtClean="0">
                <a:solidFill>
                  <a:srgbClr val="3FCDD9"/>
                </a:solidFill>
                <a:ea typeface="Arial"/>
                <a:cs typeface="Arial"/>
              </a:defRPr>
            </a:lvl1pPr>
          </a:lstStyle>
          <a:p>
            <a:pPr marL="114288" lvl="0" indent="-342900">
              <a:lnSpc>
                <a:spcPct val="100000"/>
              </a:lnSpc>
              <a:spcBef>
                <a:spcPct val="0"/>
              </a:spcBef>
            </a:pPr>
            <a:r>
              <a:rPr lang="en-US"/>
              <a:t>Pain Point #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47B79516-C436-D1FF-D2D9-22D8E45013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37397" y="1428750"/>
            <a:ext cx="5060950" cy="30777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buNone/>
              <a:defRPr lang="en-US" sz="2000" b="1" dirty="0" smtClean="0">
                <a:solidFill>
                  <a:srgbClr val="0D2155"/>
                </a:solidFill>
                <a:ea typeface="Arial"/>
                <a:cs typeface="Arial"/>
              </a:defRPr>
            </a:lvl1pPr>
          </a:lstStyle>
          <a:p>
            <a:pPr marL="114288" lvl="0" indent="-342900">
              <a:lnSpc>
                <a:spcPct val="100000"/>
              </a:lnSpc>
              <a:spcBef>
                <a:spcPct val="0"/>
              </a:spcBef>
            </a:pPr>
            <a:r>
              <a:rPr lang="en-US"/>
              <a:t>Solution #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986ABF9-CF19-7674-4899-E5358F3C14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403079" y="6452917"/>
            <a:ext cx="1438656" cy="184678"/>
          </a:xfrm>
          <a:prstGeom prst="rect">
            <a:avLst/>
          </a:prstGeom>
        </p:spPr>
      </p:pic>
      <p:sp>
        <p:nvSpPr>
          <p:cNvPr id="4" name="fl" descr="                              Dell - Internal Use - Confidential&#10;">
            <a:extLst>
              <a:ext uri="{FF2B5EF4-FFF2-40B4-BE49-F238E27FC236}">
                <a16:creationId xmlns:a16="http://schemas.microsoft.com/office/drawing/2014/main" id="{4EA820BA-592D-36AF-6B18-861396FA1F4E}"/>
              </a:ext>
            </a:extLst>
          </p:cNvPr>
          <p:cNvSpPr txBox="1"/>
          <p:nvPr userDrawn="1"/>
        </p:nvSpPr>
        <p:spPr>
          <a:xfrm>
            <a:off x="5381061" y="6701003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lvl="0" indent="0" algn="ctr" defTabSz="1219268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/>
              </a:rPr>
              <a:t>Copyright © Dell Inc. All Rights Reserved.</a:t>
            </a:r>
          </a:p>
        </p:txBody>
      </p:sp>
      <p:sp>
        <p:nvSpPr>
          <p:cNvPr id="5" name="TextBox 19">
            <a:extLst>
              <a:ext uri="{FF2B5EF4-FFF2-40B4-BE49-F238E27FC236}">
                <a16:creationId xmlns:a16="http://schemas.microsoft.com/office/drawing/2014/main" id="{7EEB4D06-1765-FE02-2981-BEBD4E0D3031}"/>
              </a:ext>
            </a:extLst>
          </p:cNvPr>
          <p:cNvSpPr txBox="1"/>
          <p:nvPr userDrawn="1"/>
        </p:nvSpPr>
        <p:spPr>
          <a:xfrm>
            <a:off x="5120251" y="6702028"/>
            <a:ext cx="94578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9pPr>
          </a:lstStyle>
          <a:p>
            <a:pPr marL="0" marR="0" lvl="0" indent="0" algn="r" defTabSz="914231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672CB"/>
              </a:buClr>
              <a:buSzTx/>
              <a:buFontTx/>
              <a:buNone/>
              <a:tabLst/>
              <a:defRPr/>
            </a:pPr>
            <a:fld id="{58EC7406-F4CC-4ABF-902E-2AF4E70E5C0F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/>
              </a:rPr>
              <a:pPr marL="0" marR="0" lvl="0" indent="0" algn="r" defTabSz="914231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672CB"/>
                </a:buClr>
                <a:buSzTx/>
                <a:buFontTx/>
                <a:buNone/>
                <a:tabLst/>
                <a:defRPr/>
              </a:pPr>
              <a:t>‹#›</a:t>
            </a:fld>
            <a:endParaRPr kumimoji="0" lang="en-US" sz="600" b="0" i="0" u="none" strike="noStrike" kern="1200" cap="none" spc="0" normalizeH="0" baseline="0" noProof="0" err="1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anose="020B0604020202020204" pitchFamily="34" charset="0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23074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TW Pain Poin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raphic 31">
            <a:extLst>
              <a:ext uri="{FF2B5EF4-FFF2-40B4-BE49-F238E27FC236}">
                <a16:creationId xmlns:a16="http://schemas.microsoft.com/office/drawing/2014/main" id="{9F3DE60E-8756-8351-26D9-5B3E114E3D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7810500" cy="6858000"/>
          </a:xfrm>
          <a:custGeom>
            <a:avLst/>
            <a:gdLst>
              <a:gd name="connsiteX0" fmla="*/ 1661634 w 7810500"/>
              <a:gd name="connsiteY0" fmla="*/ 2766637 h 6858000"/>
              <a:gd name="connsiteX1" fmla="*/ 1661634 w 7810500"/>
              <a:gd name="connsiteY1" fmla="*/ 2638319 h 6858000"/>
              <a:gd name="connsiteX2" fmla="*/ 2261690 w 7810500"/>
              <a:gd name="connsiteY2" fmla="*/ 2638319 h 6858000"/>
              <a:gd name="connsiteX3" fmla="*/ 2325780 w 7810500"/>
              <a:gd name="connsiteY3" fmla="*/ 2381683 h 6858000"/>
              <a:gd name="connsiteX4" fmla="*/ 1661634 w 7810500"/>
              <a:gd name="connsiteY4" fmla="*/ 2381683 h 6858000"/>
              <a:gd name="connsiteX5" fmla="*/ 1661634 w 7810500"/>
              <a:gd name="connsiteY5" fmla="*/ 2253365 h 6858000"/>
              <a:gd name="connsiteX6" fmla="*/ 1404998 w 7810500"/>
              <a:gd name="connsiteY6" fmla="*/ 2510001 h 6858000"/>
              <a:gd name="connsiteX7" fmla="*/ 7810500 w 7810500"/>
              <a:gd name="connsiteY7" fmla="*/ 6858000 h 6858000"/>
              <a:gd name="connsiteX8" fmla="*/ 0 w 7810500"/>
              <a:gd name="connsiteY8" fmla="*/ 6858000 h 6858000"/>
              <a:gd name="connsiteX9" fmla="*/ 0 w 7810500"/>
              <a:gd name="connsiteY9" fmla="*/ 0 h 6858000"/>
              <a:gd name="connsiteX10" fmla="*/ 7810500 w 7810500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810500" h="6858000">
                <a:moveTo>
                  <a:pt x="1661634" y="2766637"/>
                </a:moveTo>
                <a:lnTo>
                  <a:pt x="1661634" y="2638319"/>
                </a:lnTo>
                <a:lnTo>
                  <a:pt x="2261690" y="2638319"/>
                </a:lnTo>
                <a:lnTo>
                  <a:pt x="2325780" y="2381683"/>
                </a:lnTo>
                <a:lnTo>
                  <a:pt x="1661634" y="2381683"/>
                </a:lnTo>
                <a:lnTo>
                  <a:pt x="1661634" y="2253365"/>
                </a:lnTo>
                <a:lnTo>
                  <a:pt x="1404998" y="2510001"/>
                </a:lnTo>
                <a:close/>
                <a:moveTo>
                  <a:pt x="7810500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7810500" y="0"/>
                </a:lnTo>
                <a:close/>
              </a:path>
            </a:pathLst>
          </a:cu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986ABF9-CF19-7674-4899-E5358F3C14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403079" y="6452917"/>
            <a:ext cx="1438656" cy="184678"/>
          </a:xfrm>
          <a:prstGeom prst="rect">
            <a:avLst/>
          </a:prstGeom>
        </p:spPr>
      </p:pic>
      <p:sp>
        <p:nvSpPr>
          <p:cNvPr id="4" name="fl" descr="                              Dell - Internal Use - Confidential&#10;">
            <a:extLst>
              <a:ext uri="{FF2B5EF4-FFF2-40B4-BE49-F238E27FC236}">
                <a16:creationId xmlns:a16="http://schemas.microsoft.com/office/drawing/2014/main" id="{4EA820BA-592D-36AF-6B18-861396FA1F4E}"/>
              </a:ext>
            </a:extLst>
          </p:cNvPr>
          <p:cNvSpPr txBox="1"/>
          <p:nvPr userDrawn="1"/>
        </p:nvSpPr>
        <p:spPr>
          <a:xfrm>
            <a:off x="5381061" y="6701003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lvl="0" indent="0" algn="ctr" defTabSz="1219268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/>
              </a:rPr>
              <a:t>Copyright © Dell Inc. All Rights Reserved.</a:t>
            </a:r>
          </a:p>
        </p:txBody>
      </p:sp>
      <p:sp>
        <p:nvSpPr>
          <p:cNvPr id="5" name="TextBox 19">
            <a:extLst>
              <a:ext uri="{FF2B5EF4-FFF2-40B4-BE49-F238E27FC236}">
                <a16:creationId xmlns:a16="http://schemas.microsoft.com/office/drawing/2014/main" id="{7EEB4D06-1765-FE02-2981-BEBD4E0D3031}"/>
              </a:ext>
            </a:extLst>
          </p:cNvPr>
          <p:cNvSpPr txBox="1"/>
          <p:nvPr userDrawn="1"/>
        </p:nvSpPr>
        <p:spPr>
          <a:xfrm>
            <a:off x="5120251" y="6702028"/>
            <a:ext cx="94578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9pPr>
          </a:lstStyle>
          <a:p>
            <a:pPr marL="0" marR="0" lvl="0" indent="0" algn="r" defTabSz="914231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672CB"/>
              </a:buClr>
              <a:buSzTx/>
              <a:buFontTx/>
              <a:buNone/>
              <a:tabLst/>
              <a:defRPr/>
            </a:pPr>
            <a:fld id="{58EC7406-F4CC-4ABF-902E-2AF4E70E5C0F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/>
              </a:rPr>
              <a:pPr marL="0" marR="0" lvl="0" indent="0" algn="r" defTabSz="914231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672CB"/>
                </a:buClr>
                <a:buSzTx/>
                <a:buFontTx/>
                <a:buNone/>
                <a:tabLst/>
                <a:defRPr/>
              </a:pPr>
              <a:t>‹#›</a:t>
            </a:fld>
            <a:endParaRPr kumimoji="0" lang="en-US" sz="600" b="0" i="0" u="none" strike="noStrike" kern="1200" cap="none" spc="0" normalizeH="0" baseline="0" noProof="0" err="1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82FC050-286F-E6F0-4E42-668B4FDF17AE}"/>
              </a:ext>
            </a:extLst>
          </p:cNvPr>
          <p:cNvSpPr/>
          <p:nvPr userDrawn="1"/>
        </p:nvSpPr>
        <p:spPr>
          <a:xfrm>
            <a:off x="5832506" y="4091363"/>
            <a:ext cx="572997" cy="513272"/>
          </a:xfrm>
          <a:custGeom>
            <a:avLst/>
            <a:gdLst>
              <a:gd name="connsiteX0" fmla="*/ 316361 w 572997"/>
              <a:gd name="connsiteY0" fmla="*/ 0 h 513272"/>
              <a:gd name="connsiteX1" fmla="*/ 572997 w 572997"/>
              <a:gd name="connsiteY1" fmla="*/ 256636 h 513272"/>
              <a:gd name="connsiteX2" fmla="*/ 316361 w 572997"/>
              <a:gd name="connsiteY2" fmla="*/ 513272 h 513272"/>
              <a:gd name="connsiteX3" fmla="*/ 316361 w 572997"/>
              <a:gd name="connsiteY3" fmla="*/ 384954 h 513272"/>
              <a:gd name="connsiteX4" fmla="*/ 0 w 572997"/>
              <a:gd name="connsiteY4" fmla="*/ 384954 h 513272"/>
              <a:gd name="connsiteX5" fmla="*/ 64090 w 572997"/>
              <a:gd name="connsiteY5" fmla="*/ 128318 h 513272"/>
              <a:gd name="connsiteX6" fmla="*/ 316361 w 572997"/>
              <a:gd name="connsiteY6" fmla="*/ 128318 h 513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2997" h="513272">
                <a:moveTo>
                  <a:pt x="316361" y="0"/>
                </a:moveTo>
                <a:lnTo>
                  <a:pt x="572997" y="256636"/>
                </a:lnTo>
                <a:lnTo>
                  <a:pt x="316361" y="513272"/>
                </a:lnTo>
                <a:lnTo>
                  <a:pt x="316361" y="384954"/>
                </a:lnTo>
                <a:lnTo>
                  <a:pt x="0" y="384954"/>
                </a:lnTo>
                <a:lnTo>
                  <a:pt x="64090" y="128318"/>
                </a:lnTo>
                <a:lnTo>
                  <a:pt x="316361" y="128318"/>
                </a:lnTo>
                <a:close/>
              </a:path>
            </a:pathLst>
          </a:custGeom>
          <a:solidFill>
            <a:srgbClr val="0D215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94904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TW Pain Poin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0F93B60-6E9C-350A-355F-A11C36D4D7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0" y="0"/>
            <a:ext cx="78105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060779E-8D66-2D59-864B-9A0D103C4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2" y="2910351"/>
            <a:ext cx="457200" cy="114300"/>
          </a:xfrm>
          <a:prstGeom prst="rect">
            <a:avLst/>
          </a:prstGeom>
          <a:solidFill>
            <a:srgbClr val="3FCDD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E62B4B-6739-1142-E4C4-A45C4040D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780785" y="2910351"/>
            <a:ext cx="457200" cy="114300"/>
          </a:xfrm>
          <a:prstGeom prst="rect">
            <a:avLst/>
          </a:prstGeom>
          <a:solidFill>
            <a:srgbClr val="0D215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DED16D3-26B9-6728-71FC-F507C082764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2373974"/>
            <a:ext cx="5060950" cy="30777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buNone/>
              <a:defRPr lang="en-US" sz="2000" b="1" dirty="0" smtClean="0">
                <a:solidFill>
                  <a:srgbClr val="3FCDD9"/>
                </a:solidFill>
                <a:ea typeface="Arial"/>
                <a:cs typeface="Arial"/>
              </a:defRPr>
            </a:lvl1pPr>
          </a:lstStyle>
          <a:p>
            <a:pPr marL="114288" lvl="0" indent="-342900">
              <a:lnSpc>
                <a:spcPct val="100000"/>
              </a:lnSpc>
              <a:spcBef>
                <a:spcPct val="0"/>
              </a:spcBef>
            </a:pPr>
            <a:r>
              <a:rPr lang="en-US"/>
              <a:t>Pain Point #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47B79516-C436-D1FF-D2D9-22D8E45013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80785" y="2373974"/>
            <a:ext cx="5060950" cy="30777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buNone/>
              <a:defRPr lang="en-US" sz="2000" b="1" dirty="0" smtClean="0">
                <a:solidFill>
                  <a:srgbClr val="0D2155"/>
                </a:solidFill>
                <a:ea typeface="Arial"/>
                <a:cs typeface="Arial"/>
              </a:defRPr>
            </a:lvl1pPr>
          </a:lstStyle>
          <a:p>
            <a:pPr marL="114288" lvl="0" indent="-342900">
              <a:lnSpc>
                <a:spcPct val="100000"/>
              </a:lnSpc>
              <a:spcBef>
                <a:spcPct val="0"/>
              </a:spcBef>
            </a:pPr>
            <a:r>
              <a:rPr lang="en-US"/>
              <a:t>Solution #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986ABF9-CF19-7674-4899-E5358F3C14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403079" y="6452917"/>
            <a:ext cx="1438656" cy="184678"/>
          </a:xfrm>
          <a:prstGeom prst="rect">
            <a:avLst/>
          </a:prstGeom>
        </p:spPr>
      </p:pic>
      <p:sp>
        <p:nvSpPr>
          <p:cNvPr id="4" name="fl" descr="                              Dell - Internal Use - Confidential&#10;">
            <a:extLst>
              <a:ext uri="{FF2B5EF4-FFF2-40B4-BE49-F238E27FC236}">
                <a16:creationId xmlns:a16="http://schemas.microsoft.com/office/drawing/2014/main" id="{4EA820BA-592D-36AF-6B18-861396FA1F4E}"/>
              </a:ext>
            </a:extLst>
          </p:cNvPr>
          <p:cNvSpPr txBox="1"/>
          <p:nvPr userDrawn="1"/>
        </p:nvSpPr>
        <p:spPr>
          <a:xfrm>
            <a:off x="5381061" y="6701003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lvl="0" indent="0" algn="ctr" defTabSz="1219268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/>
              </a:rPr>
              <a:t>Copyright © Dell Inc. All Rights Reserved.</a:t>
            </a:r>
          </a:p>
        </p:txBody>
      </p:sp>
      <p:sp>
        <p:nvSpPr>
          <p:cNvPr id="5" name="TextBox 19">
            <a:extLst>
              <a:ext uri="{FF2B5EF4-FFF2-40B4-BE49-F238E27FC236}">
                <a16:creationId xmlns:a16="http://schemas.microsoft.com/office/drawing/2014/main" id="{7EEB4D06-1765-FE02-2981-BEBD4E0D3031}"/>
              </a:ext>
            </a:extLst>
          </p:cNvPr>
          <p:cNvSpPr txBox="1"/>
          <p:nvPr userDrawn="1"/>
        </p:nvSpPr>
        <p:spPr>
          <a:xfrm>
            <a:off x="5120251" y="6702028"/>
            <a:ext cx="94578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9pPr>
          </a:lstStyle>
          <a:p>
            <a:pPr marL="0" marR="0" lvl="0" indent="0" algn="r" defTabSz="914231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672CB"/>
              </a:buClr>
              <a:buSzTx/>
              <a:buFontTx/>
              <a:buNone/>
              <a:tabLst/>
              <a:defRPr/>
            </a:pPr>
            <a:fld id="{58EC7406-F4CC-4ABF-902E-2AF4E70E5C0F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/>
              </a:rPr>
              <a:pPr marL="0" marR="0" lvl="0" indent="0" algn="r" defTabSz="914231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672CB"/>
                </a:buClr>
                <a:buSzTx/>
                <a:buFontTx/>
                <a:buNone/>
                <a:tabLst/>
                <a:defRPr/>
              </a:pPr>
              <a:t>‹#›</a:t>
            </a:fld>
            <a:endParaRPr kumimoji="0" lang="en-US" sz="600" b="0" i="0" u="none" strike="noStrike" kern="1200" cap="none" spc="0" normalizeH="0" baseline="0" noProof="0" err="1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anose="020B0604020202020204" pitchFamily="34" charset="0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347384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TW Poll">
    <p:bg>
      <p:bgPr>
        <a:solidFill>
          <a:srgbClr val="0C32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CCA0DFA0-5953-F06C-B4E4-8E2A289E7777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6971"/>
          <a:stretch/>
        </p:blipFill>
        <p:spPr>
          <a:xfrm>
            <a:off x="-1" y="0"/>
            <a:ext cx="8224783" cy="6858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F55E4D03-96DF-4126-7931-9C964B33E4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3059" y="0"/>
            <a:ext cx="3429000" cy="4572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5B00C431-10EA-9975-682B-1AE205CACD37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1245" y="4572000"/>
            <a:ext cx="2286000" cy="22860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7996E69B-5149-EB7D-3869-B91E42AFC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258" y="1428750"/>
            <a:ext cx="4880555" cy="3248282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lnSpc>
                <a:spcPct val="100000"/>
              </a:lnSpc>
              <a:defRPr sz="3600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92465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TW 1 Callout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C99D52D-E59A-E612-6675-B6820496A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2" y="342900"/>
            <a:ext cx="7240556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6DC32FF1-18A5-D155-5283-DBDCD0FA9D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487" y="857250"/>
            <a:ext cx="7237724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rgbClr val="9FDDFF"/>
                </a:solidFill>
                <a:latin typeface="Arial" panose="020B0604020202020204" pitchFamily="34" charset="0"/>
              </a:defRPr>
            </a:lvl1pPr>
            <a:lvl2pPr marL="457226" indent="0" algn="ctr">
              <a:buNone/>
              <a:defRPr sz="2000"/>
            </a:lvl2pPr>
            <a:lvl3pPr marL="914450" indent="0" algn="ctr">
              <a:buNone/>
              <a:defRPr sz="1800"/>
            </a:lvl3pPr>
            <a:lvl4pPr marL="1371676" indent="0" algn="ctr">
              <a:buNone/>
              <a:defRPr sz="1600"/>
            </a:lvl4pPr>
            <a:lvl5pPr marL="1828900" indent="0" algn="ctr">
              <a:buNone/>
              <a:defRPr sz="1600"/>
            </a:lvl5pPr>
            <a:lvl6pPr marL="2286126" indent="0" algn="ctr">
              <a:buNone/>
              <a:defRPr sz="1600"/>
            </a:lvl6pPr>
            <a:lvl7pPr marL="2743350" indent="0" algn="ctr">
              <a:buNone/>
              <a:defRPr sz="1600"/>
            </a:lvl7pPr>
            <a:lvl8pPr marL="3200576" indent="0" algn="ctr">
              <a:buNone/>
              <a:defRPr sz="1600"/>
            </a:lvl8pPr>
            <a:lvl9pPr marL="3657802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EC3D16E-DB97-498F-5F58-0576E7BCDF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13103" y="3429000"/>
            <a:ext cx="3429000" cy="3429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28E3567-AF34-AF9B-7694-D6923ABD49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005"/>
          <a:stretch/>
        </p:blipFill>
        <p:spPr>
          <a:xfrm rot="10800000">
            <a:off x="10683391" y="0"/>
            <a:ext cx="1508609" cy="3429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A8FC58A-AC4A-FC0A-4D8B-66D2D0374B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279"/>
          <a:stretch/>
        </p:blipFill>
        <p:spPr>
          <a:xfrm>
            <a:off x="9833176" y="0"/>
            <a:ext cx="2358824" cy="34290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E701E0C0-AB7D-F3FD-24CD-E6A2DC66CC0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44673"/>
          <a:stretch/>
        </p:blipFill>
        <p:spPr>
          <a:xfrm>
            <a:off x="9820531" y="3429000"/>
            <a:ext cx="2371469" cy="3429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7CB5A6-C201-0DE3-7F06-4EE1EE0BF5D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10403079" y="6452917"/>
            <a:ext cx="1438656" cy="18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213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48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TW 2 Callouts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C99D52D-E59A-E612-6675-B6820496A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2" y="342900"/>
            <a:ext cx="7240556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6DC32FF1-18A5-D155-5283-DBDCD0FA9D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487" y="857250"/>
            <a:ext cx="7237724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rgbClr val="9FDDFF"/>
                </a:solidFill>
                <a:latin typeface="Arial" panose="020B0604020202020204" pitchFamily="34" charset="0"/>
              </a:defRPr>
            </a:lvl1pPr>
            <a:lvl2pPr marL="457226" indent="0" algn="ctr">
              <a:buNone/>
              <a:defRPr sz="2000"/>
            </a:lvl2pPr>
            <a:lvl3pPr marL="914450" indent="0" algn="ctr">
              <a:buNone/>
              <a:defRPr sz="1800"/>
            </a:lvl3pPr>
            <a:lvl4pPr marL="1371676" indent="0" algn="ctr">
              <a:buNone/>
              <a:defRPr sz="1600"/>
            </a:lvl4pPr>
            <a:lvl5pPr marL="1828900" indent="0" algn="ctr">
              <a:buNone/>
              <a:defRPr sz="1600"/>
            </a:lvl5pPr>
            <a:lvl6pPr marL="2286126" indent="0" algn="ctr">
              <a:buNone/>
              <a:defRPr sz="1600"/>
            </a:lvl6pPr>
            <a:lvl7pPr marL="2743350" indent="0" algn="ctr">
              <a:buNone/>
              <a:defRPr sz="1600"/>
            </a:lvl7pPr>
            <a:lvl8pPr marL="3200576" indent="0" algn="ctr">
              <a:buNone/>
              <a:defRPr sz="1600"/>
            </a:lvl8pPr>
            <a:lvl9pPr marL="3657802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EC3D16E-DB97-498F-5F58-0576E7BCDF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13103" y="3429000"/>
            <a:ext cx="3429000" cy="3429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28E3567-AF34-AF9B-7694-D6923ABD49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005"/>
          <a:stretch/>
        </p:blipFill>
        <p:spPr>
          <a:xfrm rot="10800000">
            <a:off x="10683391" y="0"/>
            <a:ext cx="1508609" cy="3429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A8FC58A-AC4A-FC0A-4D8B-66D2D0374B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279"/>
          <a:stretch/>
        </p:blipFill>
        <p:spPr>
          <a:xfrm>
            <a:off x="9833176" y="0"/>
            <a:ext cx="2358824" cy="3429000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D13E93D9-BDD1-FBBD-F2E6-317F45DC4A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95246" y="1428750"/>
            <a:ext cx="5829300" cy="1371600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D294A7DD-CEF3-F029-02FD-DB9625C69D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1002" y="1428750"/>
            <a:ext cx="1714500" cy="1371600"/>
          </a:xfrm>
          <a:prstGeom prst="rect">
            <a:avLst/>
          </a:prstGeom>
        </p:spPr>
      </p:pic>
      <p:sp>
        <p:nvSpPr>
          <p:cNvPr id="64" name="Picture Placeholder 30">
            <a:extLst>
              <a:ext uri="{FF2B5EF4-FFF2-40B4-BE49-F238E27FC236}">
                <a16:creationId xmlns:a16="http://schemas.microsoft.com/office/drawing/2014/main" id="{6288FC1E-0724-BC4C-B917-BFEE8101053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72364" y="1748790"/>
            <a:ext cx="731520" cy="731520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Insert Icon Here</a:t>
            </a:r>
          </a:p>
        </p:txBody>
      </p:sp>
      <p:sp>
        <p:nvSpPr>
          <p:cNvPr id="65" name="Text Placeholder 32">
            <a:extLst>
              <a:ext uri="{FF2B5EF4-FFF2-40B4-BE49-F238E27FC236}">
                <a16:creationId xmlns:a16="http://schemas.microsoft.com/office/drawing/2014/main" id="{A0234BE2-C24E-19E9-EC3A-12567B14C5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40001" y="1681544"/>
            <a:ext cx="4577492" cy="866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0D215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0" name="Graphic 69">
            <a:extLst>
              <a:ext uri="{FF2B5EF4-FFF2-40B4-BE49-F238E27FC236}">
                <a16:creationId xmlns:a16="http://schemas.microsoft.com/office/drawing/2014/main" id="{40217733-5C3D-1194-2809-F829EEEAEB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95246" y="3086100"/>
            <a:ext cx="5829300" cy="1371600"/>
          </a:xfrm>
          <a:prstGeom prst="rect">
            <a:avLst/>
          </a:prstGeom>
        </p:spPr>
      </p:pic>
      <p:pic>
        <p:nvPicPr>
          <p:cNvPr id="71" name="Graphic 70">
            <a:extLst>
              <a:ext uri="{FF2B5EF4-FFF2-40B4-BE49-F238E27FC236}">
                <a16:creationId xmlns:a16="http://schemas.microsoft.com/office/drawing/2014/main" id="{CF18C3AA-4E0E-555B-C251-D181799E79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1002" y="3086100"/>
            <a:ext cx="1714500" cy="1371600"/>
          </a:xfrm>
          <a:prstGeom prst="rect">
            <a:avLst/>
          </a:prstGeom>
        </p:spPr>
      </p:pic>
      <p:sp>
        <p:nvSpPr>
          <p:cNvPr id="72" name="Picture Placeholder 30">
            <a:extLst>
              <a:ext uri="{FF2B5EF4-FFF2-40B4-BE49-F238E27FC236}">
                <a16:creationId xmlns:a16="http://schemas.microsoft.com/office/drawing/2014/main" id="{7F3D233F-9A22-61DC-EB11-A758CA2C8F5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72364" y="3406140"/>
            <a:ext cx="731520" cy="731520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Insert Icon Here</a:t>
            </a:r>
          </a:p>
        </p:txBody>
      </p:sp>
      <p:sp>
        <p:nvSpPr>
          <p:cNvPr id="73" name="Text Placeholder 32">
            <a:extLst>
              <a:ext uri="{FF2B5EF4-FFF2-40B4-BE49-F238E27FC236}">
                <a16:creationId xmlns:a16="http://schemas.microsoft.com/office/drawing/2014/main" id="{1C3AFCB1-D60F-B31A-5C93-40037C5DC0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40001" y="3338894"/>
            <a:ext cx="4577492" cy="866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0D215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5640C7A-8131-380A-73C1-2D4FC35D5D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r="44673"/>
          <a:stretch/>
        </p:blipFill>
        <p:spPr>
          <a:xfrm>
            <a:off x="9820531" y="3429000"/>
            <a:ext cx="2371469" cy="3429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C9460B-5912-3048-C61A-60F0C4EDC06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10403079" y="6452917"/>
            <a:ext cx="1438656" cy="18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3281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08">
          <p15:clr>
            <a:srgbClr val="FBAE40"/>
          </p15:clr>
        </p15:guide>
        <p15:guide id="2" orient="horz" pos="2448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TW 3 Callouts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ED22F6E-1996-34C6-4EDC-74ED88BD06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13103" y="3429000"/>
            <a:ext cx="3429000" cy="3429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6A83A02A-65FC-1B0B-C1A1-9B116792B9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005"/>
          <a:stretch/>
        </p:blipFill>
        <p:spPr>
          <a:xfrm rot="10800000">
            <a:off x="10683391" y="0"/>
            <a:ext cx="1508609" cy="3429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1181B0A-ADE5-F9CD-ABAF-C579124F5B0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279"/>
          <a:stretch/>
        </p:blipFill>
        <p:spPr>
          <a:xfrm>
            <a:off x="9833176" y="0"/>
            <a:ext cx="2358824" cy="34290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04F47B76-D650-3596-056B-C18A84C4F3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95246" y="1428750"/>
            <a:ext cx="5829300" cy="13716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C99D52D-E59A-E612-6675-B6820496A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2" y="342900"/>
            <a:ext cx="7240556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6DC32FF1-18A5-D155-5283-DBDCD0FA9D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487" y="857250"/>
            <a:ext cx="7237724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rgbClr val="9FDDFF"/>
                </a:solidFill>
                <a:latin typeface="Arial" panose="020B0604020202020204" pitchFamily="34" charset="0"/>
              </a:defRPr>
            </a:lvl1pPr>
            <a:lvl2pPr marL="457226" indent="0" algn="ctr">
              <a:buNone/>
              <a:defRPr sz="2000"/>
            </a:lvl2pPr>
            <a:lvl3pPr marL="914450" indent="0" algn="ctr">
              <a:buNone/>
              <a:defRPr sz="1800"/>
            </a:lvl3pPr>
            <a:lvl4pPr marL="1371676" indent="0" algn="ctr">
              <a:buNone/>
              <a:defRPr sz="1600"/>
            </a:lvl4pPr>
            <a:lvl5pPr marL="1828900" indent="0" algn="ctr">
              <a:buNone/>
              <a:defRPr sz="1600"/>
            </a:lvl5pPr>
            <a:lvl6pPr marL="2286126" indent="0" algn="ctr">
              <a:buNone/>
              <a:defRPr sz="1600"/>
            </a:lvl6pPr>
            <a:lvl7pPr marL="2743350" indent="0" algn="ctr">
              <a:buNone/>
              <a:defRPr sz="1600"/>
            </a:lvl7pPr>
            <a:lvl8pPr marL="3200576" indent="0" algn="ctr">
              <a:buNone/>
              <a:defRPr sz="1600"/>
            </a:lvl8pPr>
            <a:lvl9pPr marL="3657802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A7C8F6E-11A3-A9E1-F64B-493819974B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1002" y="1428750"/>
            <a:ext cx="1714500" cy="1371600"/>
          </a:xfrm>
          <a:prstGeom prst="rect">
            <a:avLst/>
          </a:prstGeom>
        </p:spPr>
      </p:pic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72385E8F-709E-4B4D-0FED-BEA6F642B9A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72364" y="1748790"/>
            <a:ext cx="731520" cy="731520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Insert Icon Here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17859A4A-DC48-A9DD-4EB2-F3E200DFA0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40001" y="1681544"/>
            <a:ext cx="4577492" cy="866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0D215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2229AF52-9D03-4422-B6F4-F83C83FA9D6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95246" y="3086100"/>
            <a:ext cx="5829300" cy="137160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97A4A524-481C-0A4A-E7A8-71D600EC08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1002" y="3086100"/>
            <a:ext cx="1714500" cy="1371600"/>
          </a:xfrm>
          <a:prstGeom prst="rect">
            <a:avLst/>
          </a:prstGeom>
        </p:spPr>
      </p:pic>
      <p:sp>
        <p:nvSpPr>
          <p:cNvPr id="26" name="Picture Placeholder 30">
            <a:extLst>
              <a:ext uri="{FF2B5EF4-FFF2-40B4-BE49-F238E27FC236}">
                <a16:creationId xmlns:a16="http://schemas.microsoft.com/office/drawing/2014/main" id="{CBEB062D-D5D7-17B2-A94A-C9AAA4F88D1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72364" y="3406140"/>
            <a:ext cx="731520" cy="731520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Insert Icon Here</a:t>
            </a:r>
          </a:p>
        </p:txBody>
      </p:sp>
      <p:sp>
        <p:nvSpPr>
          <p:cNvPr id="27" name="Text Placeholder 32">
            <a:extLst>
              <a:ext uri="{FF2B5EF4-FFF2-40B4-BE49-F238E27FC236}">
                <a16:creationId xmlns:a16="http://schemas.microsoft.com/office/drawing/2014/main" id="{454CCBB8-5D05-B711-B455-9B05911DA9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40001" y="3338894"/>
            <a:ext cx="4577492" cy="866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0D215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08BFE71B-B5A2-42E7-5DCB-FA3ED17EF8A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95246" y="4743450"/>
            <a:ext cx="5829300" cy="137160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BFBD8530-A244-2A0F-06BF-CBC6C52362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1002" y="4743450"/>
            <a:ext cx="1714500" cy="1371600"/>
          </a:xfrm>
          <a:prstGeom prst="rect">
            <a:avLst/>
          </a:prstGeom>
        </p:spPr>
      </p:pic>
      <p:sp>
        <p:nvSpPr>
          <p:cNvPr id="30" name="Picture Placeholder 30">
            <a:extLst>
              <a:ext uri="{FF2B5EF4-FFF2-40B4-BE49-F238E27FC236}">
                <a16:creationId xmlns:a16="http://schemas.microsoft.com/office/drawing/2014/main" id="{C6A3521A-4EA8-40F8-EB88-270942343B6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72364" y="5063490"/>
            <a:ext cx="731520" cy="731520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Insert Icon Here</a:t>
            </a:r>
          </a:p>
        </p:txBody>
      </p:sp>
      <p:sp>
        <p:nvSpPr>
          <p:cNvPr id="32" name="Text Placeholder 32">
            <a:extLst>
              <a:ext uri="{FF2B5EF4-FFF2-40B4-BE49-F238E27FC236}">
                <a16:creationId xmlns:a16="http://schemas.microsoft.com/office/drawing/2014/main" id="{5887BF2C-FD75-0672-737A-42F77C5F76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40001" y="4996244"/>
            <a:ext cx="4577492" cy="866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0D215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82D2A68C-4558-6FF6-E3D7-DBD7C541A5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r="44673"/>
          <a:stretch/>
        </p:blipFill>
        <p:spPr>
          <a:xfrm>
            <a:off x="9820531" y="3429000"/>
            <a:ext cx="2371469" cy="3429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C1FE377-1D77-7CDD-B8CF-56D289844702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10403079" y="6452917"/>
            <a:ext cx="1438656" cy="18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5289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TW 1 Callou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4182CC82-9597-CF00-7E2E-9CA329D39E32}"/>
              </a:ext>
            </a:extLst>
          </p:cNvPr>
          <p:cNvGrpSpPr/>
          <p:nvPr userDrawn="1"/>
        </p:nvGrpSpPr>
        <p:grpSpPr>
          <a:xfrm>
            <a:off x="-2" y="-1"/>
            <a:ext cx="12194269" cy="6860083"/>
            <a:chOff x="-2" y="-1"/>
            <a:chExt cx="12194269" cy="6860083"/>
          </a:xfrm>
        </p:grpSpPr>
        <p:pic>
          <p:nvPicPr>
            <p:cNvPr id="2" name="Graphic 1">
              <a:extLst>
                <a:ext uri="{FF2B5EF4-FFF2-40B4-BE49-F238E27FC236}">
                  <a16:creationId xmlns:a16="http://schemas.microsoft.com/office/drawing/2014/main" id="{9122CE40-9A87-ABC7-7149-14CCA02F3B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r="10370" b="50818"/>
            <a:stretch/>
          </p:blipFill>
          <p:spPr>
            <a:xfrm>
              <a:off x="8770251" y="5355953"/>
              <a:ext cx="3421749" cy="1502047"/>
            </a:xfrm>
            <a:prstGeom prst="rect">
              <a:avLst/>
            </a:prstGeom>
          </p:spPr>
        </p:pic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5A3EF4FE-8319-CBCC-68F8-C201DBC5F86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37662"/>
            <a:stretch/>
          </p:blipFill>
          <p:spPr>
            <a:xfrm rot="10800000">
              <a:off x="10288132" y="2308253"/>
              <a:ext cx="1903868" cy="3054096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A8594E44-F01E-7757-529F-6C1AE8D3BA2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50127" b="24423"/>
            <a:stretch/>
          </p:blipFill>
          <p:spPr>
            <a:xfrm rot="10800000">
              <a:off x="11051875" y="-1"/>
              <a:ext cx="1142392" cy="2308195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7545716B-B0D2-968C-1764-B771922300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24562" r="87662"/>
            <a:stretch/>
          </p:blipFill>
          <p:spPr>
            <a:xfrm>
              <a:off x="11815180" y="4312"/>
              <a:ext cx="376820" cy="2303940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5874B961-FA35-38F5-664F-146D88A4FFD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82236"/>
            <a:stretch/>
          </p:blipFill>
          <p:spPr>
            <a:xfrm rot="10800000">
              <a:off x="11649488" y="2303939"/>
              <a:ext cx="542512" cy="3054096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A9A1D26-EEBA-3612-352F-CBD4F9143ED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-166" t="51076" r="89465"/>
            <a:stretch/>
          </p:blipFill>
          <p:spPr>
            <a:xfrm rot="10800000">
              <a:off x="-1" y="5363786"/>
              <a:ext cx="326831" cy="1494214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98A31C5-0ED0-F690-82B3-C814DFD02F2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39445" r="1"/>
            <a:stretch/>
          </p:blipFill>
          <p:spPr>
            <a:xfrm>
              <a:off x="-2" y="2308252"/>
              <a:ext cx="1849373" cy="3054096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0A72AE43-265D-068A-3A64-21F44F21205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50818"/>
            <a:stretch/>
          </p:blipFill>
          <p:spPr>
            <a:xfrm rot="10800000">
              <a:off x="8008419" y="5358035"/>
              <a:ext cx="2290572" cy="1502047"/>
            </a:xfrm>
            <a:prstGeom prst="rect">
              <a:avLst/>
            </a:prstGeom>
          </p:spPr>
        </p:pic>
      </p:grpSp>
      <p:pic>
        <p:nvPicPr>
          <p:cNvPr id="18" name="Graphic 17">
            <a:extLst>
              <a:ext uri="{FF2B5EF4-FFF2-40B4-BE49-F238E27FC236}">
                <a16:creationId xmlns:a16="http://schemas.microsoft.com/office/drawing/2014/main" id="{9BE0204E-1F9E-CBD9-B8CA-6BDE1014C4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2065" y="2308252"/>
            <a:ext cx="11492546" cy="305409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C99D52D-E59A-E612-6675-B6820496A354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1" y="342900"/>
            <a:ext cx="10681469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17859A4A-DC48-A9DD-4EB2-F3E200DFA0FC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1067083" y="2815498"/>
            <a:ext cx="10050068" cy="203315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tx2"/>
                </a:solidFill>
              </a:defRPr>
            </a:lvl1pPr>
          </a:lstStyle>
          <a:p>
            <a:pPr marL="0" marR="0" lvl="0" indent="0" algn="ctr" defTabSz="91445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6A69ACFA-1291-F935-5D3B-A78161C0F1B1}"/>
              </a:ext>
            </a:extLst>
          </p:cNvPr>
          <p:cNvSpPr>
            <a:spLocks noGrp="1"/>
          </p:cNvSpPr>
          <p:nvPr userDrawn="1">
            <p:ph idx="10"/>
          </p:nvPr>
        </p:nvSpPr>
        <p:spPr>
          <a:xfrm>
            <a:off x="385486" y="1428750"/>
            <a:ext cx="10545325" cy="8013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None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685838" indent="-228612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858" indent="-15240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2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88" indent="-228612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514" indent="-228612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6045A96-6BD5-9C42-FB57-5ADA69877840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10403079" y="6452917"/>
            <a:ext cx="1438656" cy="18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12397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TW 2 Callouts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70B0438E-3966-B9A8-FC68-889BA2D6B21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1474" y="2310098"/>
            <a:ext cx="5746272" cy="3054096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9FCE70D-8F8D-FF86-7801-4A24B84D4C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65991" y="2310098"/>
            <a:ext cx="5746272" cy="3054096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16127B5A-DBFB-B139-78E2-5027280E363C}"/>
              </a:ext>
            </a:extLst>
          </p:cNvPr>
          <p:cNvGrpSpPr/>
          <p:nvPr userDrawn="1"/>
        </p:nvGrpSpPr>
        <p:grpSpPr>
          <a:xfrm>
            <a:off x="-2" y="-1"/>
            <a:ext cx="12194269" cy="6858001"/>
            <a:chOff x="-2" y="-1"/>
            <a:chExt cx="12194269" cy="6858001"/>
          </a:xfrm>
        </p:grpSpPr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05C7B61E-946A-ECE7-9C11-8BC3C9FCB9F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10370" b="50818"/>
            <a:stretch/>
          </p:blipFill>
          <p:spPr>
            <a:xfrm>
              <a:off x="8770251" y="5355953"/>
              <a:ext cx="3421749" cy="1502047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B63F1DFD-84FC-627E-69C6-98281CE781C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7662"/>
            <a:stretch/>
          </p:blipFill>
          <p:spPr>
            <a:xfrm rot="10800000">
              <a:off x="10288132" y="2308253"/>
              <a:ext cx="1903868" cy="3054096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81CB6AD3-2579-39C6-98A4-5244C240FA9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50127" b="24423"/>
            <a:stretch/>
          </p:blipFill>
          <p:spPr>
            <a:xfrm rot="10800000">
              <a:off x="11051875" y="-1"/>
              <a:ext cx="1142392" cy="2308195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751641E7-1E4F-544A-BD79-3087CA782D2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4562" r="87662"/>
            <a:stretch/>
          </p:blipFill>
          <p:spPr>
            <a:xfrm>
              <a:off x="11815180" y="4312"/>
              <a:ext cx="376820" cy="2303940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C3C6E3F4-9679-F436-DB5C-73E9DEF71BC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82236"/>
            <a:stretch/>
          </p:blipFill>
          <p:spPr>
            <a:xfrm rot="10800000">
              <a:off x="11649488" y="2303939"/>
              <a:ext cx="542512" cy="3054096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EBB6ADAE-0196-576A-4021-80C9268328F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l="-166" t="51076" r="89465"/>
            <a:stretch/>
          </p:blipFill>
          <p:spPr>
            <a:xfrm rot="10800000">
              <a:off x="-1" y="5363786"/>
              <a:ext cx="326831" cy="1494214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2E81F74A-0FD1-1E7B-4A62-E4FAB952C5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l="39445" r="1"/>
            <a:stretch/>
          </p:blipFill>
          <p:spPr>
            <a:xfrm>
              <a:off x="-2" y="2308252"/>
              <a:ext cx="1849373" cy="3054096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25CD34D5-B9C3-C291-C14E-EB2FB04B6FF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t="50818"/>
            <a:stretch/>
          </p:blipFill>
          <p:spPr>
            <a:xfrm rot="10800000">
              <a:off x="8008419" y="5355953"/>
              <a:ext cx="2290572" cy="1502047"/>
            </a:xfrm>
            <a:prstGeom prst="rect">
              <a:avLst/>
            </a:prstGeom>
          </p:spPr>
        </p:pic>
      </p:grp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17859A4A-DC48-A9DD-4EB2-F3E200DFA0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1343" y="2816910"/>
            <a:ext cx="4386533" cy="203315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marL="0" marR="0" lvl="0" indent="0" algn="ctr" defTabSz="91445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Text Placeholder 32">
            <a:extLst>
              <a:ext uri="{FF2B5EF4-FFF2-40B4-BE49-F238E27FC236}">
                <a16:creationId xmlns:a16="http://schemas.microsoft.com/office/drawing/2014/main" id="{3A659E8D-3CC5-9F42-2A0B-A5F801BEE3B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45860" y="2816910"/>
            <a:ext cx="4386533" cy="203315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marL="0" marR="0" lvl="0" indent="0" algn="ctr" defTabSz="91445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FE28F57-DBDC-BA51-641E-76450D7CA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342900"/>
            <a:ext cx="10681469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5F145CB-2DB5-AB94-A315-DA9302B9B5B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85486" y="1428750"/>
            <a:ext cx="10545325" cy="8013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None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685838" indent="-228612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858" indent="-15240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2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88" indent="-228612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514" indent="-228612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7EFD36-15E3-0396-1A50-2559E0E83B0E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10403079" y="6452917"/>
            <a:ext cx="1438656" cy="18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372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TW 3 Callouts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5C345957-51FD-3F0E-CB61-4F505CC190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96755" y="2309442"/>
            <a:ext cx="3816158" cy="3049842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73B47AB-87BD-E92F-1DB2-9F3FA886F5A4}"/>
              </a:ext>
            </a:extLst>
          </p:cNvPr>
          <p:cNvGrpSpPr/>
          <p:nvPr userDrawn="1"/>
        </p:nvGrpSpPr>
        <p:grpSpPr>
          <a:xfrm>
            <a:off x="-2" y="-1"/>
            <a:ext cx="12194269" cy="6858001"/>
            <a:chOff x="-2" y="-1"/>
            <a:chExt cx="12194269" cy="6858001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EFF9842E-CE20-50C6-0F99-CCA88114BFB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10370" b="50818"/>
            <a:stretch/>
          </p:blipFill>
          <p:spPr>
            <a:xfrm>
              <a:off x="8770251" y="5355953"/>
              <a:ext cx="3421749" cy="1502047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6951A1FC-7B87-0605-F380-4FC2FBAF83C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7662"/>
            <a:stretch/>
          </p:blipFill>
          <p:spPr>
            <a:xfrm rot="10800000">
              <a:off x="10288132" y="2308253"/>
              <a:ext cx="1903868" cy="3054096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49969B0D-2882-1B89-D2FB-D8F08A8A34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50127" b="24423"/>
            <a:stretch/>
          </p:blipFill>
          <p:spPr>
            <a:xfrm rot="10800000">
              <a:off x="11051875" y="-1"/>
              <a:ext cx="1142392" cy="2308195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F0C3B398-89AB-ADCC-7120-3B07BE4B7E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4562" r="87662"/>
            <a:stretch/>
          </p:blipFill>
          <p:spPr>
            <a:xfrm>
              <a:off x="11815180" y="4312"/>
              <a:ext cx="376820" cy="2303940"/>
            </a:xfrm>
            <a:prstGeom prst="rect">
              <a:avLst/>
            </a:prstGeom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C3EFE0F2-7669-B1FB-1B73-F4CB0E21DC2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82236"/>
            <a:stretch/>
          </p:blipFill>
          <p:spPr>
            <a:xfrm rot="10800000">
              <a:off x="11649488" y="2303939"/>
              <a:ext cx="542512" cy="3054096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85C15785-25B6-A56F-81F5-F776C1CE1A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l="-166" t="51076" r="89465"/>
            <a:stretch/>
          </p:blipFill>
          <p:spPr>
            <a:xfrm rot="10800000">
              <a:off x="-1" y="5363786"/>
              <a:ext cx="326831" cy="1494214"/>
            </a:xfrm>
            <a:prstGeom prst="rect">
              <a:avLst/>
            </a:prstGeom>
          </p:spPr>
        </p:pic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A7BA3FBB-599E-5D86-3A26-8EC16546AA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l="39445" r="1"/>
            <a:stretch/>
          </p:blipFill>
          <p:spPr>
            <a:xfrm>
              <a:off x="-2" y="2308252"/>
              <a:ext cx="1849373" cy="3054096"/>
            </a:xfrm>
            <a:prstGeom prst="rect">
              <a:avLst/>
            </a:prstGeom>
          </p:spPr>
        </p:pic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3A47077E-4E09-A0E8-0861-CD0422E28DE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t="50818"/>
            <a:stretch/>
          </p:blipFill>
          <p:spPr>
            <a:xfrm rot="10800000">
              <a:off x="8008419" y="5355953"/>
              <a:ext cx="2290572" cy="1502047"/>
            </a:xfrm>
            <a:prstGeom prst="rect">
              <a:avLst/>
            </a:prstGeom>
          </p:spPr>
        </p:pic>
      </p:grpSp>
      <p:pic>
        <p:nvPicPr>
          <p:cNvPr id="21" name="Graphic 20">
            <a:extLst>
              <a:ext uri="{FF2B5EF4-FFF2-40B4-BE49-F238E27FC236}">
                <a16:creationId xmlns:a16="http://schemas.microsoft.com/office/drawing/2014/main" id="{BA7C8F6E-11A3-A9E1-F64B-493819974B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1703" y="2309442"/>
            <a:ext cx="3816158" cy="304984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F4E8E4B1-70CB-23CC-742C-BD895EC3B5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85727" y="2309442"/>
            <a:ext cx="3816158" cy="3049842"/>
          </a:xfrm>
          <a:prstGeom prst="rect">
            <a:avLst/>
          </a:prstGeom>
        </p:spPr>
      </p:pic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17859A4A-DC48-A9DD-4EB2-F3E200DFA0FC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4885863" y="2815498"/>
            <a:ext cx="2412508" cy="203315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2"/>
                </a:solidFill>
              </a:defRPr>
            </a:lvl1pPr>
          </a:lstStyle>
          <a:p>
            <a:pPr marL="0" marR="0" lvl="0" indent="0" algn="ctr" defTabSz="91445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1" name="Text Placeholder 32">
            <a:extLst>
              <a:ext uri="{FF2B5EF4-FFF2-40B4-BE49-F238E27FC236}">
                <a16:creationId xmlns:a16="http://schemas.microsoft.com/office/drawing/2014/main" id="{DE27633C-079F-E5BA-2947-1A1D7D6A8249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8710909" y="2815498"/>
            <a:ext cx="2414016" cy="203315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2"/>
                </a:solidFill>
              </a:defRPr>
            </a:lvl1pPr>
          </a:lstStyle>
          <a:p>
            <a:pPr marL="0" marR="0" lvl="0" indent="0" algn="ctr" defTabSz="91445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4" name="Text Placeholder 32">
            <a:extLst>
              <a:ext uri="{FF2B5EF4-FFF2-40B4-BE49-F238E27FC236}">
                <a16:creationId xmlns:a16="http://schemas.microsoft.com/office/drawing/2014/main" id="{53192720-9F3D-454D-CB50-97A990B54701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026822" y="2815498"/>
            <a:ext cx="2414016" cy="203315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2"/>
                </a:solidFill>
              </a:defRPr>
            </a:lvl1pPr>
          </a:lstStyle>
          <a:p>
            <a:pPr marL="0" marR="0" lvl="0" indent="0" algn="ctr" defTabSz="91445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1C8691B-34A9-1197-3718-599698D6B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342900"/>
            <a:ext cx="10681469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1E5F721-1C31-789E-E62A-86265A0E7CC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85486" y="1428750"/>
            <a:ext cx="10545325" cy="8013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None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685838" indent="-228612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858" indent="-15240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2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88" indent="-228612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514" indent="-228612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AA3B3F7-7888-B624-90A0-739F41FB5283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10403079" y="6452917"/>
            <a:ext cx="1438656" cy="18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7413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TW Takeaways">
    <p:bg>
      <p:bgPr>
        <a:solidFill>
          <a:srgbClr val="0D2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25B92F4-49D1-CB84-7CF7-84261B8736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81500" y="0"/>
            <a:ext cx="7810500" cy="6858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9979E5-E28F-0E19-FF5D-13D3E10B54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0259" y="4255199"/>
            <a:ext cx="4118604" cy="65405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600">
                <a:solidFill>
                  <a:srgbClr val="3FCDD9"/>
                </a:solidFill>
              </a:defRPr>
            </a:lvl1pPr>
            <a:lvl2pPr marL="457226" indent="0">
              <a:buNone/>
              <a:defRPr sz="1800"/>
            </a:lvl2pPr>
            <a:lvl3pPr marL="914450" indent="0">
              <a:buNone/>
              <a:defRPr sz="1600"/>
            </a:lvl3pPr>
            <a:lvl4pPr marL="1371676" indent="0">
              <a:buNone/>
              <a:defRPr sz="1400"/>
            </a:lvl4pPr>
            <a:lvl5pPr marL="1828901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776F854-507E-E37A-A52D-963856E71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258" y="2306448"/>
            <a:ext cx="4867206" cy="1661993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lnSpc>
                <a:spcPct val="100000"/>
              </a:lnSpc>
              <a:defRPr lang="en-US" sz="5400" dirty="0">
                <a:solidFill>
                  <a:schemeClr val="tx2"/>
                </a:solidFill>
                <a:latin typeface="Arial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Graphic 24">
            <a:extLst>
              <a:ext uri="{FF2B5EF4-FFF2-40B4-BE49-F238E27FC236}">
                <a16:creationId xmlns:a16="http://schemas.microsoft.com/office/drawing/2014/main" id="{256CC2FD-A5C7-3996-C80A-5A59951E128D}"/>
              </a:ext>
            </a:extLst>
          </p:cNvPr>
          <p:cNvSpPr/>
          <p:nvPr userDrawn="1"/>
        </p:nvSpPr>
        <p:spPr>
          <a:xfrm>
            <a:off x="6832044" y="1428750"/>
            <a:ext cx="1371600" cy="1097280"/>
          </a:xfrm>
          <a:custGeom>
            <a:avLst/>
            <a:gdLst>
              <a:gd name="connsiteX0" fmla="*/ 822960 w 1371600"/>
              <a:gd name="connsiteY0" fmla="*/ 1097280 h 1097280"/>
              <a:gd name="connsiteX1" fmla="*/ 1097280 w 1371600"/>
              <a:gd name="connsiteY1" fmla="*/ 965469 h 1097280"/>
              <a:gd name="connsiteX2" fmla="*/ 1163816 w 1371600"/>
              <a:gd name="connsiteY2" fmla="*/ 831148 h 1097280"/>
              <a:gd name="connsiteX3" fmla="*/ 1371600 w 1371600"/>
              <a:gd name="connsiteY3" fmla="*/ 0 h 1097280"/>
              <a:gd name="connsiteX4" fmla="*/ 548640 w 1371600"/>
              <a:gd name="connsiteY4" fmla="*/ 0 h 1097280"/>
              <a:gd name="connsiteX5" fmla="*/ 274320 w 1371600"/>
              <a:gd name="connsiteY5" fmla="*/ 131811 h 1097280"/>
              <a:gd name="connsiteX6" fmla="*/ 207784 w 1371600"/>
              <a:gd name="connsiteY6" fmla="*/ 266132 h 1097280"/>
              <a:gd name="connsiteX7" fmla="*/ 0 w 1371600"/>
              <a:gd name="connsiteY7" fmla="*/ 1097280 h 1097280"/>
              <a:gd name="connsiteX8" fmla="*/ 822960 w 1371600"/>
              <a:gd name="connsiteY8" fmla="*/ 1097280 h 1097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71600" h="1097280">
                <a:moveTo>
                  <a:pt x="822960" y="1097280"/>
                </a:moveTo>
                <a:cubicBezTo>
                  <a:pt x="932331" y="1097280"/>
                  <a:pt x="1032156" y="1046778"/>
                  <a:pt x="1097280" y="965469"/>
                </a:cubicBezTo>
                <a:cubicBezTo>
                  <a:pt x="1128155" y="926927"/>
                  <a:pt x="1151239" y="881459"/>
                  <a:pt x="1163816" y="831148"/>
                </a:cubicBezTo>
                <a:lnTo>
                  <a:pt x="1371600" y="0"/>
                </a:lnTo>
                <a:lnTo>
                  <a:pt x="548640" y="0"/>
                </a:lnTo>
                <a:cubicBezTo>
                  <a:pt x="439269" y="0"/>
                  <a:pt x="339444" y="50502"/>
                  <a:pt x="274320" y="131811"/>
                </a:cubicBezTo>
                <a:cubicBezTo>
                  <a:pt x="243445" y="170353"/>
                  <a:pt x="220361" y="215821"/>
                  <a:pt x="207784" y="266132"/>
                </a:cubicBezTo>
                <a:lnTo>
                  <a:pt x="0" y="1097280"/>
                </a:lnTo>
                <a:lnTo>
                  <a:pt x="822960" y="1097280"/>
                </a:lnTo>
                <a:close/>
              </a:path>
            </a:pathLst>
          </a:custGeom>
          <a:solidFill>
            <a:srgbClr val="0D2155"/>
          </a:solidFill>
          <a:ln w="137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3600" b="1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11" name="Graphic 27">
            <a:extLst>
              <a:ext uri="{FF2B5EF4-FFF2-40B4-BE49-F238E27FC236}">
                <a16:creationId xmlns:a16="http://schemas.microsoft.com/office/drawing/2014/main" id="{1CC7CBD6-309E-C3FE-D1A9-5D0143C9C8AE}"/>
              </a:ext>
            </a:extLst>
          </p:cNvPr>
          <p:cNvSpPr/>
          <p:nvPr userDrawn="1"/>
        </p:nvSpPr>
        <p:spPr>
          <a:xfrm>
            <a:off x="6468835" y="2880360"/>
            <a:ext cx="1371600" cy="1097280"/>
          </a:xfrm>
          <a:custGeom>
            <a:avLst/>
            <a:gdLst>
              <a:gd name="connsiteX0" fmla="*/ 822960 w 1371600"/>
              <a:gd name="connsiteY0" fmla="*/ 1097280 h 1097280"/>
              <a:gd name="connsiteX1" fmla="*/ 1097280 w 1371600"/>
              <a:gd name="connsiteY1" fmla="*/ 965469 h 1097280"/>
              <a:gd name="connsiteX2" fmla="*/ 1163816 w 1371600"/>
              <a:gd name="connsiteY2" fmla="*/ 831148 h 1097280"/>
              <a:gd name="connsiteX3" fmla="*/ 1371600 w 1371600"/>
              <a:gd name="connsiteY3" fmla="*/ 0 h 1097280"/>
              <a:gd name="connsiteX4" fmla="*/ 548640 w 1371600"/>
              <a:gd name="connsiteY4" fmla="*/ 0 h 1097280"/>
              <a:gd name="connsiteX5" fmla="*/ 274320 w 1371600"/>
              <a:gd name="connsiteY5" fmla="*/ 131811 h 1097280"/>
              <a:gd name="connsiteX6" fmla="*/ 207784 w 1371600"/>
              <a:gd name="connsiteY6" fmla="*/ 266132 h 1097280"/>
              <a:gd name="connsiteX7" fmla="*/ 0 w 1371600"/>
              <a:gd name="connsiteY7" fmla="*/ 1097280 h 1097280"/>
              <a:gd name="connsiteX8" fmla="*/ 822960 w 1371600"/>
              <a:gd name="connsiteY8" fmla="*/ 1097280 h 1097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71600" h="1097280">
                <a:moveTo>
                  <a:pt x="822960" y="1097280"/>
                </a:moveTo>
                <a:cubicBezTo>
                  <a:pt x="932331" y="1097280"/>
                  <a:pt x="1032156" y="1046778"/>
                  <a:pt x="1097280" y="965469"/>
                </a:cubicBezTo>
                <a:cubicBezTo>
                  <a:pt x="1128155" y="926927"/>
                  <a:pt x="1151239" y="881459"/>
                  <a:pt x="1163816" y="831148"/>
                </a:cubicBezTo>
                <a:lnTo>
                  <a:pt x="1371600" y="0"/>
                </a:lnTo>
                <a:lnTo>
                  <a:pt x="548640" y="0"/>
                </a:lnTo>
                <a:cubicBezTo>
                  <a:pt x="439269" y="0"/>
                  <a:pt x="339444" y="50502"/>
                  <a:pt x="274320" y="131811"/>
                </a:cubicBezTo>
                <a:cubicBezTo>
                  <a:pt x="243445" y="170353"/>
                  <a:pt x="220361" y="215821"/>
                  <a:pt x="207784" y="266132"/>
                </a:cubicBezTo>
                <a:lnTo>
                  <a:pt x="0" y="1097280"/>
                </a:lnTo>
                <a:lnTo>
                  <a:pt x="822960" y="1097280"/>
                </a:lnTo>
                <a:close/>
              </a:path>
            </a:pathLst>
          </a:custGeom>
          <a:solidFill>
            <a:srgbClr val="0D2155"/>
          </a:solidFill>
          <a:ln w="137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12" name="Graphic 28">
            <a:extLst>
              <a:ext uri="{FF2B5EF4-FFF2-40B4-BE49-F238E27FC236}">
                <a16:creationId xmlns:a16="http://schemas.microsoft.com/office/drawing/2014/main" id="{65935798-0D1C-BA24-D16D-46B88BB91151}"/>
              </a:ext>
            </a:extLst>
          </p:cNvPr>
          <p:cNvSpPr/>
          <p:nvPr userDrawn="1"/>
        </p:nvSpPr>
        <p:spPr>
          <a:xfrm>
            <a:off x="6112048" y="4331970"/>
            <a:ext cx="1371600" cy="1097280"/>
          </a:xfrm>
          <a:custGeom>
            <a:avLst/>
            <a:gdLst>
              <a:gd name="connsiteX0" fmla="*/ 822960 w 1371600"/>
              <a:gd name="connsiteY0" fmla="*/ 1097280 h 1097280"/>
              <a:gd name="connsiteX1" fmla="*/ 1097280 w 1371600"/>
              <a:gd name="connsiteY1" fmla="*/ 965469 h 1097280"/>
              <a:gd name="connsiteX2" fmla="*/ 1163816 w 1371600"/>
              <a:gd name="connsiteY2" fmla="*/ 831148 h 1097280"/>
              <a:gd name="connsiteX3" fmla="*/ 1371600 w 1371600"/>
              <a:gd name="connsiteY3" fmla="*/ 0 h 1097280"/>
              <a:gd name="connsiteX4" fmla="*/ 548640 w 1371600"/>
              <a:gd name="connsiteY4" fmla="*/ 0 h 1097280"/>
              <a:gd name="connsiteX5" fmla="*/ 274320 w 1371600"/>
              <a:gd name="connsiteY5" fmla="*/ 131811 h 1097280"/>
              <a:gd name="connsiteX6" fmla="*/ 207784 w 1371600"/>
              <a:gd name="connsiteY6" fmla="*/ 266132 h 1097280"/>
              <a:gd name="connsiteX7" fmla="*/ 0 w 1371600"/>
              <a:gd name="connsiteY7" fmla="*/ 1097280 h 1097280"/>
              <a:gd name="connsiteX8" fmla="*/ 822960 w 1371600"/>
              <a:gd name="connsiteY8" fmla="*/ 1097280 h 1097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71600" h="1097280">
                <a:moveTo>
                  <a:pt x="822960" y="1097280"/>
                </a:moveTo>
                <a:cubicBezTo>
                  <a:pt x="932331" y="1097280"/>
                  <a:pt x="1032156" y="1046778"/>
                  <a:pt x="1097280" y="965469"/>
                </a:cubicBezTo>
                <a:cubicBezTo>
                  <a:pt x="1128155" y="926927"/>
                  <a:pt x="1151239" y="881459"/>
                  <a:pt x="1163816" y="831148"/>
                </a:cubicBezTo>
                <a:lnTo>
                  <a:pt x="1371600" y="0"/>
                </a:lnTo>
                <a:lnTo>
                  <a:pt x="548640" y="0"/>
                </a:lnTo>
                <a:cubicBezTo>
                  <a:pt x="439269" y="0"/>
                  <a:pt x="339444" y="50502"/>
                  <a:pt x="274320" y="131811"/>
                </a:cubicBezTo>
                <a:cubicBezTo>
                  <a:pt x="243445" y="170353"/>
                  <a:pt x="220361" y="215821"/>
                  <a:pt x="207784" y="266132"/>
                </a:cubicBezTo>
                <a:lnTo>
                  <a:pt x="0" y="1097280"/>
                </a:lnTo>
                <a:lnTo>
                  <a:pt x="822960" y="1097280"/>
                </a:lnTo>
                <a:close/>
              </a:path>
            </a:pathLst>
          </a:custGeom>
          <a:solidFill>
            <a:srgbClr val="0D2155"/>
          </a:solidFill>
          <a:ln w="137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30C1740-6BCF-7670-4B16-3876ACED34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70900" y="1428750"/>
            <a:ext cx="3721100" cy="106362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1">
                <a:solidFill>
                  <a:srgbClr val="0D2155"/>
                </a:solidFill>
              </a:defRPr>
            </a:lvl1pPr>
            <a:lvl2pPr marL="457226" indent="0">
              <a:buNone/>
              <a:defRPr/>
            </a:lvl2pPr>
            <a:lvl3pPr marL="914450" indent="0">
              <a:buNone/>
              <a:defRPr/>
            </a:lvl3pPr>
            <a:lvl4pPr marL="1371676" indent="0">
              <a:buNone/>
              <a:defRPr/>
            </a:lvl4pPr>
            <a:lvl5pPr marL="1828902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F152085E-9231-9AC4-F98F-E22CB7D84D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101788" y="2880360"/>
            <a:ext cx="3721100" cy="108808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1">
                <a:solidFill>
                  <a:srgbClr val="0D2155"/>
                </a:solidFill>
              </a:defRPr>
            </a:lvl1pPr>
            <a:lvl2pPr marL="457226" indent="0">
              <a:buNone/>
              <a:defRPr/>
            </a:lvl2pPr>
            <a:lvl3pPr marL="914450" indent="0">
              <a:buNone/>
              <a:defRPr/>
            </a:lvl3pPr>
            <a:lvl4pPr marL="1371676" indent="0">
              <a:buNone/>
              <a:defRPr/>
            </a:lvl4pPr>
            <a:lvl5pPr marL="1828902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92EA105B-0FF7-A4E6-2032-7932DB8BBB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45001" y="4318309"/>
            <a:ext cx="3721100" cy="108808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1">
                <a:solidFill>
                  <a:srgbClr val="0D2155"/>
                </a:solidFill>
              </a:defRPr>
            </a:lvl1pPr>
            <a:lvl2pPr marL="457226" indent="0">
              <a:buNone/>
              <a:defRPr/>
            </a:lvl2pPr>
            <a:lvl3pPr marL="914450" indent="0">
              <a:buNone/>
              <a:defRPr/>
            </a:lvl3pPr>
            <a:lvl4pPr marL="1371676" indent="0">
              <a:buNone/>
              <a:defRPr/>
            </a:lvl4pPr>
            <a:lvl5pPr marL="1828902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2B41BF-8C88-7547-870F-7D18E6E11A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403079" y="6452917"/>
            <a:ext cx="1438656" cy="184678"/>
          </a:xfrm>
          <a:prstGeom prst="rect">
            <a:avLst/>
          </a:prstGeom>
        </p:spPr>
      </p:pic>
      <p:sp>
        <p:nvSpPr>
          <p:cNvPr id="14" name="fl" descr="                              Dell - Internal Use - Confidential&#10;">
            <a:extLst>
              <a:ext uri="{FF2B5EF4-FFF2-40B4-BE49-F238E27FC236}">
                <a16:creationId xmlns:a16="http://schemas.microsoft.com/office/drawing/2014/main" id="{A774F00C-1FBB-8E01-D6D9-1961937B5D6C}"/>
              </a:ext>
            </a:extLst>
          </p:cNvPr>
          <p:cNvSpPr txBox="1"/>
          <p:nvPr userDrawn="1"/>
        </p:nvSpPr>
        <p:spPr>
          <a:xfrm>
            <a:off x="5381061" y="6701003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lvl="0" indent="0" algn="ctr" defTabSz="1219268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/>
              </a:rPr>
              <a:t>Copyright © Dell Inc. All Rights Reserved.</a:t>
            </a:r>
          </a:p>
        </p:txBody>
      </p:sp>
      <p:sp>
        <p:nvSpPr>
          <p:cNvPr id="15" name="TextBox 19">
            <a:extLst>
              <a:ext uri="{FF2B5EF4-FFF2-40B4-BE49-F238E27FC236}">
                <a16:creationId xmlns:a16="http://schemas.microsoft.com/office/drawing/2014/main" id="{CDF23579-B2CC-66D4-F716-1C2C11B4424E}"/>
              </a:ext>
            </a:extLst>
          </p:cNvPr>
          <p:cNvSpPr txBox="1"/>
          <p:nvPr userDrawn="1"/>
        </p:nvSpPr>
        <p:spPr>
          <a:xfrm>
            <a:off x="5120251" y="6702028"/>
            <a:ext cx="94578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9pPr>
          </a:lstStyle>
          <a:p>
            <a:pPr marL="0" marR="0" lvl="0" indent="0" algn="r" defTabSz="914231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672CB"/>
              </a:buClr>
              <a:buSzTx/>
              <a:buFontTx/>
              <a:buNone/>
              <a:tabLst/>
              <a:defRPr/>
            </a:pPr>
            <a:fld id="{58EC7406-F4CC-4ABF-902E-2AF4E70E5C0F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/>
              </a:rPr>
              <a:pPr marL="0" marR="0" lvl="0" indent="0" algn="r" defTabSz="914231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672CB"/>
                </a:buClr>
                <a:buSzTx/>
                <a:buFontTx/>
                <a:buNone/>
                <a:tabLst/>
                <a:defRPr/>
              </a:pPr>
              <a:t>‹#›</a:t>
            </a:fld>
            <a:endParaRPr kumimoji="0" lang="en-US" sz="600" b="0" i="0" u="none" strike="noStrike" kern="1200" cap="none" spc="0" normalizeH="0" baseline="0" noProof="0" err="1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anose="020B0604020202020204" pitchFamily="34" charset="0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220302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TW Takeaways">
    <p:bg>
      <p:bgPr>
        <a:solidFill>
          <a:srgbClr val="0D2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25B92F4-49D1-CB84-7CF7-84261B8736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81500" y="0"/>
            <a:ext cx="7810500" cy="6858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9979E5-E28F-0E19-FF5D-13D3E10B54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0259" y="4255199"/>
            <a:ext cx="4118604" cy="65405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600">
                <a:solidFill>
                  <a:srgbClr val="3FCDD9"/>
                </a:solidFill>
              </a:defRPr>
            </a:lvl1pPr>
            <a:lvl2pPr marL="457226" indent="0">
              <a:buNone/>
              <a:defRPr sz="1800"/>
            </a:lvl2pPr>
            <a:lvl3pPr marL="914450" indent="0">
              <a:buNone/>
              <a:defRPr sz="1600"/>
            </a:lvl3pPr>
            <a:lvl4pPr marL="1371676" indent="0">
              <a:buNone/>
              <a:defRPr sz="1400"/>
            </a:lvl4pPr>
            <a:lvl5pPr marL="1828901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776F854-507E-E37A-A52D-963856E71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258" y="2306448"/>
            <a:ext cx="4867206" cy="1661993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lnSpc>
                <a:spcPct val="100000"/>
              </a:lnSpc>
              <a:defRPr lang="en-US" sz="5400" dirty="0">
                <a:solidFill>
                  <a:schemeClr val="tx2"/>
                </a:solidFill>
                <a:latin typeface="Arial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2B41BF-8C88-7547-870F-7D18E6E11A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403079" y="6452917"/>
            <a:ext cx="1438656" cy="184678"/>
          </a:xfrm>
          <a:prstGeom prst="rect">
            <a:avLst/>
          </a:prstGeom>
        </p:spPr>
      </p:pic>
      <p:sp>
        <p:nvSpPr>
          <p:cNvPr id="14" name="fl" descr="                              Dell - Internal Use - Confidential&#10;">
            <a:extLst>
              <a:ext uri="{FF2B5EF4-FFF2-40B4-BE49-F238E27FC236}">
                <a16:creationId xmlns:a16="http://schemas.microsoft.com/office/drawing/2014/main" id="{A774F00C-1FBB-8E01-D6D9-1961937B5D6C}"/>
              </a:ext>
            </a:extLst>
          </p:cNvPr>
          <p:cNvSpPr txBox="1"/>
          <p:nvPr userDrawn="1"/>
        </p:nvSpPr>
        <p:spPr>
          <a:xfrm>
            <a:off x="5381061" y="6701003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lvl="0" indent="0" algn="ctr" defTabSz="1219268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/>
              </a:rPr>
              <a:t>Copyright © Dell Inc. All Rights Reserved.</a:t>
            </a:r>
          </a:p>
        </p:txBody>
      </p:sp>
      <p:sp>
        <p:nvSpPr>
          <p:cNvPr id="15" name="TextBox 19">
            <a:extLst>
              <a:ext uri="{FF2B5EF4-FFF2-40B4-BE49-F238E27FC236}">
                <a16:creationId xmlns:a16="http://schemas.microsoft.com/office/drawing/2014/main" id="{CDF23579-B2CC-66D4-F716-1C2C11B4424E}"/>
              </a:ext>
            </a:extLst>
          </p:cNvPr>
          <p:cNvSpPr txBox="1"/>
          <p:nvPr userDrawn="1"/>
        </p:nvSpPr>
        <p:spPr>
          <a:xfrm>
            <a:off x="5120251" y="6702028"/>
            <a:ext cx="94578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9pPr>
          </a:lstStyle>
          <a:p>
            <a:pPr marL="0" marR="0" lvl="0" indent="0" algn="r" defTabSz="914231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672CB"/>
              </a:buClr>
              <a:buSzTx/>
              <a:buFontTx/>
              <a:buNone/>
              <a:tabLst/>
              <a:defRPr/>
            </a:pPr>
            <a:fld id="{58EC7406-F4CC-4ABF-902E-2AF4E70E5C0F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/>
              </a:rPr>
              <a:pPr marL="0" marR="0" lvl="0" indent="0" algn="r" defTabSz="914231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672CB"/>
                </a:buClr>
                <a:buSzTx/>
                <a:buFontTx/>
                <a:buNone/>
                <a:tabLst/>
                <a:defRPr/>
              </a:pPr>
              <a:t>‹#›</a:t>
            </a:fld>
            <a:endParaRPr kumimoji="0" lang="en-US" sz="600" b="0" i="0" u="none" strike="noStrike" kern="1200" cap="none" spc="0" normalizeH="0" baseline="0" noProof="0" err="1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anose="020B0604020202020204" pitchFamily="34" charset="0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20740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TW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900"/>
            <a:ext cx="98298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1988E3-045C-9B05-21F3-DC00AE9F8D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34425" y="-7884"/>
            <a:ext cx="1471767" cy="59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6515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TW 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900"/>
            <a:ext cx="98298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28750"/>
            <a:ext cx="11430000" cy="4514850"/>
          </a:xfrm>
          <a:prstGeom prst="rect">
            <a:avLst/>
          </a:prstGeom>
        </p:spPr>
        <p:txBody>
          <a:bodyPr lIns="0" tIns="0" rIns="0" bIns="0"/>
          <a:lstStyle>
            <a:lvl1pPr marL="228612" indent="-228612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685838" indent="-228612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6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066858" indent="-152408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▪"/>
              <a:defRPr sz="1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88" indent="-228612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514" indent="-228612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BCE6A91-47BB-FF2B-63EF-4351F840B1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34425" y="-7884"/>
            <a:ext cx="1471767" cy="59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4585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TW 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900"/>
            <a:ext cx="98298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857250"/>
            <a:ext cx="982980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rgbClr val="9FDDFF"/>
                </a:solidFill>
                <a:latin typeface="Arial" panose="020B0604020202020204" pitchFamily="34" charset="0"/>
              </a:defRPr>
            </a:lvl1pPr>
            <a:lvl2pPr marL="457226" indent="0" algn="ctr">
              <a:buNone/>
              <a:defRPr sz="2000"/>
            </a:lvl2pPr>
            <a:lvl3pPr marL="914450" indent="0" algn="ctr">
              <a:buNone/>
              <a:defRPr sz="1800"/>
            </a:lvl3pPr>
            <a:lvl4pPr marL="1371676" indent="0" algn="ctr">
              <a:buNone/>
              <a:defRPr sz="1600"/>
            </a:lvl4pPr>
            <a:lvl5pPr marL="1828900" indent="0" algn="ctr">
              <a:buNone/>
              <a:defRPr sz="1600"/>
            </a:lvl5pPr>
            <a:lvl6pPr marL="2286126" indent="0" algn="ctr">
              <a:buNone/>
              <a:defRPr sz="1600"/>
            </a:lvl6pPr>
            <a:lvl7pPr marL="2743350" indent="0" algn="ctr">
              <a:buNone/>
              <a:defRPr sz="1600"/>
            </a:lvl7pPr>
            <a:lvl8pPr marL="3200576" indent="0" algn="ctr">
              <a:buNone/>
              <a:defRPr sz="1600"/>
            </a:lvl8pPr>
            <a:lvl9pPr marL="3657802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2F76FEB-2EFD-E488-F798-E6948B7D5B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34425" y="-7884"/>
            <a:ext cx="1471767" cy="59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9568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TW 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42F76FEB-2EFD-E488-F798-E6948B7D5B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34425" y="-7884"/>
            <a:ext cx="1471767" cy="597512"/>
          </a:xfrm>
          <a:prstGeom prst="rect">
            <a:avLst/>
          </a:prstGeom>
        </p:spPr>
      </p:pic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25EBAB14-22CD-A8E4-C109-3F1A81B131F1}"/>
              </a:ext>
            </a:extLst>
          </p:cNvPr>
          <p:cNvSpPr/>
          <p:nvPr userDrawn="1"/>
        </p:nvSpPr>
        <p:spPr>
          <a:xfrm rot="5400000">
            <a:off x="-742129" y="734245"/>
            <a:ext cx="6865884" cy="5381625"/>
          </a:xfrm>
          <a:prstGeom prst="round2SameRect">
            <a:avLst>
              <a:gd name="adj1" fmla="val 13658"/>
              <a:gd name="adj2" fmla="val 0"/>
            </a:avLst>
          </a:prstGeom>
          <a:solidFill>
            <a:schemeClr val="tx2">
              <a:lumMod val="9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6514D66-273C-C0C6-C5C0-8CE02DA44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42900"/>
            <a:ext cx="78867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00227F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114831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TW Title, sub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0"/>
            <a:ext cx="9829799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5487" y="857250"/>
            <a:ext cx="9825954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26" indent="0" algn="ctr">
              <a:buNone/>
              <a:defRPr sz="2000"/>
            </a:lvl2pPr>
            <a:lvl3pPr marL="914450" indent="0" algn="ctr">
              <a:buNone/>
              <a:defRPr sz="1800"/>
            </a:lvl3pPr>
            <a:lvl4pPr marL="1371676" indent="0" algn="ctr">
              <a:buNone/>
              <a:defRPr sz="1600"/>
            </a:lvl4pPr>
            <a:lvl5pPr marL="1828900" indent="0" algn="ctr">
              <a:buNone/>
              <a:defRPr sz="1600"/>
            </a:lvl5pPr>
            <a:lvl6pPr marL="2286126" indent="0" algn="ctr">
              <a:buNone/>
              <a:defRPr sz="1600"/>
            </a:lvl6pPr>
            <a:lvl7pPr marL="2743350" indent="0" algn="ctr">
              <a:buNone/>
              <a:defRPr sz="1600"/>
            </a:lvl7pPr>
            <a:lvl8pPr marL="3200576" indent="0" algn="ctr">
              <a:buNone/>
              <a:defRPr sz="1600"/>
            </a:lvl8pPr>
            <a:lvl9pPr marL="3657802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9A5B791-F1ED-7366-EF8A-D3AA949215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34425" y="-7884"/>
            <a:ext cx="1471767" cy="597512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75CD3F-4B29-B124-2E5F-058591B6636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81000" y="1428750"/>
            <a:ext cx="11430000" cy="4514850"/>
          </a:xfrm>
          <a:prstGeom prst="rect">
            <a:avLst/>
          </a:prstGeom>
        </p:spPr>
        <p:txBody>
          <a:bodyPr lIns="0" tIns="0" rIns="0" bIns="0"/>
          <a:lstStyle>
            <a:lvl1pPr marL="228612" indent="-228612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685838" indent="-228612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6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066858" indent="-152408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▪"/>
              <a:defRPr sz="1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88" indent="-228612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514" indent="-228612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9204519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TW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900"/>
            <a:ext cx="98298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200" dirty="0">
                <a:solidFill>
                  <a:schemeClr val="tx2"/>
                </a:solidFill>
                <a:latin typeface="Arial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0"/>
          </p:nvPr>
        </p:nvSpPr>
        <p:spPr>
          <a:xfrm>
            <a:off x="381000" y="1428750"/>
            <a:ext cx="5486400" cy="4514850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lang="en-US" sz="16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lang="en-US" sz="1200">
                <a:solidFill>
                  <a:schemeClr val="tx2"/>
                </a:solidFill>
                <a:latin typeface="Arial" panose="020B0604020202020204" pitchFamily="34" charset="0"/>
              </a:defRPr>
            </a:lvl3pPr>
          </a:lstStyle>
          <a:p>
            <a:pPr lvl="0">
              <a:lnSpc>
                <a:spcPct val="100000"/>
              </a:lnSpc>
              <a:spcBef>
                <a:spcPts val="1200"/>
              </a:spcBef>
              <a:buClrTx/>
            </a:pPr>
            <a:r>
              <a:rPr lang="en-US"/>
              <a:t>Click to edit Master text styles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ClrTx/>
              <a:buChar char="–"/>
            </a:pPr>
            <a:r>
              <a:rPr lang="en-US"/>
              <a:t>Second level</a:t>
            </a:r>
          </a:p>
          <a:p>
            <a:pPr marL="1066858" lvl="2" indent="-152408">
              <a:lnSpc>
                <a:spcPct val="100000"/>
              </a:lnSpc>
              <a:spcBef>
                <a:spcPts val="600"/>
              </a:spcBef>
              <a:buClrTx/>
              <a:buChar char="▪"/>
            </a:pPr>
            <a:r>
              <a:rPr lang="en-US"/>
              <a:t>Third level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1"/>
          </p:nvPr>
        </p:nvSpPr>
        <p:spPr>
          <a:xfrm>
            <a:off x="6324600" y="1428750"/>
            <a:ext cx="5486400" cy="4514850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lang="en-US" sz="16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lang="en-US" sz="1200">
                <a:solidFill>
                  <a:schemeClr val="tx2"/>
                </a:solidFill>
                <a:latin typeface="Arial" panose="020B0604020202020204" pitchFamily="34" charset="0"/>
              </a:defRPr>
            </a:lvl3pPr>
          </a:lstStyle>
          <a:p>
            <a:pPr lvl="0">
              <a:lnSpc>
                <a:spcPct val="100000"/>
              </a:lnSpc>
              <a:spcBef>
                <a:spcPts val="1200"/>
              </a:spcBef>
              <a:buClrTx/>
            </a:pPr>
            <a:r>
              <a:rPr lang="en-US"/>
              <a:t>Click to edit Master text styles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ClrTx/>
              <a:buChar char="–"/>
            </a:pPr>
            <a:r>
              <a:rPr lang="en-US"/>
              <a:t>Second level</a:t>
            </a:r>
          </a:p>
          <a:p>
            <a:pPr marL="1066858" lvl="2" indent="-152408">
              <a:lnSpc>
                <a:spcPct val="100000"/>
              </a:lnSpc>
              <a:spcBef>
                <a:spcPts val="600"/>
              </a:spcBef>
              <a:buClrTx/>
              <a:buChar char="▪"/>
            </a:pPr>
            <a:r>
              <a:rPr lang="en-US"/>
              <a:t>Third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1E8E049-343E-8A3C-8ECE-4A5120FD9E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34425" y="-7884"/>
            <a:ext cx="1471767" cy="59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29166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TW 2 columns w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900"/>
            <a:ext cx="98298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200" dirty="0">
                <a:solidFill>
                  <a:schemeClr val="tx2"/>
                </a:solidFill>
                <a:latin typeface="Arial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F1CEAD-C06E-4DD6-958D-A69C28387D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428750"/>
            <a:ext cx="5486400" cy="4743449"/>
          </a:xfrm>
          <a:prstGeom prst="rect">
            <a:avLst/>
          </a:prstGeom>
        </p:spPr>
        <p:txBody>
          <a:bodyPr lIns="0" tIns="0" rIns="0" bIns="91440"/>
          <a:lstStyle>
            <a:lvl1pPr marL="0" indent="0">
              <a:lnSpc>
                <a:spcPct val="100000"/>
              </a:lnSpc>
              <a:spcBef>
                <a:spcPts val="1800"/>
              </a:spcBef>
              <a:buNone/>
              <a:defRPr sz="2000" b="1" baseline="0">
                <a:solidFill>
                  <a:schemeClr val="tx2"/>
                </a:solidFill>
              </a:defRPr>
            </a:lvl1pPr>
            <a:lvl2pPr marL="230731" indent="-230731">
              <a:lnSpc>
                <a:spcPct val="100000"/>
              </a:lnSpc>
              <a:spcBef>
                <a:spcPts val="1200"/>
              </a:spcBef>
              <a:buClrTx/>
              <a:defRPr sz="1800">
                <a:solidFill>
                  <a:schemeClr val="tx2"/>
                </a:solidFill>
              </a:defRPr>
            </a:lvl2pPr>
            <a:lvl3pPr marL="685838" indent="-23073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400">
                <a:solidFill>
                  <a:schemeClr val="tx2"/>
                </a:solidFill>
              </a:defRPr>
            </a:lvl3pPr>
            <a:lvl4pPr marL="1140946" indent="-224379">
              <a:lnSpc>
                <a:spcPct val="10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§"/>
              <a:defRPr sz="120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0C49344-5A94-4BB8-B1F8-EC9EB43874D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24600" y="1428750"/>
            <a:ext cx="5486400" cy="4743449"/>
          </a:xfrm>
          <a:prstGeom prst="rect">
            <a:avLst/>
          </a:prstGeom>
        </p:spPr>
        <p:txBody>
          <a:bodyPr lIns="0" tIns="0" rIns="0" bIns="91440"/>
          <a:lstStyle>
            <a:lvl1pPr>
              <a:defRPr lang="en-US" sz="2000" b="1" baseline="0">
                <a:solidFill>
                  <a:schemeClr val="tx2"/>
                </a:solidFill>
              </a:defRPr>
            </a:lvl1pPr>
            <a:lvl2pPr>
              <a:defRPr lang="en-US" sz="1800">
                <a:solidFill>
                  <a:schemeClr val="tx2"/>
                </a:solidFill>
              </a:defRPr>
            </a:lvl2pPr>
            <a:lvl3pPr>
              <a:defRPr lang="en-US" sz="1400">
                <a:solidFill>
                  <a:schemeClr val="tx2"/>
                </a:solidFill>
              </a:defRPr>
            </a:lvl3pPr>
            <a:lvl4pPr>
              <a:defRPr lang="en-US" sz="1200">
                <a:solidFill>
                  <a:schemeClr val="tx2"/>
                </a:solidFill>
              </a:defRPr>
            </a:lvl4pPr>
          </a:lstStyle>
          <a:p>
            <a:pPr marL="0" lvl="0" indent="0">
              <a:lnSpc>
                <a:spcPct val="10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  <a:p>
            <a:pPr marL="230731" lvl="1" indent="-230731">
              <a:lnSpc>
                <a:spcPct val="100000"/>
              </a:lnSpc>
              <a:spcBef>
                <a:spcPts val="1200"/>
              </a:spcBef>
              <a:buClrTx/>
            </a:pPr>
            <a:r>
              <a:rPr lang="en-US"/>
              <a:t>Second level</a:t>
            </a:r>
          </a:p>
          <a:p>
            <a:pPr marL="685838" lvl="2" indent="-230731">
              <a:lnSpc>
                <a:spcPct val="100000"/>
              </a:lnSpc>
              <a:spcBef>
                <a:spcPts val="600"/>
              </a:spcBef>
              <a:buClrTx/>
              <a:buChar char="–"/>
            </a:pPr>
            <a:r>
              <a:rPr lang="en-US"/>
              <a:t>Third level</a:t>
            </a:r>
          </a:p>
          <a:p>
            <a:pPr marL="1140946" lvl="3" indent="-224379">
              <a:lnSpc>
                <a:spcPct val="10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§"/>
            </a:pPr>
            <a:r>
              <a:rPr lang="en-US"/>
              <a:t>Fourth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B04F009-FA7F-1994-5E5B-AE0091D8694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34425" y="-7884"/>
            <a:ext cx="1471767" cy="59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247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TW 3 columns w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900"/>
            <a:ext cx="98298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200" dirty="0">
                <a:solidFill>
                  <a:schemeClr val="tx2"/>
                </a:solidFill>
                <a:latin typeface="Arial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" name="Content Placeholder 9"/>
          <p:cNvSpPr>
            <a:spLocks noGrp="1"/>
          </p:cNvSpPr>
          <p:nvPr>
            <p:ph sz="quarter" idx="13"/>
          </p:nvPr>
        </p:nvSpPr>
        <p:spPr>
          <a:xfrm>
            <a:off x="381001" y="1428750"/>
            <a:ext cx="3526327" cy="47434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tx2"/>
                </a:solidFill>
              </a:defRPr>
            </a:lvl1pPr>
            <a:lvl2pPr marL="228612" indent="-228612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2pPr>
            <a:lvl3pPr marL="685838" indent="-228612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200">
                <a:solidFill>
                  <a:schemeClr val="tx2"/>
                </a:solidFill>
              </a:defRPr>
            </a:lvl3pPr>
            <a:lvl4pPr marL="1600288" indent="-228612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514" indent="-228612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3C9CA1AB-E8E8-4338-8BB5-4C9F95D3899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32837" y="1428750"/>
            <a:ext cx="3526327" cy="4743450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1800" b="1">
                <a:solidFill>
                  <a:schemeClr val="tx2"/>
                </a:solidFill>
              </a:defRPr>
            </a:lvl1pPr>
            <a:lvl2pPr>
              <a:defRPr lang="en-US" sz="1600">
                <a:solidFill>
                  <a:schemeClr val="tx2"/>
                </a:solidFill>
              </a:defRPr>
            </a:lvl2pPr>
            <a:lvl3pPr>
              <a:defRPr lang="en-US" sz="1200">
                <a:solidFill>
                  <a:schemeClr val="tx2"/>
                </a:solidFill>
              </a:defRPr>
            </a:lvl3pPr>
          </a:lstStyle>
          <a:p>
            <a:pPr marL="0" lv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</a:pPr>
            <a:r>
              <a:rPr lang="en-US"/>
              <a:t>Click to edit Master text styles</a:t>
            </a:r>
          </a:p>
          <a:p>
            <a:pPr marL="228612" lvl="1">
              <a:lnSpc>
                <a:spcPct val="100000"/>
              </a:lnSpc>
              <a:spcBef>
                <a:spcPts val="1200"/>
              </a:spcBef>
              <a:buClrTx/>
            </a:pPr>
            <a:r>
              <a:rPr lang="en-US"/>
              <a:t>Second level</a:t>
            </a:r>
          </a:p>
          <a:p>
            <a:pPr marL="685838" lvl="2">
              <a:lnSpc>
                <a:spcPct val="100000"/>
              </a:lnSpc>
              <a:spcBef>
                <a:spcPts val="600"/>
              </a:spcBef>
              <a:buClrTx/>
              <a:buChar char="–"/>
            </a:pPr>
            <a:r>
              <a:rPr lang="en-US"/>
              <a:t>Third level</a:t>
            </a: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B6586213-13AB-4801-9939-C1924B01D7D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284231" y="1428750"/>
            <a:ext cx="3526327" cy="4743450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1800" b="1">
                <a:solidFill>
                  <a:schemeClr val="tx2"/>
                </a:solidFill>
              </a:defRPr>
            </a:lvl1pPr>
            <a:lvl2pPr>
              <a:defRPr lang="en-US" sz="1600">
                <a:solidFill>
                  <a:schemeClr val="tx2"/>
                </a:solidFill>
              </a:defRPr>
            </a:lvl2pPr>
            <a:lvl3pPr>
              <a:defRPr lang="en-US" sz="1200">
                <a:solidFill>
                  <a:schemeClr val="tx2"/>
                </a:solidFill>
              </a:defRPr>
            </a:lvl3pPr>
          </a:lstStyle>
          <a:p>
            <a:pPr marL="0" lv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</a:pPr>
            <a:r>
              <a:rPr lang="en-US"/>
              <a:t>Click to edit Master text styles</a:t>
            </a:r>
          </a:p>
          <a:p>
            <a:pPr marL="228612" lvl="1">
              <a:lnSpc>
                <a:spcPct val="100000"/>
              </a:lnSpc>
              <a:spcBef>
                <a:spcPts val="1200"/>
              </a:spcBef>
              <a:buClrTx/>
            </a:pPr>
            <a:r>
              <a:rPr lang="en-US"/>
              <a:t>Second level</a:t>
            </a:r>
          </a:p>
          <a:p>
            <a:pPr marL="685838" lvl="2">
              <a:lnSpc>
                <a:spcPct val="100000"/>
              </a:lnSpc>
              <a:spcBef>
                <a:spcPts val="600"/>
              </a:spcBef>
              <a:buClrTx/>
              <a:buChar char="–"/>
            </a:pPr>
            <a:r>
              <a:rPr lang="en-US"/>
              <a:t>Third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285AA78-BB9E-1CE2-A711-3EE31F1793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34425" y="-7884"/>
            <a:ext cx="1471767" cy="59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457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TW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21CDB-95CE-458B-A911-027A05894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57200"/>
            <a:ext cx="10515600" cy="39581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9524FF7-65B1-5AEA-87D4-7BC4624845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34425" y="-7884"/>
            <a:ext cx="1471767" cy="59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84418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TW End logo D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10D8E87-4A8C-DDD0-C53D-BE5229276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57200"/>
            <a:ext cx="10515600" cy="39581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0848241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TW End logo Lt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2821751-ABD0-5A5F-4366-9FD7051B0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57200"/>
            <a:ext cx="10515600" cy="39581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6792189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&amp; Subtitle dark">
    <p:bg>
      <p:bgPr>
        <a:solidFill>
          <a:srgbClr val="0D2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900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857250"/>
            <a:ext cx="1143000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rgbClr val="9FDDFF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F47BF1-E8F3-128F-B5E5-89791A7524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fl" descr="                              Dell - Internal Use - Confidential&#10;">
            <a:extLst>
              <a:ext uri="{FF2B5EF4-FFF2-40B4-BE49-F238E27FC236}">
                <a16:creationId xmlns:a16="http://schemas.microsoft.com/office/drawing/2014/main" id="{92507A2F-675B-8174-CF75-DEE21B7BE36F}"/>
              </a:ext>
            </a:extLst>
          </p:cNvPr>
          <p:cNvSpPr txBox="1"/>
          <p:nvPr userDrawn="1"/>
        </p:nvSpPr>
        <p:spPr>
          <a:xfrm>
            <a:off x="5381061" y="6701002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indent="0" algn="ctr" defTabSz="1219170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0" u="none" baseline="0">
                <a:solidFill>
                  <a:srgbClr val="C8C9C7"/>
                </a:solidFill>
                <a:latin typeface="Arial" panose="020B0604020202020204" pitchFamily="34" charset="0"/>
              </a:rPr>
              <a:t>Copyright © Dell Inc. All Rights Reserved.</a:t>
            </a:r>
          </a:p>
        </p:txBody>
      </p:sp>
      <p:sp>
        <p:nvSpPr>
          <p:cNvPr id="6" name="TextBox 19">
            <a:extLst>
              <a:ext uri="{FF2B5EF4-FFF2-40B4-BE49-F238E27FC236}">
                <a16:creationId xmlns:a16="http://schemas.microsoft.com/office/drawing/2014/main" id="{299758E2-027C-59BE-41B9-F83F881B093C}"/>
              </a:ext>
            </a:extLst>
          </p:cNvPr>
          <p:cNvSpPr txBox="1"/>
          <p:nvPr userDrawn="1"/>
        </p:nvSpPr>
        <p:spPr>
          <a:xfrm>
            <a:off x="5120251" y="6702028"/>
            <a:ext cx="94577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00" b="0" kern="1200" smtClean="0">
                <a:solidFill>
                  <a:srgbClr val="C8C9C7"/>
                </a:solidFill>
                <a:latin typeface="Arial" panose="020B0604020202020204" pitchFamily="34" charset="0"/>
                <a:ea typeface="Arial"/>
                <a:cs typeface="Arial"/>
              </a:rPr>
              <a:pPr algn="r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00" b="0" kern="1200" err="1">
              <a:solidFill>
                <a:srgbClr val="C8C9C7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02769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TW 4 Speakers">
    <p:bg>
      <p:bgPr>
        <a:solidFill>
          <a:srgbClr val="0D2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2D072E0C-8D54-AC68-9121-B4CF1A2832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79256"/>
          <a:stretch/>
        </p:blipFill>
        <p:spPr>
          <a:xfrm rot="10800000">
            <a:off x="-1" y="0"/>
            <a:ext cx="711319" cy="3429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50E026E-B05B-6022-0FBB-417F5FB3B7E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3312539" y="0"/>
            <a:ext cx="3429000" cy="3429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DEAA7E81-041B-3F23-5D20-688A35B10A7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711577" y="0"/>
            <a:ext cx="3429000" cy="3429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252C7E24-138D-7585-E064-76FD44D80B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9241"/>
          <a:stretch/>
        </p:blipFill>
        <p:spPr>
          <a:xfrm rot="10800000">
            <a:off x="-1" y="0"/>
            <a:ext cx="2426333" cy="3429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A9BE48BC-C83F-1C66-2194-C218C028A1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20250" y="0"/>
            <a:ext cx="1714500" cy="3429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34F0120-ADEE-944D-B6AC-AA7B7AEF83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5000"/>
          <a:stretch/>
        </p:blipFill>
        <p:spPr>
          <a:xfrm rot="10800000">
            <a:off x="9620250" y="0"/>
            <a:ext cx="2571750" cy="3429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B9EDF25B-348D-3B75-621C-A28FB8E36A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257" y="0"/>
            <a:ext cx="2571750" cy="3429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49E7DE38-7E20-4752-C950-EACF7F832E3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2853"/>
          <a:stretch/>
        </p:blipFill>
        <p:spPr>
          <a:xfrm>
            <a:off x="-1" y="3429000"/>
            <a:ext cx="1322697" cy="3429000"/>
          </a:xfrm>
          <a:prstGeom prst="rect">
            <a:avLst/>
          </a:prstGeom>
        </p:spPr>
      </p:pic>
      <p:sp>
        <p:nvSpPr>
          <p:cNvPr id="15" name="Picture Placeholder 30">
            <a:extLst>
              <a:ext uri="{FF2B5EF4-FFF2-40B4-BE49-F238E27FC236}">
                <a16:creationId xmlns:a16="http://schemas.microsoft.com/office/drawing/2014/main" id="{AE71E5A6-CDDA-DB1D-3DA7-8BFD95D36BE4}"/>
              </a:ext>
            </a:extLst>
          </p:cNvPr>
          <p:cNvSpPr>
            <a:spLocks noGrp="1"/>
          </p:cNvSpPr>
          <p:nvPr userDrawn="1">
            <p:ph type="pic" sz="quarter" idx="17"/>
          </p:nvPr>
        </p:nvSpPr>
        <p:spPr>
          <a:xfrm>
            <a:off x="374649" y="1426451"/>
            <a:ext cx="2651760" cy="2743200"/>
          </a:xfrm>
          <a:prstGeom prst="rect">
            <a:avLst/>
          </a:prstGeom>
        </p:spPr>
        <p:txBody>
          <a:bodyPr tIns="914400"/>
          <a:lstStyle>
            <a:lvl1pPr>
              <a:defRPr lang="en-US" sz="20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25" name="Picture Placeholder 30">
            <a:extLst>
              <a:ext uri="{FF2B5EF4-FFF2-40B4-BE49-F238E27FC236}">
                <a16:creationId xmlns:a16="http://schemas.microsoft.com/office/drawing/2014/main" id="{46B2CFA7-5D4B-7EF8-E9BA-E2B74C7C497D}"/>
              </a:ext>
            </a:extLst>
          </p:cNvPr>
          <p:cNvSpPr>
            <a:spLocks noGrp="1"/>
          </p:cNvSpPr>
          <p:nvPr userDrawn="1">
            <p:ph type="pic" sz="quarter" idx="20"/>
          </p:nvPr>
        </p:nvSpPr>
        <p:spPr>
          <a:xfrm>
            <a:off x="3315668" y="1426451"/>
            <a:ext cx="2651760" cy="2743200"/>
          </a:xfrm>
          <a:prstGeom prst="rect">
            <a:avLst/>
          </a:prstGeom>
        </p:spPr>
        <p:txBody>
          <a:bodyPr tIns="914400"/>
          <a:lstStyle>
            <a:lvl1pPr>
              <a:defRPr lang="en-US" sz="20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32" name="Picture Placeholder 30">
            <a:extLst>
              <a:ext uri="{FF2B5EF4-FFF2-40B4-BE49-F238E27FC236}">
                <a16:creationId xmlns:a16="http://schemas.microsoft.com/office/drawing/2014/main" id="{0222680F-7BE3-3AE1-6CAD-B7B59B7D242B}"/>
              </a:ext>
            </a:extLst>
          </p:cNvPr>
          <p:cNvSpPr>
            <a:spLocks noGrp="1"/>
          </p:cNvSpPr>
          <p:nvPr userDrawn="1">
            <p:ph type="pic" sz="quarter" idx="23"/>
          </p:nvPr>
        </p:nvSpPr>
        <p:spPr>
          <a:xfrm>
            <a:off x="6256687" y="1426451"/>
            <a:ext cx="2651760" cy="2743200"/>
          </a:xfrm>
          <a:prstGeom prst="rect">
            <a:avLst/>
          </a:prstGeom>
        </p:spPr>
        <p:txBody>
          <a:bodyPr tIns="914400"/>
          <a:lstStyle>
            <a:lvl1pPr>
              <a:defRPr lang="en-US" sz="20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35" name="Picture Placeholder 30">
            <a:extLst>
              <a:ext uri="{FF2B5EF4-FFF2-40B4-BE49-F238E27FC236}">
                <a16:creationId xmlns:a16="http://schemas.microsoft.com/office/drawing/2014/main" id="{4E50CBDD-BB5E-41D7-D74C-5DFA0E1EB151}"/>
              </a:ext>
            </a:extLst>
          </p:cNvPr>
          <p:cNvSpPr>
            <a:spLocks noGrp="1"/>
          </p:cNvSpPr>
          <p:nvPr userDrawn="1">
            <p:ph type="pic" sz="quarter" idx="26"/>
          </p:nvPr>
        </p:nvSpPr>
        <p:spPr>
          <a:xfrm>
            <a:off x="9197706" y="1426451"/>
            <a:ext cx="2651760" cy="2743200"/>
          </a:xfrm>
          <a:prstGeom prst="rect">
            <a:avLst/>
          </a:prstGeom>
        </p:spPr>
        <p:txBody>
          <a:bodyPr tIns="914400"/>
          <a:lstStyle>
            <a:lvl1pPr>
              <a:defRPr lang="en-US" sz="20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3B0C5154-1A5D-9466-E6F9-26025E432930}"/>
              </a:ext>
            </a:extLst>
          </p:cNvPr>
          <p:cNvSpPr>
            <a:spLocks noGrp="1"/>
          </p:cNvSpPr>
          <p:nvPr userDrawn="1">
            <p:ph type="body" sz="quarter" idx="35" hasCustomPrompt="1"/>
          </p:nvPr>
        </p:nvSpPr>
        <p:spPr>
          <a:xfrm>
            <a:off x="374649" y="4313369"/>
            <a:ext cx="2651760" cy="4431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2"/>
                </a:solidFill>
              </a:defRPr>
            </a:lvl1pPr>
            <a:lvl2pPr marL="457226" indent="0">
              <a:buNone/>
              <a:defRPr/>
            </a:lvl2pPr>
            <a:lvl3pPr marL="914450" indent="0">
              <a:buNone/>
              <a:defRPr/>
            </a:lvl3pPr>
            <a:lvl4pPr marL="1371676" indent="0">
              <a:buNone/>
              <a:defRPr/>
            </a:lvl4pPr>
            <a:lvl5pPr marL="1828902" indent="0">
              <a:buNone/>
              <a:defRPr/>
            </a:lvl5pPr>
          </a:lstStyle>
          <a:p>
            <a:pPr lvl="0"/>
            <a:r>
              <a:rPr lang="en-US"/>
              <a:t>Name Here</a:t>
            </a:r>
          </a:p>
        </p:txBody>
      </p:sp>
      <p:sp>
        <p:nvSpPr>
          <p:cNvPr id="49" name="Text Placeholder 47">
            <a:extLst>
              <a:ext uri="{FF2B5EF4-FFF2-40B4-BE49-F238E27FC236}">
                <a16:creationId xmlns:a16="http://schemas.microsoft.com/office/drawing/2014/main" id="{1CBBC0B6-6B50-4D1D-411A-FAB2052A0EB8}"/>
              </a:ext>
            </a:extLst>
          </p:cNvPr>
          <p:cNvSpPr>
            <a:spLocks noGrp="1"/>
          </p:cNvSpPr>
          <p:nvPr userDrawn="1">
            <p:ph type="body" sz="quarter" idx="36" hasCustomPrompt="1"/>
          </p:nvPr>
        </p:nvSpPr>
        <p:spPr>
          <a:xfrm>
            <a:off x="3315668" y="4313369"/>
            <a:ext cx="2651760" cy="4431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2"/>
                </a:solidFill>
              </a:defRPr>
            </a:lvl1pPr>
            <a:lvl2pPr marL="457226" indent="0">
              <a:buNone/>
              <a:defRPr/>
            </a:lvl2pPr>
            <a:lvl3pPr marL="914450" indent="0">
              <a:buNone/>
              <a:defRPr/>
            </a:lvl3pPr>
            <a:lvl4pPr marL="1371676" indent="0">
              <a:buNone/>
              <a:defRPr/>
            </a:lvl4pPr>
            <a:lvl5pPr marL="1828902" indent="0">
              <a:buNone/>
              <a:defRPr/>
            </a:lvl5pPr>
          </a:lstStyle>
          <a:p>
            <a:pPr lvl="0"/>
            <a:r>
              <a:rPr lang="en-US"/>
              <a:t>Name Here</a:t>
            </a:r>
          </a:p>
        </p:txBody>
      </p:sp>
      <p:sp>
        <p:nvSpPr>
          <p:cNvPr id="50" name="Text Placeholder 47">
            <a:extLst>
              <a:ext uri="{FF2B5EF4-FFF2-40B4-BE49-F238E27FC236}">
                <a16:creationId xmlns:a16="http://schemas.microsoft.com/office/drawing/2014/main" id="{57D7DA25-F238-5B9C-70BC-E3840ED43F40}"/>
              </a:ext>
            </a:extLst>
          </p:cNvPr>
          <p:cNvSpPr>
            <a:spLocks noGrp="1"/>
          </p:cNvSpPr>
          <p:nvPr userDrawn="1">
            <p:ph type="body" sz="quarter" idx="37" hasCustomPrompt="1"/>
          </p:nvPr>
        </p:nvSpPr>
        <p:spPr>
          <a:xfrm>
            <a:off x="6256686" y="4313369"/>
            <a:ext cx="2651760" cy="4431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2"/>
                </a:solidFill>
              </a:defRPr>
            </a:lvl1pPr>
            <a:lvl2pPr marL="457226" indent="0">
              <a:buNone/>
              <a:defRPr/>
            </a:lvl2pPr>
            <a:lvl3pPr marL="914450" indent="0">
              <a:buNone/>
              <a:defRPr/>
            </a:lvl3pPr>
            <a:lvl4pPr marL="1371676" indent="0">
              <a:buNone/>
              <a:defRPr/>
            </a:lvl4pPr>
            <a:lvl5pPr marL="1828902" indent="0">
              <a:buNone/>
              <a:defRPr/>
            </a:lvl5pPr>
          </a:lstStyle>
          <a:p>
            <a:pPr lvl="0"/>
            <a:r>
              <a:rPr lang="en-US"/>
              <a:t>Name Here</a:t>
            </a:r>
          </a:p>
        </p:txBody>
      </p:sp>
      <p:sp>
        <p:nvSpPr>
          <p:cNvPr id="51" name="Text Placeholder 47">
            <a:extLst>
              <a:ext uri="{FF2B5EF4-FFF2-40B4-BE49-F238E27FC236}">
                <a16:creationId xmlns:a16="http://schemas.microsoft.com/office/drawing/2014/main" id="{DCDBCE58-CE86-CBD3-1B52-8AD1F87D9E11}"/>
              </a:ext>
            </a:extLst>
          </p:cNvPr>
          <p:cNvSpPr>
            <a:spLocks noGrp="1"/>
          </p:cNvSpPr>
          <p:nvPr userDrawn="1">
            <p:ph type="body" sz="quarter" idx="38" hasCustomPrompt="1"/>
          </p:nvPr>
        </p:nvSpPr>
        <p:spPr>
          <a:xfrm>
            <a:off x="9197706" y="4313369"/>
            <a:ext cx="2651760" cy="4431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2"/>
                </a:solidFill>
              </a:defRPr>
            </a:lvl1pPr>
            <a:lvl2pPr marL="457226" indent="0">
              <a:buNone/>
              <a:defRPr/>
            </a:lvl2pPr>
            <a:lvl3pPr marL="914450" indent="0">
              <a:buNone/>
              <a:defRPr/>
            </a:lvl3pPr>
            <a:lvl4pPr marL="1371676" indent="0">
              <a:buNone/>
              <a:defRPr/>
            </a:lvl4pPr>
            <a:lvl5pPr marL="1828902" indent="0">
              <a:buNone/>
              <a:defRPr/>
            </a:lvl5pPr>
          </a:lstStyle>
          <a:p>
            <a:pPr lvl="0"/>
            <a:r>
              <a:rPr lang="en-US"/>
              <a:t>Name Here</a:t>
            </a:r>
          </a:p>
        </p:txBody>
      </p:sp>
      <p:sp>
        <p:nvSpPr>
          <p:cNvPr id="52" name="Text Placeholder 47">
            <a:extLst>
              <a:ext uri="{FF2B5EF4-FFF2-40B4-BE49-F238E27FC236}">
                <a16:creationId xmlns:a16="http://schemas.microsoft.com/office/drawing/2014/main" id="{2CB9F6E1-5AEB-8EC2-2321-3D735ABF9CDC}"/>
              </a:ext>
            </a:extLst>
          </p:cNvPr>
          <p:cNvSpPr>
            <a:spLocks noGrp="1"/>
          </p:cNvSpPr>
          <p:nvPr userDrawn="1">
            <p:ph type="body" sz="quarter" idx="39" hasCustomPrompt="1"/>
          </p:nvPr>
        </p:nvSpPr>
        <p:spPr>
          <a:xfrm>
            <a:off x="374649" y="4759805"/>
            <a:ext cx="2651760" cy="67174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400">
                <a:solidFill>
                  <a:srgbClr val="3FCDD9"/>
                </a:solidFill>
              </a:defRPr>
            </a:lvl1pPr>
            <a:lvl2pPr marL="457226" indent="0">
              <a:buNone/>
              <a:defRPr/>
            </a:lvl2pPr>
            <a:lvl3pPr marL="914450" indent="0">
              <a:buNone/>
              <a:defRPr/>
            </a:lvl3pPr>
            <a:lvl4pPr marL="1371676" indent="0">
              <a:buNone/>
              <a:defRPr/>
            </a:lvl4pPr>
            <a:lvl5pPr marL="1828902" indent="0">
              <a:buNone/>
              <a:defRPr/>
            </a:lvl5pPr>
          </a:lstStyle>
          <a:p>
            <a:r>
              <a:rPr lang="en-US"/>
              <a:t>Title Here</a:t>
            </a:r>
          </a:p>
          <a:p>
            <a:r>
              <a:rPr lang="en-US"/>
              <a:t>Company Name</a:t>
            </a:r>
          </a:p>
        </p:txBody>
      </p:sp>
      <p:sp>
        <p:nvSpPr>
          <p:cNvPr id="53" name="Text Placeholder 47">
            <a:extLst>
              <a:ext uri="{FF2B5EF4-FFF2-40B4-BE49-F238E27FC236}">
                <a16:creationId xmlns:a16="http://schemas.microsoft.com/office/drawing/2014/main" id="{14761195-0FEE-24D8-E723-2AA38D1719C8}"/>
              </a:ext>
            </a:extLst>
          </p:cNvPr>
          <p:cNvSpPr>
            <a:spLocks noGrp="1"/>
          </p:cNvSpPr>
          <p:nvPr userDrawn="1">
            <p:ph type="body" sz="quarter" idx="40" hasCustomPrompt="1"/>
          </p:nvPr>
        </p:nvSpPr>
        <p:spPr>
          <a:xfrm>
            <a:off x="3315666" y="4759805"/>
            <a:ext cx="2651760" cy="67174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400">
                <a:solidFill>
                  <a:srgbClr val="3FCDD9"/>
                </a:solidFill>
              </a:defRPr>
            </a:lvl1pPr>
            <a:lvl2pPr marL="457226" indent="0">
              <a:buNone/>
              <a:defRPr/>
            </a:lvl2pPr>
            <a:lvl3pPr marL="914450" indent="0">
              <a:buNone/>
              <a:defRPr/>
            </a:lvl3pPr>
            <a:lvl4pPr marL="1371676" indent="0">
              <a:buNone/>
              <a:defRPr/>
            </a:lvl4pPr>
            <a:lvl5pPr marL="1828902" indent="0">
              <a:buNone/>
              <a:defRPr/>
            </a:lvl5pPr>
          </a:lstStyle>
          <a:p>
            <a:r>
              <a:rPr lang="en-US"/>
              <a:t>Title Here</a:t>
            </a:r>
          </a:p>
          <a:p>
            <a:r>
              <a:rPr lang="en-US"/>
              <a:t>Company Name</a:t>
            </a:r>
          </a:p>
        </p:txBody>
      </p: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4F5B03CA-FCD0-CCD1-3F08-945897A9DF5D}"/>
              </a:ext>
            </a:extLst>
          </p:cNvPr>
          <p:cNvSpPr>
            <a:spLocks noGrp="1"/>
          </p:cNvSpPr>
          <p:nvPr userDrawn="1">
            <p:ph type="body" sz="quarter" idx="41" hasCustomPrompt="1"/>
          </p:nvPr>
        </p:nvSpPr>
        <p:spPr>
          <a:xfrm>
            <a:off x="6256686" y="4759805"/>
            <a:ext cx="2651760" cy="67174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400">
                <a:solidFill>
                  <a:srgbClr val="3FCDD9"/>
                </a:solidFill>
              </a:defRPr>
            </a:lvl1pPr>
            <a:lvl2pPr marL="457226" indent="0">
              <a:buNone/>
              <a:defRPr/>
            </a:lvl2pPr>
            <a:lvl3pPr marL="914450" indent="0">
              <a:buNone/>
              <a:defRPr/>
            </a:lvl3pPr>
            <a:lvl4pPr marL="1371676" indent="0">
              <a:buNone/>
              <a:defRPr/>
            </a:lvl4pPr>
            <a:lvl5pPr marL="1828902" indent="0">
              <a:buNone/>
              <a:defRPr/>
            </a:lvl5pPr>
          </a:lstStyle>
          <a:p>
            <a:r>
              <a:rPr lang="en-US"/>
              <a:t>Title Here</a:t>
            </a:r>
          </a:p>
          <a:p>
            <a:r>
              <a:rPr lang="en-US"/>
              <a:t>Company Name</a:t>
            </a:r>
          </a:p>
        </p:txBody>
      </p:sp>
      <p:sp>
        <p:nvSpPr>
          <p:cNvPr id="55" name="Text Placeholder 47">
            <a:extLst>
              <a:ext uri="{FF2B5EF4-FFF2-40B4-BE49-F238E27FC236}">
                <a16:creationId xmlns:a16="http://schemas.microsoft.com/office/drawing/2014/main" id="{0B14D075-0F33-BE43-0960-4F266603E77B}"/>
              </a:ext>
            </a:extLst>
          </p:cNvPr>
          <p:cNvSpPr>
            <a:spLocks noGrp="1"/>
          </p:cNvSpPr>
          <p:nvPr userDrawn="1">
            <p:ph type="body" sz="quarter" idx="42" hasCustomPrompt="1"/>
          </p:nvPr>
        </p:nvSpPr>
        <p:spPr>
          <a:xfrm>
            <a:off x="9197703" y="4759805"/>
            <a:ext cx="2651760" cy="67174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400">
                <a:solidFill>
                  <a:srgbClr val="3FCDD9"/>
                </a:solidFill>
              </a:defRPr>
            </a:lvl1pPr>
            <a:lvl2pPr marL="457226" indent="0">
              <a:buNone/>
              <a:defRPr/>
            </a:lvl2pPr>
            <a:lvl3pPr marL="914450" indent="0">
              <a:buNone/>
              <a:defRPr/>
            </a:lvl3pPr>
            <a:lvl4pPr marL="1371676" indent="0">
              <a:buNone/>
              <a:defRPr/>
            </a:lvl4pPr>
            <a:lvl5pPr marL="1828902" indent="0">
              <a:buNone/>
              <a:defRPr/>
            </a:lvl5pPr>
          </a:lstStyle>
          <a:p>
            <a:r>
              <a:rPr lang="en-US"/>
              <a:t>Title Here</a:t>
            </a:r>
          </a:p>
          <a:p>
            <a:r>
              <a:rPr lang="en-US"/>
              <a:t>Company Name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0E7A7AC-AAE7-4345-E8CD-B827AB1C8A7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42900"/>
            <a:ext cx="98298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C89BD84-CDDD-7215-D8E1-9292F5EC0B68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381000" y="857250"/>
            <a:ext cx="982980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26" indent="0" algn="ctr">
              <a:buNone/>
              <a:defRPr sz="2000"/>
            </a:lvl2pPr>
            <a:lvl3pPr marL="914450" indent="0" algn="ctr">
              <a:buNone/>
              <a:defRPr sz="1800"/>
            </a:lvl3pPr>
            <a:lvl4pPr marL="1371676" indent="0" algn="ctr">
              <a:buNone/>
              <a:defRPr sz="1600"/>
            </a:lvl4pPr>
            <a:lvl5pPr marL="1828900" indent="0" algn="ctr">
              <a:buNone/>
              <a:defRPr sz="1600"/>
            </a:lvl5pPr>
            <a:lvl6pPr marL="2286126" indent="0" algn="ctr">
              <a:buNone/>
              <a:defRPr sz="1600"/>
            </a:lvl6pPr>
            <a:lvl7pPr marL="2743350" indent="0" algn="ctr">
              <a:buNone/>
              <a:defRPr sz="1600"/>
            </a:lvl7pPr>
            <a:lvl8pPr marL="3200576" indent="0" algn="ctr">
              <a:buNone/>
              <a:defRPr sz="1600"/>
            </a:lvl8pPr>
            <a:lvl9pPr marL="3657802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2D2960-0155-76F2-62AC-F9A7DECD4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79" y="6451744"/>
            <a:ext cx="1438656" cy="18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7740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0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901"/>
            <a:ext cx="11430000" cy="443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39431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op bar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483" y="342900"/>
            <a:ext cx="7237517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A8A050-048C-CFC3-6C46-F2D6838033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fl" descr="                              Dell - Internal Use - Confidential&#10;">
            <a:extLst>
              <a:ext uri="{FF2B5EF4-FFF2-40B4-BE49-F238E27FC236}">
                <a16:creationId xmlns:a16="http://schemas.microsoft.com/office/drawing/2014/main" id="{5A3B1B31-3139-2F42-550C-BC67A0DCE019}"/>
              </a:ext>
            </a:extLst>
          </p:cNvPr>
          <p:cNvSpPr txBox="1"/>
          <p:nvPr userDrawn="1"/>
        </p:nvSpPr>
        <p:spPr>
          <a:xfrm>
            <a:off x="5381061" y="6701002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indent="0" algn="ctr" defTabSz="1219170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0" u="none" baseline="0">
                <a:solidFill>
                  <a:srgbClr val="808080"/>
                </a:solidFill>
                <a:latin typeface="Arial" panose="020B0604020202020204" pitchFamily="34" charset="0"/>
              </a:rPr>
              <a:t>Copyright © Dell Inc. All Rights Reserved.</a:t>
            </a:r>
          </a:p>
        </p:txBody>
      </p:sp>
      <p:sp>
        <p:nvSpPr>
          <p:cNvPr id="6" name="TextBox 19">
            <a:extLst>
              <a:ext uri="{FF2B5EF4-FFF2-40B4-BE49-F238E27FC236}">
                <a16:creationId xmlns:a16="http://schemas.microsoft.com/office/drawing/2014/main" id="{9B63BCBE-1E58-B204-A01E-CA77F258FC71}"/>
              </a:ext>
            </a:extLst>
          </p:cNvPr>
          <p:cNvSpPr txBox="1"/>
          <p:nvPr userDrawn="1"/>
        </p:nvSpPr>
        <p:spPr>
          <a:xfrm>
            <a:off x="5120251" y="6702028"/>
            <a:ext cx="94577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00" b="0" kern="1200" smtClean="0">
                <a:solidFill>
                  <a:srgbClr val="808080"/>
                </a:solidFill>
                <a:latin typeface="Arial" panose="020B0604020202020204" pitchFamily="34" charset="0"/>
                <a:ea typeface="Arial"/>
                <a:cs typeface="Arial"/>
              </a:rPr>
              <a:pPr algn="r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00" b="0" kern="1200" err="1">
              <a:solidFill>
                <a:srgbClr val="80808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MSIPCMContentMarking" descr="{&quot;HashCode&quot;:-1876667767,&quot;Placement&quot;:&quot;Footer&quot;,&quot;Top&quot;:523.380066,&quot;Left&quot;:0.0,&quot;SlideWidth&quot;:960,&quot;SlideHeight&quot;:540}">
            <a:extLst>
              <a:ext uri="{FF2B5EF4-FFF2-40B4-BE49-F238E27FC236}">
                <a16:creationId xmlns:a16="http://schemas.microsoft.com/office/drawing/2014/main" id="{D64F3E9A-C47D-B40F-FB5D-A3A5708E9073}"/>
              </a:ext>
            </a:extLst>
          </p:cNvPr>
          <p:cNvSpPr txBox="1"/>
          <p:nvPr userDrawn="1"/>
        </p:nvSpPr>
        <p:spPr>
          <a:xfrm>
            <a:off x="0" y="6698602"/>
            <a:ext cx="1185008" cy="107722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marR="0" indent="0" algn="ctr" defTabSz="1219170" fontAlgn="base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 sz="600" b="0" i="0" u="none" baseline="0">
                <a:solidFill>
                  <a:srgbClr val="80808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Internal Use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2638864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subtitle blue bkg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430000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F479E468-6868-49F5-A2F3-67A0B4D943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855741"/>
            <a:ext cx="11430000" cy="2872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fl" descr="                              Dell - Internal Use - Confidential&#10;">
            <a:extLst>
              <a:ext uri="{FF2B5EF4-FFF2-40B4-BE49-F238E27FC236}">
                <a16:creationId xmlns:a16="http://schemas.microsoft.com/office/drawing/2014/main" id="{9CC4FEB6-042A-C44B-105B-FC59DF2B5D59}"/>
              </a:ext>
            </a:extLst>
          </p:cNvPr>
          <p:cNvSpPr txBox="1"/>
          <p:nvPr userDrawn="1"/>
        </p:nvSpPr>
        <p:spPr>
          <a:xfrm>
            <a:off x="5381061" y="6701002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indent="0" algn="ctr" defTabSz="1219170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0" u="none" baseline="0">
                <a:solidFill>
                  <a:schemeClr val="tx2"/>
                </a:solidFill>
                <a:latin typeface="Arial" panose="020B0604020202020204" pitchFamily="34" charset="0"/>
              </a:rPr>
              <a:t>Copyright © Dell Inc. All Rights Reserved.</a:t>
            </a:r>
          </a:p>
        </p:txBody>
      </p:sp>
      <p:sp>
        <p:nvSpPr>
          <p:cNvPr id="8" name="TextBox 19">
            <a:extLst>
              <a:ext uri="{FF2B5EF4-FFF2-40B4-BE49-F238E27FC236}">
                <a16:creationId xmlns:a16="http://schemas.microsoft.com/office/drawing/2014/main" id="{0EB5D8FF-E191-5887-1D35-7B46E1BCD755}"/>
              </a:ext>
            </a:extLst>
          </p:cNvPr>
          <p:cNvSpPr txBox="1"/>
          <p:nvPr userDrawn="1"/>
        </p:nvSpPr>
        <p:spPr>
          <a:xfrm>
            <a:off x="5120251" y="6702028"/>
            <a:ext cx="94577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00" b="0" kern="1200" smtClean="0">
                <a:solidFill>
                  <a:schemeClr val="tx2"/>
                </a:solidFill>
                <a:latin typeface="Arial" panose="020B0604020202020204" pitchFamily="34" charset="0"/>
                <a:ea typeface="Arial"/>
                <a:cs typeface="Arial"/>
              </a:rPr>
              <a:pPr algn="r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00" b="0" kern="1200" err="1">
              <a:solidFill>
                <a:schemeClr val="tx2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569585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Subtitle light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900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857250"/>
            <a:ext cx="1143000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93108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DTW Pain Poin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0F93B60-6E9C-350A-355F-A11C36D4D7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0" y="0"/>
            <a:ext cx="78105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986ABF9-CF19-7674-4899-E5358F3C14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403079" y="6452917"/>
            <a:ext cx="1438656" cy="184678"/>
          </a:xfrm>
          <a:prstGeom prst="rect">
            <a:avLst/>
          </a:prstGeom>
        </p:spPr>
      </p:pic>
      <p:sp>
        <p:nvSpPr>
          <p:cNvPr id="4" name="fl" descr="                              Dell - Internal Use - Confidential&#10;">
            <a:extLst>
              <a:ext uri="{FF2B5EF4-FFF2-40B4-BE49-F238E27FC236}">
                <a16:creationId xmlns:a16="http://schemas.microsoft.com/office/drawing/2014/main" id="{4EA820BA-592D-36AF-6B18-861396FA1F4E}"/>
              </a:ext>
            </a:extLst>
          </p:cNvPr>
          <p:cNvSpPr txBox="1"/>
          <p:nvPr userDrawn="1"/>
        </p:nvSpPr>
        <p:spPr>
          <a:xfrm>
            <a:off x="5381061" y="6701003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lvl="0" indent="0" algn="ctr" defTabSz="1219268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/>
              </a:rPr>
              <a:t>Copyright © Dell Inc. All Rights Reserved.</a:t>
            </a:r>
          </a:p>
        </p:txBody>
      </p:sp>
      <p:sp>
        <p:nvSpPr>
          <p:cNvPr id="5" name="TextBox 19">
            <a:extLst>
              <a:ext uri="{FF2B5EF4-FFF2-40B4-BE49-F238E27FC236}">
                <a16:creationId xmlns:a16="http://schemas.microsoft.com/office/drawing/2014/main" id="{7EEB4D06-1765-FE02-2981-BEBD4E0D3031}"/>
              </a:ext>
            </a:extLst>
          </p:cNvPr>
          <p:cNvSpPr txBox="1"/>
          <p:nvPr userDrawn="1"/>
        </p:nvSpPr>
        <p:spPr>
          <a:xfrm>
            <a:off x="5120251" y="6702028"/>
            <a:ext cx="94578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9pPr>
          </a:lstStyle>
          <a:p>
            <a:pPr marL="0" marR="0" lvl="0" indent="0" algn="r" defTabSz="914231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672CB"/>
              </a:buClr>
              <a:buSzTx/>
              <a:buFontTx/>
              <a:buNone/>
              <a:tabLst/>
              <a:defRPr/>
            </a:pPr>
            <a:fld id="{58EC7406-F4CC-4ABF-902E-2AF4E70E5C0F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/>
              </a:rPr>
              <a:pPr marL="0" marR="0" lvl="0" indent="0" algn="r" defTabSz="914231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672CB"/>
                </a:buClr>
                <a:buSzTx/>
                <a:buFontTx/>
                <a:buNone/>
                <a:tabLst/>
                <a:defRPr/>
              </a:pPr>
              <a:t>‹#›</a:t>
            </a:fld>
            <a:endParaRPr kumimoji="0" lang="en-US" sz="600" b="0" i="0" u="none" strike="noStrike" kern="1200" cap="none" spc="0" normalizeH="0" baseline="0" noProof="0" err="1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135E8B6-F780-24B4-A765-F7F2E4FC9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2" y="342900"/>
            <a:ext cx="7240556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39BBD18-4B7B-9BE4-F6DD-5E68206D56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487" y="857250"/>
            <a:ext cx="7237724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rgbClr val="9FDDFF"/>
                </a:solidFill>
                <a:latin typeface="Arial" panose="020B0604020202020204" pitchFamily="34" charset="0"/>
              </a:defRPr>
            </a:lvl1pPr>
            <a:lvl2pPr marL="457226" indent="0" algn="ctr">
              <a:buNone/>
              <a:defRPr sz="2000"/>
            </a:lvl2pPr>
            <a:lvl3pPr marL="914450" indent="0" algn="ctr">
              <a:buNone/>
              <a:defRPr sz="1800"/>
            </a:lvl3pPr>
            <a:lvl4pPr marL="1371676" indent="0" algn="ctr">
              <a:buNone/>
              <a:defRPr sz="1600"/>
            </a:lvl4pPr>
            <a:lvl5pPr marL="1828900" indent="0" algn="ctr">
              <a:buNone/>
              <a:defRPr sz="1600"/>
            </a:lvl5pPr>
            <a:lvl6pPr marL="2286126" indent="0" algn="ctr">
              <a:buNone/>
              <a:defRPr sz="1600"/>
            </a:lvl6pPr>
            <a:lvl7pPr marL="2743350" indent="0" algn="ctr">
              <a:buNone/>
              <a:defRPr sz="1600"/>
            </a:lvl7pPr>
            <a:lvl8pPr marL="3200576" indent="0" algn="ctr">
              <a:buNone/>
              <a:defRPr sz="1600"/>
            </a:lvl8pPr>
            <a:lvl9pPr marL="3657802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6196726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DTW Pain Poin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D349317-F9F7-8D28-ECE3-62DBA3ED4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1463" y="5192750"/>
            <a:ext cx="7751309" cy="1679186"/>
          </a:xfrm>
          <a:prstGeom prst="rect">
            <a:avLst/>
          </a:prstGeom>
          <a:solidFill>
            <a:srgbClr val="9FDDF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32"/>
            <a:endParaRPr lang="en-US" sz="160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0F93B60-6E9C-350A-355F-A11C36D4D7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0" y="0"/>
            <a:ext cx="7810500" cy="6858000"/>
          </a:xfrm>
          <a:prstGeom prst="rect">
            <a:avLst/>
          </a:prstGeom>
        </p:spPr>
      </p:pic>
      <p:sp>
        <p:nvSpPr>
          <p:cNvPr id="4" name="fl" descr="                              Dell - Internal Use - Confidential&#10;">
            <a:extLst>
              <a:ext uri="{FF2B5EF4-FFF2-40B4-BE49-F238E27FC236}">
                <a16:creationId xmlns:a16="http://schemas.microsoft.com/office/drawing/2014/main" id="{4EA820BA-592D-36AF-6B18-861396FA1F4E}"/>
              </a:ext>
            </a:extLst>
          </p:cNvPr>
          <p:cNvSpPr txBox="1"/>
          <p:nvPr userDrawn="1"/>
        </p:nvSpPr>
        <p:spPr>
          <a:xfrm>
            <a:off x="5381061" y="6701003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lvl="0" indent="0" algn="ctr" defTabSz="1219268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/>
              </a:rPr>
              <a:t>Copyright © Dell Inc. All Rights Reserved.</a:t>
            </a:r>
          </a:p>
        </p:txBody>
      </p:sp>
      <p:sp>
        <p:nvSpPr>
          <p:cNvPr id="5" name="TextBox 19">
            <a:extLst>
              <a:ext uri="{FF2B5EF4-FFF2-40B4-BE49-F238E27FC236}">
                <a16:creationId xmlns:a16="http://schemas.microsoft.com/office/drawing/2014/main" id="{7EEB4D06-1765-FE02-2981-BEBD4E0D3031}"/>
              </a:ext>
            </a:extLst>
          </p:cNvPr>
          <p:cNvSpPr txBox="1"/>
          <p:nvPr userDrawn="1"/>
        </p:nvSpPr>
        <p:spPr>
          <a:xfrm>
            <a:off x="5120251" y="6702028"/>
            <a:ext cx="94578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9pPr>
          </a:lstStyle>
          <a:p>
            <a:pPr marL="0" marR="0" lvl="0" indent="0" algn="r" defTabSz="914231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672CB"/>
              </a:buClr>
              <a:buSzTx/>
              <a:buFontTx/>
              <a:buNone/>
              <a:tabLst/>
              <a:defRPr/>
            </a:pPr>
            <a:fld id="{58EC7406-F4CC-4ABF-902E-2AF4E70E5C0F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/>
              </a:rPr>
              <a:pPr marL="0" marR="0" lvl="0" indent="0" algn="r" defTabSz="914231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672CB"/>
                </a:buClr>
                <a:buSzTx/>
                <a:buFontTx/>
                <a:buNone/>
                <a:tabLst/>
                <a:defRPr/>
              </a:pPr>
              <a:t>‹#›</a:t>
            </a:fld>
            <a:endParaRPr kumimoji="0" lang="en-US" sz="600" b="0" i="0" u="none" strike="noStrike" kern="1200" cap="none" spc="0" normalizeH="0" baseline="0" noProof="0" err="1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135E8B6-F780-24B4-A765-F7F2E4FC9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2" y="342900"/>
            <a:ext cx="7240556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39BBD18-4B7B-9BE4-F6DD-5E68206D56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487" y="857250"/>
            <a:ext cx="7237724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rgbClr val="9FDDFF"/>
                </a:solidFill>
                <a:latin typeface="Arial" panose="020B0604020202020204" pitchFamily="34" charset="0"/>
              </a:defRPr>
            </a:lvl1pPr>
            <a:lvl2pPr marL="457226" indent="0" algn="ctr">
              <a:buNone/>
              <a:defRPr sz="2000"/>
            </a:lvl2pPr>
            <a:lvl3pPr marL="914450" indent="0" algn="ctr">
              <a:buNone/>
              <a:defRPr sz="1800"/>
            </a:lvl3pPr>
            <a:lvl4pPr marL="1371676" indent="0" algn="ctr">
              <a:buNone/>
              <a:defRPr sz="1600"/>
            </a:lvl4pPr>
            <a:lvl5pPr marL="1828900" indent="0" algn="ctr">
              <a:buNone/>
              <a:defRPr sz="1600"/>
            </a:lvl5pPr>
            <a:lvl6pPr marL="2286126" indent="0" algn="ctr">
              <a:buNone/>
              <a:defRPr sz="1600"/>
            </a:lvl6pPr>
            <a:lvl7pPr marL="2743350" indent="0" algn="ctr">
              <a:buNone/>
              <a:defRPr sz="1600"/>
            </a:lvl7pPr>
            <a:lvl8pPr marL="3200576" indent="0" algn="ctr">
              <a:buNone/>
              <a:defRPr sz="1600"/>
            </a:lvl8pPr>
            <a:lvl9pPr marL="3657802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7276301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381000" y="4204926"/>
            <a:ext cx="7971108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5D8143-A159-4278-916B-DB3850ADE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3429001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1738314"/>
            <a:ext cx="7969282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094033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381000" y="4204926"/>
            <a:ext cx="7971108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5D8143-A159-4278-916B-DB3850ADE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3429001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1738314"/>
            <a:ext cx="7969282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effectLst>
                  <a:glow rad="127000">
                    <a:srgbClr val="0D32A4"/>
                  </a:glow>
                </a:effectLst>
                <a:latin typeface="Arial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1587211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59" y="5090336"/>
            <a:ext cx="9715500" cy="74789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lnSpc>
                <a:spcPct val="90000"/>
              </a:lnSpc>
              <a:defRPr sz="5400">
                <a:solidFill>
                  <a:srgbClr val="E5F8FF"/>
                </a:solidFill>
                <a:latin typeface="Arial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E00A8F-8F29-4705-8469-E9075A8C1B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43900" y="914400"/>
            <a:ext cx="3467100" cy="2514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defRPr sz="2000">
                <a:solidFill>
                  <a:schemeClr val="tx2"/>
                </a:solidFill>
              </a:defRPr>
            </a:lvl1pPr>
            <a:lvl2pPr marL="741371" indent="-284166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Arial" panose="020B0604020202020204" pitchFamily="34" charset="0"/>
              <a:buChar char="–"/>
              <a:defRPr sz="1800">
                <a:solidFill>
                  <a:schemeClr val="tx2"/>
                </a:solidFill>
              </a:defRPr>
            </a:lvl2pPr>
            <a:lvl3pPr marL="1142982" indent="-228597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546452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4343402"/>
            <a:ext cx="8027894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B0BFDB-C4BC-4E6F-8090-A00E82B41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30D4F-5FE4-4AA6-812B-A00AFC98112E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04177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7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blu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595505"/>
            <a:ext cx="4457700" cy="224369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B0BFDB-C4BC-4E6F-8090-A00E82B41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30D4F-5FE4-4AA6-812B-A00AFC98112E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1066800" y="349478"/>
            <a:ext cx="3771901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915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7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5F8FF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2"/>
            <a:ext cx="83439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1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7245915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blue w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5F8FF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80C7FB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1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8FAF2F2-81F0-496C-EB9C-AD35CB4996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09900" y="0"/>
            <a:ext cx="918210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0353502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2370DD2-DBFE-499C-8B5D-257216661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483" y="800101"/>
            <a:ext cx="3999017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4438651" y="2228852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552450" y="2228852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8324850" y="2228852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E98A6F-4362-4A68-979C-B344868D9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708182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556" y="3438305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rgbClr val="E5F8FF"/>
                </a:solidFill>
                <a:latin typeface="Arial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CBAE8D-A442-4706-952E-6CCFA561B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98556" y="29146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021891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w/pattern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61E767C-1F50-4D42-AF6A-E15CED75F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718279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w/photo half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0D32A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22707C3E-AA17-F74E-2CC0-F61663C5E36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1" y="3829050"/>
            <a:ext cx="5715000" cy="23431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2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0C7FB"/>
              </a:buClr>
              <a:buFont typeface="Arial" panose="020B0604020202020204" pitchFamily="34" charset="0"/>
              <a:buChar char="•"/>
              <a:defRPr sz="1600" b="0">
                <a:solidFill>
                  <a:schemeClr val="tx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0C7FB"/>
              </a:buClr>
              <a:buFont typeface="Arial" panose="020B0604020202020204" pitchFamily="34" charset="0"/>
              <a:buChar char="–"/>
              <a:defRPr sz="1200" b="0">
                <a:solidFill>
                  <a:schemeClr val="tx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EC10F5B-4C21-AEA3-115E-942A040690DC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1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4412180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8001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4FFD6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AEE0513-2CC5-4407-B582-332F61D6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35CD5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581EB6DF-C2AD-463C-A014-FD1AA6D95B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7335049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green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  <a:effectLst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5715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4FFD6"/>
                </a:solidFill>
                <a:effectLst>
                  <a:glow rad="127000">
                    <a:srgbClr val="247554"/>
                  </a:glow>
                </a:effectLst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AEE0513-2CC5-4407-B582-332F61D6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37CC5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581EB6DF-C2AD-463C-A014-FD1AA6D95B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7174890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0101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4FFD6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2"/>
            <a:ext cx="83820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9FFF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1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9FFF99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81484208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green w/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0101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4FFD6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9FFF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1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9FFF99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FF4B414-00F5-1172-09E9-197EF6C8CF8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09900" y="0"/>
            <a:ext cx="918210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08875200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gree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17DF1CB-5F39-48E0-B2DB-764E018FDB2D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24473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2" y="800101"/>
            <a:ext cx="4000500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4438651" y="2228852"/>
            <a:ext cx="3314700" cy="3314700"/>
          </a:xfrm>
          <a:prstGeom prst="rect">
            <a:avLst/>
          </a:prstGeom>
          <a:solidFill>
            <a:srgbClr val="E4FFD6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552450" y="2228852"/>
            <a:ext cx="3314700" cy="3314700"/>
          </a:xfrm>
          <a:prstGeom prst="rect">
            <a:avLst/>
          </a:prstGeom>
          <a:solidFill>
            <a:srgbClr val="E4FFD6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8324850" y="2228852"/>
            <a:ext cx="3314700" cy="3314700"/>
          </a:xfrm>
          <a:prstGeom prst="rect">
            <a:avLst/>
          </a:prstGeom>
          <a:solidFill>
            <a:srgbClr val="E4FFD6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70C93A-C784-4B2F-A8F0-B35D5DE9A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35CD5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85523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662" y="3438305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rgbClr val="9FFF9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CBAE8D-A442-4706-952E-6CCFA561B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2914652"/>
            <a:ext cx="457200" cy="114300"/>
          </a:xfrm>
          <a:prstGeom prst="rect">
            <a:avLst/>
          </a:prstGeom>
          <a:solidFill>
            <a:srgbClr val="9FFF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rgbClr val="9FFF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498065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w/photo half green">
    <p:bg>
      <p:bgPr>
        <a:solidFill>
          <a:srgbClr val="2447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24755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3829052"/>
            <a:ext cx="457200" cy="114300"/>
          </a:xfrm>
          <a:prstGeom prst="rect">
            <a:avLst/>
          </a:prstGeom>
          <a:solidFill>
            <a:srgbClr val="9FFF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7BBD618F-8A85-084C-32A4-1A29A50E8E9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1" y="3829050"/>
            <a:ext cx="5715000" cy="23431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2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9FFF99"/>
              </a:buClr>
              <a:buFont typeface="Arial" panose="020B0604020202020204" pitchFamily="34" charset="0"/>
              <a:buChar char="•"/>
              <a:defRPr sz="1600" b="0">
                <a:solidFill>
                  <a:schemeClr val="tx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9FFF99"/>
              </a:buClr>
              <a:buFont typeface="Arial" panose="020B0604020202020204" pitchFamily="34" charset="0"/>
              <a:buChar char="–"/>
              <a:defRPr sz="1200" b="0">
                <a:solidFill>
                  <a:schemeClr val="tx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DA5B365-007E-1E32-CA95-9AA4910AA44A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1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rgbClr val="9FFF99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5447825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re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8001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FBEECE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A0DF9CD8-713A-4D3D-ABB1-066FD97F8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B30B3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A9B0FFD7-BFAD-41E7-9D7B-61B869FFD9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035148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red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  <a:effectLst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5715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FBEECE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A0DF9CD8-713A-4D3D-ABB1-066FD97F8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A9B0FFD7-BFAD-41E7-9D7B-61B869FFD9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956434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re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936" y="800101"/>
            <a:ext cx="2267064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FBEECE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2"/>
            <a:ext cx="83820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154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1"/>
            <a:ext cx="2281326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chemeClr val="accent3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68415842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red w/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936" y="800101"/>
            <a:ext cx="2267064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FBEECE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154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1"/>
            <a:ext cx="2281326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chemeClr val="accent3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DAF0261D-3168-603A-763E-1A036640EFF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09900" y="0"/>
            <a:ext cx="918210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0761985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re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F5CDF81-BCDC-4155-A36E-2E848EF6612B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691D3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484" y="800101"/>
            <a:ext cx="4056167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4438651" y="2228852"/>
            <a:ext cx="3314700" cy="3314700"/>
          </a:xfrm>
          <a:prstGeom prst="rect">
            <a:avLst/>
          </a:prstGeom>
          <a:solidFill>
            <a:srgbClr val="FBEECE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552450" y="2228852"/>
            <a:ext cx="3314700" cy="3314700"/>
          </a:xfrm>
          <a:prstGeom prst="rect">
            <a:avLst/>
          </a:prstGeom>
          <a:solidFill>
            <a:srgbClr val="FBEECE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8324850" y="2228852"/>
            <a:ext cx="3314700" cy="3314700"/>
          </a:xfrm>
          <a:prstGeom prst="rect">
            <a:avLst/>
          </a:prstGeom>
          <a:solidFill>
            <a:srgbClr val="FBEECE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1E45A1-78E0-4520-916E-F5407FC0A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099096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re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982" y="3438305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rgbClr val="FBEEC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CBAE8D-A442-4706-952E-6CCFA561B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75981" y="29146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316903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w/photo half red">
    <p:bg>
      <p:bgPr>
        <a:solidFill>
          <a:srgbClr val="691D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137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7BBD618F-8A85-084C-32A4-1A29A50E8E9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1" y="3829050"/>
            <a:ext cx="5715000" cy="23431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2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600" b="0">
                <a:solidFill>
                  <a:schemeClr val="tx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Font typeface="Arial" panose="020B0604020202020204" pitchFamily="34" charset="0"/>
              <a:buChar char="–"/>
              <a:defRPr sz="1200" b="0">
                <a:solidFill>
                  <a:schemeClr val="tx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DA5B365-007E-1E32-CA95-9AA4910AA44A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1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chemeClr val="accent3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38290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616066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urp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8001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DEDD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B5EEE0E6-B40B-48FE-B61F-E4FEF9010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E5CE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F57C5113-2576-4463-9E20-05EC188AF6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176277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urpl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  <a:effectLst>
            <a:glow rad="127000">
              <a:srgbClr val="612CB0"/>
            </a:glow>
          </a:effec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5715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DEDD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B5EEE0E6-B40B-48FE-B61F-E4FEF9010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2"/>
            <a:ext cx="404949" cy="114300"/>
          </a:xfrm>
          <a:prstGeom prst="rect">
            <a:avLst/>
          </a:prstGeom>
          <a:solidFill>
            <a:srgbClr val="8E5CE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F57C5113-2576-4463-9E20-05EC188AF6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66800" y="349478"/>
            <a:ext cx="497205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3903286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purp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878" y="800101"/>
            <a:ext cx="2282122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DEDDFF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2"/>
            <a:ext cx="83439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</a:extLst>
          </p:cNvPr>
          <p:cNvSpPr>
            <a:spLocks noChangeAspect="1"/>
          </p:cNvSpPr>
          <p:nvPr userDrawn="1"/>
        </p:nvSpPr>
        <p:spPr>
          <a:xfrm>
            <a:off x="391723" y="400052"/>
            <a:ext cx="457200" cy="114300"/>
          </a:xfrm>
          <a:prstGeom prst="rect">
            <a:avLst/>
          </a:prstGeom>
          <a:solidFill>
            <a:srgbClr val="AA96F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5562" y="2514601"/>
            <a:ext cx="2281606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BEAFFF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4350689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purple w/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878" y="800101"/>
            <a:ext cx="2282122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DEDDFF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</a:extLst>
          </p:cNvPr>
          <p:cNvSpPr>
            <a:spLocks noChangeAspect="1"/>
          </p:cNvSpPr>
          <p:nvPr userDrawn="1"/>
        </p:nvSpPr>
        <p:spPr>
          <a:xfrm>
            <a:off x="391723" y="400052"/>
            <a:ext cx="457200" cy="114300"/>
          </a:xfrm>
          <a:prstGeom prst="rect">
            <a:avLst/>
          </a:prstGeom>
          <a:solidFill>
            <a:srgbClr val="AA96F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5562" y="2514601"/>
            <a:ext cx="2281606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BEAFFF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8E2FDEF9-3FD6-AC6B-BD4C-4D538691DE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09900" y="0"/>
            <a:ext cx="918210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8389950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81D998F-1CEA-4933-A37B-06244CD6DC67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2A145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1"/>
            <a:ext cx="4000500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E5CE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4438651" y="2228852"/>
            <a:ext cx="3314700" cy="3314700"/>
          </a:xfrm>
          <a:prstGeom prst="rect">
            <a:avLst/>
          </a:prstGeom>
          <a:solidFill>
            <a:srgbClr val="DEDD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552450" y="2228852"/>
            <a:ext cx="3314700" cy="3314700"/>
          </a:xfrm>
          <a:prstGeom prst="rect">
            <a:avLst/>
          </a:prstGeom>
          <a:solidFill>
            <a:srgbClr val="DEDD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8324850" y="2228852"/>
            <a:ext cx="3314700" cy="3314700"/>
          </a:xfrm>
          <a:prstGeom prst="rect">
            <a:avLst/>
          </a:prstGeom>
          <a:solidFill>
            <a:srgbClr val="DEDD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6635039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purple">
    <p:bg>
      <p:bgPr>
        <a:solidFill>
          <a:srgbClr val="612C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79" y="3438305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CBAE8D-A442-4706-952E-6CCFA561B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79879" y="2914652"/>
            <a:ext cx="457200" cy="114300"/>
          </a:xfrm>
          <a:prstGeom prst="rect">
            <a:avLst/>
          </a:prstGeom>
          <a:solidFill>
            <a:srgbClr val="BEAFF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054261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w/photo half purple">
    <p:bg>
      <p:bgPr>
        <a:solidFill>
          <a:srgbClr val="2A14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612CB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3829052"/>
            <a:ext cx="457200" cy="114300"/>
          </a:xfrm>
          <a:prstGeom prst="rect">
            <a:avLst/>
          </a:prstGeom>
          <a:solidFill>
            <a:srgbClr val="BEAFF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7BBD618F-8A85-084C-32A4-1A29A50E8E9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1" y="3829050"/>
            <a:ext cx="5715000" cy="23431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2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E5CEF"/>
              </a:buClr>
              <a:buFont typeface="Arial" panose="020B0604020202020204" pitchFamily="34" charset="0"/>
              <a:buChar char="•"/>
              <a:defRPr sz="1600" b="0">
                <a:solidFill>
                  <a:schemeClr val="tx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E5CEF"/>
              </a:buClr>
              <a:buFont typeface="Arial" panose="020B0604020202020204" pitchFamily="34" charset="0"/>
              <a:buChar char="–"/>
              <a:defRPr sz="1200" b="0">
                <a:solidFill>
                  <a:schemeClr val="tx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DA5B365-007E-1E32-CA95-9AA4910AA44A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0"/>
            <a:ext cx="4800600" cy="628651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rgbClr val="BEAFFF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90756962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2343893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1" y="857251"/>
            <a:ext cx="11430000" cy="2462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0965376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2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5487" y="857251"/>
            <a:ext cx="11425529" cy="2462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385487" y="1600200"/>
            <a:ext cx="11425529" cy="4572000"/>
          </a:xfrm>
          <a:prstGeom prst="rect">
            <a:avLst/>
          </a:prstGeom>
        </p:spPr>
        <p:txBody>
          <a:bodyPr lIns="0" tIns="0" rIns="0" bIns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377027885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200" dirty="0">
                <a:solidFill>
                  <a:schemeClr val="bg1"/>
                </a:solidFill>
                <a:latin typeface="Arial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0"/>
          </p:nvPr>
        </p:nvSpPr>
        <p:spPr>
          <a:xfrm>
            <a:off x="381000" y="1600200"/>
            <a:ext cx="5486400" cy="45720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defRPr sz="2400">
                <a:solidFill>
                  <a:schemeClr val="bg2"/>
                </a:solidFill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</a:defRPr>
            </a:lvl2pPr>
            <a:lvl3pPr marL="1142982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4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1"/>
          </p:nvPr>
        </p:nvSpPr>
        <p:spPr>
          <a:xfrm>
            <a:off x="6324600" y="1600200"/>
            <a:ext cx="5486400" cy="45720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defRPr sz="2400">
                <a:solidFill>
                  <a:schemeClr val="bg2"/>
                </a:solidFill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</a:defRPr>
            </a:lvl2pPr>
            <a:lvl3pPr marL="1142982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4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3319782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w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200" dirty="0">
                <a:solidFill>
                  <a:schemeClr val="bg1"/>
                </a:solidFill>
                <a:latin typeface="Arial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F1CEAD-C06E-4DD6-958D-A69C28387D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374371"/>
            <a:ext cx="5486400" cy="4797829"/>
          </a:xfrm>
          <a:prstGeom prst="rect">
            <a:avLst/>
          </a:prstGeom>
        </p:spPr>
        <p:txBody>
          <a:bodyPr lIns="0" tIns="0" rIns="0" bIns="91440"/>
          <a:lstStyle>
            <a:lvl1pPr marL="0" indent="0">
              <a:lnSpc>
                <a:spcPct val="100000"/>
              </a:lnSpc>
              <a:spcBef>
                <a:spcPts val="1800"/>
              </a:spcBef>
              <a:buNone/>
              <a:defRPr sz="2000" b="1" baseline="0">
                <a:solidFill>
                  <a:schemeClr val="bg1"/>
                </a:solidFill>
              </a:defRPr>
            </a:lvl1pPr>
            <a:lvl2pPr marL="230715" indent="-230715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defRPr sz="1800">
                <a:solidFill>
                  <a:schemeClr val="bg2"/>
                </a:solidFill>
              </a:defRPr>
            </a:lvl2pPr>
            <a:lvl3pPr marL="685790" indent="-230715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400">
                <a:solidFill>
                  <a:schemeClr val="bg2"/>
                </a:solidFill>
              </a:defRPr>
            </a:lvl3pPr>
            <a:lvl4pPr marL="1140866" indent="-224364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200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0C49344-5A94-4BB8-B1F8-EC9EB43874D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24600" y="1374371"/>
            <a:ext cx="5486400" cy="4797829"/>
          </a:xfrm>
          <a:prstGeom prst="rect">
            <a:avLst/>
          </a:prstGeom>
        </p:spPr>
        <p:txBody>
          <a:bodyPr lIns="0" tIns="0" rIns="0" bIns="91440"/>
          <a:lstStyle>
            <a:lvl1pPr marL="0" indent="0">
              <a:lnSpc>
                <a:spcPct val="100000"/>
              </a:lnSpc>
              <a:spcBef>
                <a:spcPts val="1800"/>
              </a:spcBef>
              <a:buNone/>
              <a:defRPr sz="2000" b="1" baseline="0">
                <a:solidFill>
                  <a:schemeClr val="bg1"/>
                </a:solidFill>
              </a:defRPr>
            </a:lvl1pPr>
            <a:lvl2pPr marL="230715" indent="-230715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defRPr sz="1800">
                <a:solidFill>
                  <a:schemeClr val="bg2"/>
                </a:solidFill>
              </a:defRPr>
            </a:lvl2pPr>
            <a:lvl3pPr marL="685790" indent="-230715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400">
                <a:solidFill>
                  <a:schemeClr val="bg2"/>
                </a:solidFill>
              </a:defRPr>
            </a:lvl3pPr>
            <a:lvl4pPr marL="1140866" indent="-224364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200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308587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0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w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200" dirty="0">
                <a:solidFill>
                  <a:schemeClr val="bg1"/>
                </a:solidFill>
                <a:latin typeface="Arial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" name="Content Placeholder 9"/>
          <p:cNvSpPr>
            <a:spLocks noGrp="1"/>
          </p:cNvSpPr>
          <p:nvPr>
            <p:ph sz="quarter" idx="13"/>
          </p:nvPr>
        </p:nvSpPr>
        <p:spPr>
          <a:xfrm>
            <a:off x="381001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bg1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2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3C9CA1AB-E8E8-4338-8BB5-4C9F95D3899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32837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bg1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2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B6586213-13AB-4801-9939-C1924B01D7D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284230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bg1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2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175926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96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21CDB-95CE-458B-A911-027A05894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-457199"/>
            <a:ext cx="10515600" cy="39581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52234843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End log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0B410-C7E4-4036-89E5-3C58E91B2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-457199"/>
            <a:ext cx="10515600" cy="395816"/>
          </a:xfrm>
          <a:prstGeom prst="rect">
            <a:avLst/>
          </a:prstGeom>
        </p:spPr>
        <p:txBody>
          <a:bodyPr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5BC7EE9C-562A-4519-B67A-EB99114D5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pic>
        <p:nvPicPr>
          <p:cNvPr id="210" name="Picture 209">
            <a:extLst>
              <a:ext uri="{FF2B5EF4-FFF2-40B4-BE49-F238E27FC236}">
                <a16:creationId xmlns:a16="http://schemas.microsoft.com/office/drawing/2014/main" id="{9F395D62-9AFB-429C-85A8-BAAB83043A5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692326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Cover DA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FECEFEE6-BFCC-6789-04C2-FA8CD69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93614" y="1378342"/>
            <a:ext cx="5755386" cy="5768928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B21CB1F7-DE4B-D9DD-F8FB-E10183863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08501" y="0"/>
            <a:ext cx="8525612" cy="8525612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A19A01FB-BCDB-01D0-09CF-5EF28188FF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9014" y="2680513"/>
            <a:ext cx="3164586" cy="3164586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381001" y="3308456"/>
            <a:ext cx="4352708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rgbClr val="9FDDFF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First Last</a:t>
            </a:r>
          </a:p>
          <a:p>
            <a:r>
              <a:rPr lang="en-US"/>
              <a:t>Title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5D8143-A159-4278-916B-DB3850ADE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2905252"/>
            <a:ext cx="457200" cy="114300"/>
          </a:xfrm>
          <a:prstGeom prst="rect">
            <a:avLst/>
          </a:prstGeom>
          <a:solidFill>
            <a:srgbClr val="58A5E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1382351"/>
            <a:ext cx="4351711" cy="1329595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4800" dirty="0">
                <a:solidFill>
                  <a:schemeClr val="tx2"/>
                </a:solidFill>
                <a:latin typeface="Arial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E4E1C7-BEEF-F86B-B6A4-D4C502900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5641848"/>
            <a:ext cx="12188952" cy="1216152"/>
          </a:xfrm>
          <a:prstGeom prst="rect">
            <a:avLst/>
          </a:prstGeom>
          <a:solidFill>
            <a:schemeClr val="tx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64B15B-9ADE-4891-9B38-13300878F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5208959"/>
            <a:ext cx="12188952" cy="432889"/>
          </a:xfrm>
          <a:prstGeom prst="rect">
            <a:avLst/>
          </a:prstGeom>
          <a:solidFill>
            <a:srgbClr val="EEEEEE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7704AB-F094-06FF-4B7A-9A45347B1E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4935559"/>
            <a:ext cx="12188952" cy="273401"/>
          </a:xfrm>
          <a:prstGeom prst="rect">
            <a:avLst/>
          </a:prstGeom>
          <a:solidFill>
            <a:srgbClr val="C8C9C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3C08E67-95F0-C45D-DAF6-BED3C2BD40C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01171" y="6177126"/>
            <a:ext cx="2743200" cy="351692"/>
          </a:xfrm>
          <a:prstGeom prst="rect">
            <a:avLst/>
          </a:prstGeom>
        </p:spPr>
      </p:pic>
      <p:grpSp>
        <p:nvGrpSpPr>
          <p:cNvPr id="168" name="Group 167">
            <a:extLst>
              <a:ext uri="{FF2B5EF4-FFF2-40B4-BE49-F238E27FC236}">
                <a16:creationId xmlns:a16="http://schemas.microsoft.com/office/drawing/2014/main" id="{18E0DDAF-43B4-DF2B-872A-3CBE7934DF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763000" y="3578843"/>
            <a:ext cx="2776701" cy="1371600"/>
            <a:chOff x="8763000" y="3578843"/>
            <a:chExt cx="2776701" cy="1371600"/>
          </a:xfrm>
        </p:grpSpPr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EF3DBAF5-9250-3DBC-1B0E-2FB5BCC61DF4}"/>
                </a:ext>
              </a:extLst>
            </p:cNvPr>
            <p:cNvSpPr/>
            <p:nvPr userDrawn="1"/>
          </p:nvSpPr>
          <p:spPr>
            <a:xfrm flipV="1">
              <a:off x="9898504" y="4532149"/>
              <a:ext cx="418915" cy="418294"/>
            </a:xfrm>
            <a:custGeom>
              <a:avLst/>
              <a:gdLst>
                <a:gd name="connsiteX0" fmla="*/ 329226 w 664716"/>
                <a:gd name="connsiteY0" fmla="*/ 663249 h 663731"/>
                <a:gd name="connsiteX1" fmla="*/ 19 w 664716"/>
                <a:gd name="connsiteY1" fmla="*/ 328498 h 663731"/>
                <a:gd name="connsiteX2" fmla="*/ 335510 w 664716"/>
                <a:gd name="connsiteY2" fmla="*/ 19 h 663731"/>
                <a:gd name="connsiteX3" fmla="*/ 664716 w 664716"/>
                <a:gd name="connsiteY3" fmla="*/ 331875 h 663731"/>
                <a:gd name="connsiteX4" fmla="*/ 332126 w 664716"/>
                <a:gd name="connsiteY4" fmla="*/ 663731 h 663731"/>
                <a:gd name="connsiteX5" fmla="*/ 329226 w 664716"/>
                <a:gd name="connsiteY5" fmla="*/ 663731 h 663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4716" h="663731">
                  <a:moveTo>
                    <a:pt x="329226" y="663249"/>
                  </a:moveTo>
                  <a:cubicBezTo>
                    <a:pt x="145527" y="661319"/>
                    <a:pt x="-1915" y="511791"/>
                    <a:pt x="19" y="328498"/>
                  </a:cubicBezTo>
                  <a:cubicBezTo>
                    <a:pt x="1953" y="145206"/>
                    <a:pt x="151812" y="-1911"/>
                    <a:pt x="335510" y="19"/>
                  </a:cubicBezTo>
                  <a:cubicBezTo>
                    <a:pt x="517758" y="1948"/>
                    <a:pt x="664716" y="149547"/>
                    <a:pt x="664716" y="331875"/>
                  </a:cubicBezTo>
                  <a:cubicBezTo>
                    <a:pt x="664716" y="515168"/>
                    <a:pt x="515824" y="663731"/>
                    <a:pt x="332126" y="663731"/>
                  </a:cubicBezTo>
                  <a:cubicBezTo>
                    <a:pt x="331159" y="663731"/>
                    <a:pt x="330192" y="663731"/>
                    <a:pt x="329226" y="663731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rgbClr val="58A5E6"/>
              </a:solidFill>
              <a:prstDash val="sysDash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A953C9AF-C8F7-A902-B9A8-5E9EEF98AA1D}"/>
                </a:ext>
              </a:extLst>
            </p:cNvPr>
            <p:cNvSpPr/>
            <p:nvPr userDrawn="1"/>
          </p:nvSpPr>
          <p:spPr>
            <a:xfrm flipV="1">
              <a:off x="10374389" y="4307201"/>
              <a:ext cx="201682" cy="201845"/>
            </a:xfrm>
            <a:custGeom>
              <a:avLst/>
              <a:gdLst>
                <a:gd name="connsiteX0" fmla="*/ 320022 w 320021"/>
                <a:gd name="connsiteY0" fmla="*/ 0 h 320279"/>
                <a:gd name="connsiteX1" fmla="*/ 0 w 320021"/>
                <a:gd name="connsiteY1" fmla="*/ 320280 h 320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0021" h="320279">
                  <a:moveTo>
                    <a:pt x="320022" y="0"/>
                  </a:moveTo>
                  <a:lnTo>
                    <a:pt x="0" y="320280"/>
                  </a:lnTo>
                </a:path>
              </a:pathLst>
            </a:custGeom>
            <a:ln w="6350" cap="rnd">
              <a:solidFill>
                <a:srgbClr val="58A5E6"/>
              </a:solidFill>
              <a:prstDash val="sysDash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754399FA-B052-F664-21C2-0AD5BCE1E1FF}"/>
                </a:ext>
              </a:extLst>
            </p:cNvPr>
            <p:cNvSpPr/>
            <p:nvPr userDrawn="1"/>
          </p:nvSpPr>
          <p:spPr>
            <a:xfrm flipV="1">
              <a:off x="10515433" y="4446730"/>
              <a:ext cx="418915" cy="418293"/>
            </a:xfrm>
            <a:custGeom>
              <a:avLst/>
              <a:gdLst>
                <a:gd name="connsiteX0" fmla="*/ 329226 w 664716"/>
                <a:gd name="connsiteY0" fmla="*/ 663249 h 663730"/>
                <a:gd name="connsiteX1" fmla="*/ 19 w 664716"/>
                <a:gd name="connsiteY1" fmla="*/ 328498 h 663730"/>
                <a:gd name="connsiteX2" fmla="*/ 335510 w 664716"/>
                <a:gd name="connsiteY2" fmla="*/ 19 h 663730"/>
                <a:gd name="connsiteX3" fmla="*/ 664716 w 664716"/>
                <a:gd name="connsiteY3" fmla="*/ 331875 h 663730"/>
                <a:gd name="connsiteX4" fmla="*/ 332126 w 664716"/>
                <a:gd name="connsiteY4" fmla="*/ 663731 h 663730"/>
                <a:gd name="connsiteX5" fmla="*/ 329226 w 664716"/>
                <a:gd name="connsiteY5" fmla="*/ 663731 h 66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4716" h="663730">
                  <a:moveTo>
                    <a:pt x="329226" y="663249"/>
                  </a:moveTo>
                  <a:cubicBezTo>
                    <a:pt x="145527" y="661319"/>
                    <a:pt x="-1915" y="511791"/>
                    <a:pt x="19" y="328498"/>
                  </a:cubicBezTo>
                  <a:cubicBezTo>
                    <a:pt x="1953" y="145206"/>
                    <a:pt x="151812" y="-1911"/>
                    <a:pt x="335510" y="19"/>
                  </a:cubicBezTo>
                  <a:cubicBezTo>
                    <a:pt x="517758" y="1948"/>
                    <a:pt x="664716" y="149547"/>
                    <a:pt x="664716" y="331875"/>
                  </a:cubicBezTo>
                  <a:cubicBezTo>
                    <a:pt x="664716" y="515167"/>
                    <a:pt x="515824" y="663731"/>
                    <a:pt x="332126" y="663731"/>
                  </a:cubicBezTo>
                  <a:cubicBezTo>
                    <a:pt x="331159" y="663731"/>
                    <a:pt x="330192" y="663731"/>
                    <a:pt x="329226" y="663731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rgbClr val="58A5E6"/>
              </a:solidFill>
              <a:prstDash val="sysDash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AF48F3F7-2CAE-BCCD-97AE-175B752E0980}"/>
                </a:ext>
              </a:extLst>
            </p:cNvPr>
            <p:cNvSpPr/>
            <p:nvPr userDrawn="1"/>
          </p:nvSpPr>
          <p:spPr>
            <a:xfrm flipV="1">
              <a:off x="10374389" y="3935125"/>
              <a:ext cx="201682" cy="201541"/>
            </a:xfrm>
            <a:custGeom>
              <a:avLst/>
              <a:gdLst>
                <a:gd name="connsiteX0" fmla="*/ 320022 w 320021"/>
                <a:gd name="connsiteY0" fmla="*/ 319797 h 319797"/>
                <a:gd name="connsiteX1" fmla="*/ 0 w 320021"/>
                <a:gd name="connsiteY1" fmla="*/ 0 h 319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0021" h="319797">
                  <a:moveTo>
                    <a:pt x="320022" y="319797"/>
                  </a:moveTo>
                  <a:lnTo>
                    <a:pt x="0" y="0"/>
                  </a:lnTo>
                </a:path>
              </a:pathLst>
            </a:custGeom>
            <a:ln w="6350" cap="rnd">
              <a:solidFill>
                <a:srgbClr val="58A5E6"/>
              </a:solidFill>
              <a:prstDash val="sysDash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D363B74C-6207-5A90-644F-9B693F7BF556}"/>
                </a:ext>
              </a:extLst>
            </p:cNvPr>
            <p:cNvSpPr/>
            <p:nvPr userDrawn="1"/>
          </p:nvSpPr>
          <p:spPr>
            <a:xfrm flipV="1">
              <a:off x="10515433" y="3578843"/>
              <a:ext cx="418915" cy="418294"/>
            </a:xfrm>
            <a:custGeom>
              <a:avLst/>
              <a:gdLst>
                <a:gd name="connsiteX0" fmla="*/ 329226 w 664716"/>
                <a:gd name="connsiteY0" fmla="*/ 482 h 663731"/>
                <a:gd name="connsiteX1" fmla="*/ 19 w 664716"/>
                <a:gd name="connsiteY1" fmla="*/ 335233 h 663731"/>
                <a:gd name="connsiteX2" fmla="*/ 335510 w 664716"/>
                <a:gd name="connsiteY2" fmla="*/ 663712 h 663731"/>
                <a:gd name="connsiteX3" fmla="*/ 664716 w 664716"/>
                <a:gd name="connsiteY3" fmla="*/ 331856 h 663731"/>
                <a:gd name="connsiteX4" fmla="*/ 332126 w 664716"/>
                <a:gd name="connsiteY4" fmla="*/ 0 h 663731"/>
                <a:gd name="connsiteX5" fmla="*/ 329226 w 664716"/>
                <a:gd name="connsiteY5" fmla="*/ 0 h 663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4716" h="663731">
                  <a:moveTo>
                    <a:pt x="329226" y="482"/>
                  </a:moveTo>
                  <a:cubicBezTo>
                    <a:pt x="145527" y="2412"/>
                    <a:pt x="-1915" y="151940"/>
                    <a:pt x="19" y="335233"/>
                  </a:cubicBezTo>
                  <a:cubicBezTo>
                    <a:pt x="1953" y="518525"/>
                    <a:pt x="151812" y="665642"/>
                    <a:pt x="335510" y="663712"/>
                  </a:cubicBezTo>
                  <a:cubicBezTo>
                    <a:pt x="517758" y="661783"/>
                    <a:pt x="664716" y="514184"/>
                    <a:pt x="664716" y="331856"/>
                  </a:cubicBezTo>
                  <a:cubicBezTo>
                    <a:pt x="664716" y="148563"/>
                    <a:pt x="515824" y="0"/>
                    <a:pt x="332126" y="0"/>
                  </a:cubicBezTo>
                  <a:cubicBezTo>
                    <a:pt x="331159" y="0"/>
                    <a:pt x="330192" y="0"/>
                    <a:pt x="329226" y="0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rgbClr val="58A5E6"/>
              </a:solidFill>
              <a:prstDash val="sysDash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71A58F05-00DA-FCB7-0AB7-56AB73EA90DF}"/>
                </a:ext>
              </a:extLst>
            </p:cNvPr>
            <p:cNvSpPr/>
            <p:nvPr userDrawn="1"/>
          </p:nvSpPr>
          <p:spPr>
            <a:xfrm flipV="1">
              <a:off x="11120786" y="4012640"/>
              <a:ext cx="418915" cy="418294"/>
            </a:xfrm>
            <a:custGeom>
              <a:avLst/>
              <a:gdLst>
                <a:gd name="connsiteX0" fmla="*/ 329225 w 664716"/>
                <a:gd name="connsiteY0" fmla="*/ 663249 h 663731"/>
                <a:gd name="connsiteX1" fmla="*/ 19 w 664716"/>
                <a:gd name="connsiteY1" fmla="*/ 328498 h 663731"/>
                <a:gd name="connsiteX2" fmla="*/ 335510 w 664716"/>
                <a:gd name="connsiteY2" fmla="*/ 19 h 663731"/>
                <a:gd name="connsiteX3" fmla="*/ 664716 w 664716"/>
                <a:gd name="connsiteY3" fmla="*/ 331875 h 663731"/>
                <a:gd name="connsiteX4" fmla="*/ 332126 w 664716"/>
                <a:gd name="connsiteY4" fmla="*/ 663731 h 663731"/>
                <a:gd name="connsiteX5" fmla="*/ 329225 w 664716"/>
                <a:gd name="connsiteY5" fmla="*/ 663731 h 663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4716" h="663731">
                  <a:moveTo>
                    <a:pt x="329225" y="663249"/>
                  </a:moveTo>
                  <a:cubicBezTo>
                    <a:pt x="145527" y="661319"/>
                    <a:pt x="-1915" y="511791"/>
                    <a:pt x="19" y="328498"/>
                  </a:cubicBezTo>
                  <a:cubicBezTo>
                    <a:pt x="1953" y="145206"/>
                    <a:pt x="151812" y="-1911"/>
                    <a:pt x="335510" y="19"/>
                  </a:cubicBezTo>
                  <a:cubicBezTo>
                    <a:pt x="517758" y="1948"/>
                    <a:pt x="664716" y="149547"/>
                    <a:pt x="664716" y="331875"/>
                  </a:cubicBezTo>
                  <a:cubicBezTo>
                    <a:pt x="664716" y="515168"/>
                    <a:pt x="515824" y="663731"/>
                    <a:pt x="332126" y="663731"/>
                  </a:cubicBezTo>
                  <a:cubicBezTo>
                    <a:pt x="331159" y="663731"/>
                    <a:pt x="330192" y="663731"/>
                    <a:pt x="329225" y="663731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rgbClr val="58A5E6"/>
              </a:solidFill>
              <a:prstDash val="sysDash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452403E1-ADEF-4087-541B-9729BB605214}"/>
                </a:ext>
              </a:extLst>
            </p:cNvPr>
            <p:cNvSpPr/>
            <p:nvPr userDrawn="1"/>
          </p:nvSpPr>
          <p:spPr>
            <a:xfrm>
              <a:off x="9757459" y="4392621"/>
              <a:ext cx="201682" cy="201541"/>
            </a:xfrm>
            <a:custGeom>
              <a:avLst/>
              <a:gdLst>
                <a:gd name="connsiteX0" fmla="*/ 320022 w 320021"/>
                <a:gd name="connsiteY0" fmla="*/ 319797 h 319797"/>
                <a:gd name="connsiteX1" fmla="*/ 0 w 320021"/>
                <a:gd name="connsiteY1" fmla="*/ 0 h 319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0021" h="319797">
                  <a:moveTo>
                    <a:pt x="320022" y="319797"/>
                  </a:moveTo>
                  <a:lnTo>
                    <a:pt x="0" y="0"/>
                  </a:lnTo>
                </a:path>
              </a:pathLst>
            </a:custGeom>
            <a:ln w="6350" cap="rnd">
              <a:solidFill>
                <a:srgbClr val="58A5E6"/>
              </a:solidFill>
              <a:prstDash val="sysDash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5228EC3F-DA0B-4B37-B885-50C540639AAA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8763000" y="4392621"/>
              <a:ext cx="994459" cy="0"/>
            </a:xfrm>
            <a:prstGeom prst="line">
              <a:avLst/>
            </a:prstGeom>
            <a:ln w="6350">
              <a:solidFill>
                <a:srgbClr val="58A5E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8A1750FE-3176-526D-8726-5ADD2D5206A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8991600" y="4304162"/>
              <a:ext cx="1382789" cy="0"/>
            </a:xfrm>
            <a:prstGeom prst="line">
              <a:avLst/>
            </a:prstGeom>
            <a:ln w="6350">
              <a:solidFill>
                <a:srgbClr val="58A5E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ADAECE6C-253B-E692-8BB2-9C17B05C8E8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8991600" y="4219046"/>
              <a:ext cx="2128893" cy="0"/>
            </a:xfrm>
            <a:prstGeom prst="line">
              <a:avLst/>
            </a:prstGeom>
            <a:ln w="6350">
              <a:solidFill>
                <a:srgbClr val="58A5E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CEEFC79D-E92D-31E4-93CF-038E04BDE34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8915400" y="4133626"/>
              <a:ext cx="1458989" cy="0"/>
            </a:xfrm>
            <a:prstGeom prst="line">
              <a:avLst/>
            </a:prstGeom>
            <a:ln w="6350">
              <a:solidFill>
                <a:srgbClr val="58A5E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9" name="Graphic 158">
              <a:extLst>
                <a:ext uri="{FF2B5EF4-FFF2-40B4-BE49-F238E27FC236}">
                  <a16:creationId xmlns:a16="http://schemas.microsoft.com/office/drawing/2014/main" id="{F78AF3F5-46A2-F769-8A93-538E83B32FE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025994" y="4627989"/>
              <a:ext cx="163934" cy="226614"/>
            </a:xfrm>
            <a:prstGeom prst="rect">
              <a:avLst/>
            </a:prstGeom>
          </p:spPr>
        </p:pic>
        <p:pic>
          <p:nvPicPr>
            <p:cNvPr id="161" name="Graphic 160">
              <a:extLst>
                <a:ext uri="{FF2B5EF4-FFF2-40B4-BE49-F238E27FC236}">
                  <a16:creationId xmlns:a16="http://schemas.microsoft.com/office/drawing/2014/main" id="{C82FF560-26E4-BF17-F784-E1DA2D41342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638102" y="3672272"/>
              <a:ext cx="173577" cy="231436"/>
            </a:xfrm>
            <a:prstGeom prst="rect">
              <a:avLst/>
            </a:prstGeom>
          </p:spPr>
        </p:pic>
        <p:pic>
          <p:nvPicPr>
            <p:cNvPr id="163" name="Graphic 162">
              <a:extLst>
                <a:ext uri="{FF2B5EF4-FFF2-40B4-BE49-F238E27FC236}">
                  <a16:creationId xmlns:a16="http://schemas.microsoft.com/office/drawing/2014/main" id="{82A87777-585E-6C39-CADC-82D6702160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611583" y="4542569"/>
              <a:ext cx="226614" cy="226614"/>
            </a:xfrm>
            <a:prstGeom prst="rect">
              <a:avLst/>
            </a:prstGeom>
          </p:spPr>
        </p:pic>
        <p:pic>
          <p:nvPicPr>
            <p:cNvPr id="165" name="Graphic 164">
              <a:extLst>
                <a:ext uri="{FF2B5EF4-FFF2-40B4-BE49-F238E27FC236}">
                  <a16:creationId xmlns:a16="http://schemas.microsoft.com/office/drawing/2014/main" id="{D4F5DAEC-8EF3-9638-3F28-BFD95A3BDB2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216936" y="4134999"/>
              <a:ext cx="226614" cy="173577"/>
            </a:xfrm>
            <a:prstGeom prst="rect">
              <a:avLst/>
            </a:prstGeom>
          </p:spPr>
        </p:pic>
      </p:grpSp>
      <p:pic>
        <p:nvPicPr>
          <p:cNvPr id="16" name="Graphic 15">
            <a:extLst>
              <a:ext uri="{FF2B5EF4-FFF2-40B4-BE49-F238E27FC236}">
                <a16:creationId xmlns:a16="http://schemas.microsoft.com/office/drawing/2014/main" id="{3E8C4B6D-EAAD-CB32-7FD1-A6D38072D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03214" y="3810000"/>
            <a:ext cx="4536187" cy="2411644"/>
          </a:xfrm>
          <a:prstGeom prst="rect">
            <a:avLst/>
          </a:prstGeom>
        </p:spPr>
      </p:pic>
      <p:grpSp>
        <p:nvGrpSpPr>
          <p:cNvPr id="167" name="Group 166">
            <a:extLst>
              <a:ext uri="{FF2B5EF4-FFF2-40B4-BE49-F238E27FC236}">
                <a16:creationId xmlns:a16="http://schemas.microsoft.com/office/drawing/2014/main" id="{FF5A4411-594D-24D9-68B3-FF56CB6AB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772163" y="3196060"/>
            <a:ext cx="3847837" cy="2176397"/>
            <a:chOff x="3772163" y="3196060"/>
            <a:chExt cx="3847837" cy="2176397"/>
          </a:xfrm>
        </p:grpSpPr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35CE92CC-5082-4CAE-0C1B-36FA4BE49628}"/>
                </a:ext>
              </a:extLst>
            </p:cNvPr>
            <p:cNvSpPr/>
            <p:nvPr/>
          </p:nvSpPr>
          <p:spPr>
            <a:xfrm flipH="1">
              <a:off x="5711629" y="3196060"/>
              <a:ext cx="664716" cy="663731"/>
            </a:xfrm>
            <a:custGeom>
              <a:avLst/>
              <a:gdLst>
                <a:gd name="connsiteX0" fmla="*/ 329226 w 664716"/>
                <a:gd name="connsiteY0" fmla="*/ 663249 h 663731"/>
                <a:gd name="connsiteX1" fmla="*/ 19 w 664716"/>
                <a:gd name="connsiteY1" fmla="*/ 328498 h 663731"/>
                <a:gd name="connsiteX2" fmla="*/ 335510 w 664716"/>
                <a:gd name="connsiteY2" fmla="*/ 19 h 663731"/>
                <a:gd name="connsiteX3" fmla="*/ 664716 w 664716"/>
                <a:gd name="connsiteY3" fmla="*/ 331875 h 663731"/>
                <a:gd name="connsiteX4" fmla="*/ 332126 w 664716"/>
                <a:gd name="connsiteY4" fmla="*/ 663731 h 663731"/>
                <a:gd name="connsiteX5" fmla="*/ 329226 w 664716"/>
                <a:gd name="connsiteY5" fmla="*/ 663731 h 663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4716" h="663731">
                  <a:moveTo>
                    <a:pt x="329226" y="663249"/>
                  </a:moveTo>
                  <a:cubicBezTo>
                    <a:pt x="145527" y="661319"/>
                    <a:pt x="-1915" y="511791"/>
                    <a:pt x="19" y="328498"/>
                  </a:cubicBezTo>
                  <a:cubicBezTo>
                    <a:pt x="1953" y="145206"/>
                    <a:pt x="151812" y="-1911"/>
                    <a:pt x="335510" y="19"/>
                  </a:cubicBezTo>
                  <a:cubicBezTo>
                    <a:pt x="517758" y="1948"/>
                    <a:pt x="664716" y="149547"/>
                    <a:pt x="664716" y="331875"/>
                  </a:cubicBezTo>
                  <a:cubicBezTo>
                    <a:pt x="664716" y="515168"/>
                    <a:pt x="515824" y="663731"/>
                    <a:pt x="332126" y="663731"/>
                  </a:cubicBezTo>
                  <a:cubicBezTo>
                    <a:pt x="331159" y="663731"/>
                    <a:pt x="330192" y="663731"/>
                    <a:pt x="329226" y="663731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rgbClr val="58A5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587BF0FA-137C-18A2-B828-C07ABF114A7B}"/>
                </a:ext>
              </a:extLst>
            </p:cNvPr>
            <p:cNvSpPr/>
            <p:nvPr/>
          </p:nvSpPr>
          <p:spPr>
            <a:xfrm flipH="1">
              <a:off x="5301209" y="3896450"/>
              <a:ext cx="320021" cy="320279"/>
            </a:xfrm>
            <a:custGeom>
              <a:avLst/>
              <a:gdLst>
                <a:gd name="connsiteX0" fmla="*/ 320022 w 320021"/>
                <a:gd name="connsiteY0" fmla="*/ 0 h 320279"/>
                <a:gd name="connsiteX1" fmla="*/ 0 w 320021"/>
                <a:gd name="connsiteY1" fmla="*/ 320280 h 320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0021" h="320279">
                  <a:moveTo>
                    <a:pt x="320022" y="0"/>
                  </a:moveTo>
                  <a:lnTo>
                    <a:pt x="0" y="320280"/>
                  </a:lnTo>
                </a:path>
              </a:pathLst>
            </a:custGeom>
            <a:ln w="12700" cap="rnd">
              <a:solidFill>
                <a:srgbClr val="58A5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C8684A65-6209-86E1-3D22-59B0750D2549}"/>
                </a:ext>
              </a:extLst>
            </p:cNvPr>
            <p:cNvSpPr/>
            <p:nvPr/>
          </p:nvSpPr>
          <p:spPr>
            <a:xfrm flipH="1">
              <a:off x="4732711" y="3331600"/>
              <a:ext cx="664716" cy="663730"/>
            </a:xfrm>
            <a:custGeom>
              <a:avLst/>
              <a:gdLst>
                <a:gd name="connsiteX0" fmla="*/ 329226 w 664716"/>
                <a:gd name="connsiteY0" fmla="*/ 663249 h 663730"/>
                <a:gd name="connsiteX1" fmla="*/ 19 w 664716"/>
                <a:gd name="connsiteY1" fmla="*/ 328498 h 663730"/>
                <a:gd name="connsiteX2" fmla="*/ 335510 w 664716"/>
                <a:gd name="connsiteY2" fmla="*/ 19 h 663730"/>
                <a:gd name="connsiteX3" fmla="*/ 664716 w 664716"/>
                <a:gd name="connsiteY3" fmla="*/ 331875 h 663730"/>
                <a:gd name="connsiteX4" fmla="*/ 332126 w 664716"/>
                <a:gd name="connsiteY4" fmla="*/ 663731 h 663730"/>
                <a:gd name="connsiteX5" fmla="*/ 329226 w 664716"/>
                <a:gd name="connsiteY5" fmla="*/ 663731 h 66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4716" h="663730">
                  <a:moveTo>
                    <a:pt x="329226" y="663249"/>
                  </a:moveTo>
                  <a:cubicBezTo>
                    <a:pt x="145527" y="661319"/>
                    <a:pt x="-1915" y="511791"/>
                    <a:pt x="19" y="328498"/>
                  </a:cubicBezTo>
                  <a:cubicBezTo>
                    <a:pt x="1953" y="145206"/>
                    <a:pt x="151812" y="-1911"/>
                    <a:pt x="335510" y="19"/>
                  </a:cubicBezTo>
                  <a:cubicBezTo>
                    <a:pt x="517758" y="1948"/>
                    <a:pt x="664716" y="149547"/>
                    <a:pt x="664716" y="331875"/>
                  </a:cubicBezTo>
                  <a:cubicBezTo>
                    <a:pt x="664716" y="515167"/>
                    <a:pt x="515824" y="663731"/>
                    <a:pt x="332126" y="663731"/>
                  </a:cubicBezTo>
                  <a:cubicBezTo>
                    <a:pt x="331159" y="663731"/>
                    <a:pt x="330192" y="663731"/>
                    <a:pt x="329226" y="663731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rgbClr val="58A5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4D1669DA-6B39-01A0-C40D-8E11B0B45BDF}"/>
                </a:ext>
              </a:extLst>
            </p:cNvPr>
            <p:cNvSpPr/>
            <p:nvPr/>
          </p:nvSpPr>
          <p:spPr>
            <a:xfrm flipH="1">
              <a:off x="5301209" y="4487327"/>
              <a:ext cx="320021" cy="319797"/>
            </a:xfrm>
            <a:custGeom>
              <a:avLst/>
              <a:gdLst>
                <a:gd name="connsiteX0" fmla="*/ 320022 w 320021"/>
                <a:gd name="connsiteY0" fmla="*/ 319797 h 319797"/>
                <a:gd name="connsiteX1" fmla="*/ 0 w 320021"/>
                <a:gd name="connsiteY1" fmla="*/ 0 h 319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0021" h="319797">
                  <a:moveTo>
                    <a:pt x="320022" y="319797"/>
                  </a:moveTo>
                  <a:lnTo>
                    <a:pt x="0" y="0"/>
                  </a:lnTo>
                </a:path>
              </a:pathLst>
            </a:custGeom>
            <a:ln w="12700" cap="rnd">
              <a:solidFill>
                <a:srgbClr val="58A5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E3BE7D5E-B5FD-6094-CE35-189036BE5243}"/>
                </a:ext>
              </a:extLst>
            </p:cNvPr>
            <p:cNvSpPr/>
            <p:nvPr/>
          </p:nvSpPr>
          <p:spPr>
            <a:xfrm flipH="1">
              <a:off x="4732711" y="4708726"/>
              <a:ext cx="664716" cy="663731"/>
            </a:xfrm>
            <a:custGeom>
              <a:avLst/>
              <a:gdLst>
                <a:gd name="connsiteX0" fmla="*/ 329226 w 664716"/>
                <a:gd name="connsiteY0" fmla="*/ 482 h 663731"/>
                <a:gd name="connsiteX1" fmla="*/ 19 w 664716"/>
                <a:gd name="connsiteY1" fmla="*/ 335233 h 663731"/>
                <a:gd name="connsiteX2" fmla="*/ 335510 w 664716"/>
                <a:gd name="connsiteY2" fmla="*/ 663712 h 663731"/>
                <a:gd name="connsiteX3" fmla="*/ 664716 w 664716"/>
                <a:gd name="connsiteY3" fmla="*/ 331856 h 663731"/>
                <a:gd name="connsiteX4" fmla="*/ 332126 w 664716"/>
                <a:gd name="connsiteY4" fmla="*/ 0 h 663731"/>
                <a:gd name="connsiteX5" fmla="*/ 329226 w 664716"/>
                <a:gd name="connsiteY5" fmla="*/ 0 h 663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4716" h="663731">
                  <a:moveTo>
                    <a:pt x="329226" y="482"/>
                  </a:moveTo>
                  <a:cubicBezTo>
                    <a:pt x="145527" y="2412"/>
                    <a:pt x="-1915" y="151940"/>
                    <a:pt x="19" y="335233"/>
                  </a:cubicBezTo>
                  <a:cubicBezTo>
                    <a:pt x="1953" y="518525"/>
                    <a:pt x="151812" y="665642"/>
                    <a:pt x="335510" y="663712"/>
                  </a:cubicBezTo>
                  <a:cubicBezTo>
                    <a:pt x="517758" y="661783"/>
                    <a:pt x="664716" y="514184"/>
                    <a:pt x="664716" y="331856"/>
                  </a:cubicBezTo>
                  <a:cubicBezTo>
                    <a:pt x="664716" y="148563"/>
                    <a:pt x="515824" y="0"/>
                    <a:pt x="332126" y="0"/>
                  </a:cubicBezTo>
                  <a:cubicBezTo>
                    <a:pt x="331159" y="0"/>
                    <a:pt x="330192" y="0"/>
                    <a:pt x="329226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rgbClr val="58A5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6778444E-3CB3-B57A-1D13-1746A735C30E}"/>
                </a:ext>
              </a:extLst>
            </p:cNvPr>
            <p:cNvSpPr/>
            <p:nvPr/>
          </p:nvSpPr>
          <p:spPr>
            <a:xfrm flipH="1">
              <a:off x="3772163" y="4020395"/>
              <a:ext cx="664716" cy="663731"/>
            </a:xfrm>
            <a:custGeom>
              <a:avLst/>
              <a:gdLst>
                <a:gd name="connsiteX0" fmla="*/ 329225 w 664716"/>
                <a:gd name="connsiteY0" fmla="*/ 663249 h 663731"/>
                <a:gd name="connsiteX1" fmla="*/ 19 w 664716"/>
                <a:gd name="connsiteY1" fmla="*/ 328498 h 663731"/>
                <a:gd name="connsiteX2" fmla="*/ 335510 w 664716"/>
                <a:gd name="connsiteY2" fmla="*/ 19 h 663731"/>
                <a:gd name="connsiteX3" fmla="*/ 664716 w 664716"/>
                <a:gd name="connsiteY3" fmla="*/ 331875 h 663731"/>
                <a:gd name="connsiteX4" fmla="*/ 332126 w 664716"/>
                <a:gd name="connsiteY4" fmla="*/ 663731 h 663731"/>
                <a:gd name="connsiteX5" fmla="*/ 329225 w 664716"/>
                <a:gd name="connsiteY5" fmla="*/ 663731 h 663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4716" h="663731">
                  <a:moveTo>
                    <a:pt x="329225" y="663249"/>
                  </a:moveTo>
                  <a:cubicBezTo>
                    <a:pt x="145527" y="661319"/>
                    <a:pt x="-1915" y="511791"/>
                    <a:pt x="19" y="328498"/>
                  </a:cubicBezTo>
                  <a:cubicBezTo>
                    <a:pt x="1953" y="145206"/>
                    <a:pt x="151812" y="-1911"/>
                    <a:pt x="335510" y="19"/>
                  </a:cubicBezTo>
                  <a:cubicBezTo>
                    <a:pt x="517758" y="1948"/>
                    <a:pt x="664716" y="149547"/>
                    <a:pt x="664716" y="331875"/>
                  </a:cubicBezTo>
                  <a:cubicBezTo>
                    <a:pt x="664716" y="515168"/>
                    <a:pt x="515824" y="663731"/>
                    <a:pt x="332126" y="663731"/>
                  </a:cubicBezTo>
                  <a:cubicBezTo>
                    <a:pt x="331159" y="663731"/>
                    <a:pt x="330192" y="663731"/>
                    <a:pt x="329225" y="663731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rgbClr val="58A5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28F1FEE9-1CC2-E166-5236-F26B356638EB}"/>
                </a:ext>
              </a:extLst>
            </p:cNvPr>
            <p:cNvSpPr/>
            <p:nvPr/>
          </p:nvSpPr>
          <p:spPr>
            <a:xfrm flipH="1" flipV="1">
              <a:off x="6280127" y="3761392"/>
              <a:ext cx="320021" cy="319797"/>
            </a:xfrm>
            <a:custGeom>
              <a:avLst/>
              <a:gdLst>
                <a:gd name="connsiteX0" fmla="*/ 320022 w 320021"/>
                <a:gd name="connsiteY0" fmla="*/ 319797 h 319797"/>
                <a:gd name="connsiteX1" fmla="*/ 0 w 320021"/>
                <a:gd name="connsiteY1" fmla="*/ 0 h 319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0021" h="319797">
                  <a:moveTo>
                    <a:pt x="320022" y="319797"/>
                  </a:moveTo>
                  <a:lnTo>
                    <a:pt x="0" y="0"/>
                  </a:lnTo>
                </a:path>
              </a:pathLst>
            </a:custGeom>
            <a:ln w="12700" cap="rnd">
              <a:solidFill>
                <a:srgbClr val="58A5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673C9DB9-7295-9743-A524-B6D6099BA84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600148" y="4081189"/>
              <a:ext cx="1019852" cy="0"/>
            </a:xfrm>
            <a:prstGeom prst="line">
              <a:avLst/>
            </a:prstGeom>
            <a:ln w="12700">
              <a:solidFill>
                <a:srgbClr val="58A5E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1A34BB84-D94A-00E8-7BC5-9323B493D3F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621230" y="4221552"/>
              <a:ext cx="1770170" cy="0"/>
            </a:xfrm>
            <a:prstGeom prst="line">
              <a:avLst/>
            </a:prstGeom>
            <a:ln w="12700">
              <a:solidFill>
                <a:srgbClr val="58A5E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B0CC4C6-E38B-1AC8-55F1-08DDFEE4BEC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437344" y="4356610"/>
              <a:ext cx="2819400" cy="0"/>
            </a:xfrm>
            <a:prstGeom prst="line">
              <a:avLst/>
            </a:prstGeom>
            <a:ln w="12700">
              <a:solidFill>
                <a:srgbClr val="58A5E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F02695A0-01D9-4D7E-0F8A-EDB46530CC0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621230" y="4492150"/>
              <a:ext cx="1911095" cy="0"/>
            </a:xfrm>
            <a:prstGeom prst="line">
              <a:avLst/>
            </a:prstGeom>
            <a:ln w="12700">
              <a:solidFill>
                <a:srgbClr val="58A5E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4" name="Graphic 143">
              <a:extLst>
                <a:ext uri="{FF2B5EF4-FFF2-40B4-BE49-F238E27FC236}">
                  <a16:creationId xmlns:a16="http://schemas.microsoft.com/office/drawing/2014/main" id="{4F56A08F-37D9-4C93-8894-DB7D2FA4654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951824" y="4155935"/>
              <a:ext cx="305394" cy="392650"/>
            </a:xfrm>
            <a:prstGeom prst="rect">
              <a:avLst/>
            </a:prstGeom>
          </p:spPr>
        </p:pic>
        <p:pic>
          <p:nvPicPr>
            <p:cNvPr id="146" name="Graphic 145">
              <a:extLst>
                <a:ext uri="{FF2B5EF4-FFF2-40B4-BE49-F238E27FC236}">
                  <a16:creationId xmlns:a16="http://schemas.microsoft.com/office/drawing/2014/main" id="{083EB209-FF1D-6376-6769-D93FBB4B4C3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890558" y="4844266"/>
              <a:ext cx="349022" cy="392650"/>
            </a:xfrm>
            <a:prstGeom prst="rect">
              <a:avLst/>
            </a:prstGeom>
          </p:spPr>
        </p:pic>
        <p:pic>
          <p:nvPicPr>
            <p:cNvPr id="148" name="Graphic 147">
              <a:extLst>
                <a:ext uri="{FF2B5EF4-FFF2-40B4-BE49-F238E27FC236}">
                  <a16:creationId xmlns:a16="http://schemas.microsoft.com/office/drawing/2014/main" id="{337CBD6F-643D-3B10-42E2-29D7011A06D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868744" y="3481683"/>
              <a:ext cx="392650" cy="363564"/>
            </a:xfrm>
            <a:prstGeom prst="rect">
              <a:avLst/>
            </a:prstGeom>
          </p:spPr>
        </p:pic>
        <p:pic>
          <p:nvPicPr>
            <p:cNvPr id="152" name="Graphic 151">
              <a:extLst>
                <a:ext uri="{FF2B5EF4-FFF2-40B4-BE49-F238E27FC236}">
                  <a16:creationId xmlns:a16="http://schemas.microsoft.com/office/drawing/2014/main" id="{11CAB691-E024-17A8-5670-1F5A6C73141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5847662" y="3331600"/>
              <a:ext cx="392650" cy="392650"/>
            </a:xfrm>
            <a:prstGeom prst="rect">
              <a:avLst/>
            </a:prstGeom>
          </p:spPr>
        </p:pic>
      </p:grpSp>
      <p:sp>
        <p:nvSpPr>
          <p:cNvPr id="169" name="Rectangle 168">
            <a:extLst>
              <a:ext uri="{FF2B5EF4-FFF2-40B4-BE49-F238E27FC236}">
                <a16:creationId xmlns:a16="http://schemas.microsoft.com/office/drawing/2014/main" id="{D6536FC5-528B-3064-5E54-FDBDEDB74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29600" y="3761392"/>
            <a:ext cx="228600" cy="14231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pic>
        <p:nvPicPr>
          <p:cNvPr id="137" name="Graphic 136">
            <a:extLst>
              <a:ext uri="{FF2B5EF4-FFF2-40B4-BE49-F238E27FC236}">
                <a16:creationId xmlns:a16="http://schemas.microsoft.com/office/drawing/2014/main" id="{0A98765B-1BBD-C69A-19A7-C5750A3A2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176448" y="3267947"/>
            <a:ext cx="1993392" cy="199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231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Divider 2 DAP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8C0D1B45-6D01-E2B0-10F1-DAE0DE89C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2555940" y="-914400"/>
            <a:ext cx="15732060" cy="8839200"/>
          </a:xfrm>
          <a:custGeom>
            <a:avLst/>
            <a:gdLst>
              <a:gd name="connsiteX0" fmla="*/ 10986103 w 15732060"/>
              <a:gd name="connsiteY0" fmla="*/ 8468534 h 8839200"/>
              <a:gd name="connsiteX1" fmla="*/ 10972932 w 15732060"/>
              <a:gd name="connsiteY1" fmla="*/ 8473884 h 8839200"/>
              <a:gd name="connsiteX2" fmla="*/ 10972932 w 15732060"/>
              <a:gd name="connsiteY2" fmla="*/ 8500223 h 8839200"/>
              <a:gd name="connsiteX3" fmla="*/ 10997626 w 15732060"/>
              <a:gd name="connsiteY3" fmla="*/ 8501870 h 8839200"/>
              <a:gd name="connsiteX4" fmla="*/ 11103530 w 15732060"/>
              <a:gd name="connsiteY4" fmla="*/ 8607774 h 8839200"/>
              <a:gd name="connsiteX5" fmla="*/ 11103530 w 15732060"/>
              <a:gd name="connsiteY5" fmla="*/ 8765808 h 8839200"/>
              <a:gd name="connsiteX6" fmla="*/ 11087069 w 15732060"/>
              <a:gd name="connsiteY6" fmla="*/ 8784465 h 8839200"/>
              <a:gd name="connsiteX7" fmla="*/ 11105724 w 15732060"/>
              <a:gd name="connsiteY7" fmla="*/ 8803121 h 8839200"/>
              <a:gd name="connsiteX8" fmla="*/ 11124382 w 15732060"/>
              <a:gd name="connsiteY8" fmla="*/ 8784465 h 8839200"/>
              <a:gd name="connsiteX9" fmla="*/ 11119649 w 15732060"/>
              <a:gd name="connsiteY9" fmla="*/ 8771639 h 8839200"/>
              <a:gd name="connsiteX10" fmla="*/ 11108468 w 15732060"/>
              <a:gd name="connsiteY10" fmla="*/ 8766081 h 8839200"/>
              <a:gd name="connsiteX11" fmla="*/ 11108468 w 15732060"/>
              <a:gd name="connsiteY11" fmla="*/ 8766357 h 8839200"/>
              <a:gd name="connsiteX12" fmla="*/ 11107920 w 15732060"/>
              <a:gd name="connsiteY12" fmla="*/ 8765808 h 8839200"/>
              <a:gd name="connsiteX13" fmla="*/ 11108468 w 15732060"/>
              <a:gd name="connsiteY13" fmla="*/ 8766081 h 8839200"/>
              <a:gd name="connsiteX14" fmla="*/ 11108468 w 15732060"/>
              <a:gd name="connsiteY14" fmla="*/ 8606128 h 8839200"/>
              <a:gd name="connsiteX15" fmla="*/ 11000918 w 15732060"/>
              <a:gd name="connsiteY15" fmla="*/ 8498577 h 8839200"/>
              <a:gd name="connsiteX16" fmla="*/ 10999272 w 15732060"/>
              <a:gd name="connsiteY16" fmla="*/ 8473884 h 8839200"/>
              <a:gd name="connsiteX17" fmla="*/ 10986103 w 15732060"/>
              <a:gd name="connsiteY17" fmla="*/ 8468534 h 8839200"/>
              <a:gd name="connsiteX18" fmla="*/ 8224898 w 15732060"/>
              <a:gd name="connsiteY18" fmla="*/ 8413113 h 8839200"/>
              <a:gd name="connsiteX19" fmla="*/ 8211729 w 15732060"/>
              <a:gd name="connsiteY19" fmla="*/ 8418462 h 8839200"/>
              <a:gd name="connsiteX20" fmla="*/ 8211729 w 15732060"/>
              <a:gd name="connsiteY20" fmla="*/ 8444801 h 8839200"/>
              <a:gd name="connsiteX21" fmla="*/ 8236421 w 15732060"/>
              <a:gd name="connsiteY21" fmla="*/ 8446447 h 8839200"/>
              <a:gd name="connsiteX22" fmla="*/ 8332998 w 15732060"/>
              <a:gd name="connsiteY22" fmla="*/ 8543025 h 8839200"/>
              <a:gd name="connsiteX23" fmla="*/ 8332998 w 15732060"/>
              <a:gd name="connsiteY23" fmla="*/ 8766906 h 8839200"/>
              <a:gd name="connsiteX24" fmla="*/ 8316536 w 15732060"/>
              <a:gd name="connsiteY24" fmla="*/ 8785562 h 8839200"/>
              <a:gd name="connsiteX25" fmla="*/ 8335193 w 15732060"/>
              <a:gd name="connsiteY25" fmla="*/ 8804219 h 8839200"/>
              <a:gd name="connsiteX26" fmla="*/ 8353849 w 15732060"/>
              <a:gd name="connsiteY26" fmla="*/ 8785562 h 8839200"/>
              <a:gd name="connsiteX27" fmla="*/ 8337388 w 15732060"/>
              <a:gd name="connsiteY27" fmla="*/ 8766906 h 8839200"/>
              <a:gd name="connsiteX28" fmla="*/ 8337388 w 15732060"/>
              <a:gd name="connsiteY28" fmla="*/ 8766357 h 8839200"/>
              <a:gd name="connsiteX29" fmla="*/ 8337388 w 15732060"/>
              <a:gd name="connsiteY29" fmla="*/ 8540829 h 8839200"/>
              <a:gd name="connsiteX30" fmla="*/ 8239714 w 15732060"/>
              <a:gd name="connsiteY30" fmla="*/ 8443156 h 8839200"/>
              <a:gd name="connsiteX31" fmla="*/ 8238067 w 15732060"/>
              <a:gd name="connsiteY31" fmla="*/ 8418462 h 8839200"/>
              <a:gd name="connsiteX32" fmla="*/ 8224898 w 15732060"/>
              <a:gd name="connsiteY32" fmla="*/ 8413113 h 8839200"/>
              <a:gd name="connsiteX33" fmla="*/ 3962920 w 15732060"/>
              <a:gd name="connsiteY33" fmla="*/ 8307757 h 8839200"/>
              <a:gd name="connsiteX34" fmla="*/ 3949750 w 15732060"/>
              <a:gd name="connsiteY34" fmla="*/ 8313107 h 8839200"/>
              <a:gd name="connsiteX35" fmla="*/ 3948105 w 15732060"/>
              <a:gd name="connsiteY35" fmla="*/ 8337800 h 8839200"/>
              <a:gd name="connsiteX36" fmla="*/ 3837261 w 15732060"/>
              <a:gd name="connsiteY36" fmla="*/ 8448642 h 8839200"/>
              <a:gd name="connsiteX37" fmla="*/ 3672642 w 15732060"/>
              <a:gd name="connsiteY37" fmla="*/ 8448642 h 8839200"/>
              <a:gd name="connsiteX38" fmla="*/ 3363708 w 15732060"/>
              <a:gd name="connsiteY38" fmla="*/ 8757578 h 8839200"/>
              <a:gd name="connsiteX39" fmla="*/ 3339016 w 15732060"/>
              <a:gd name="connsiteY39" fmla="*/ 8759223 h 8839200"/>
              <a:gd name="connsiteX40" fmla="*/ 3339016 w 15732060"/>
              <a:gd name="connsiteY40" fmla="*/ 8785562 h 8839200"/>
              <a:gd name="connsiteX41" fmla="*/ 3365354 w 15732060"/>
              <a:gd name="connsiteY41" fmla="*/ 8785562 h 8839200"/>
              <a:gd name="connsiteX42" fmla="*/ 3367000 w 15732060"/>
              <a:gd name="connsiteY42" fmla="*/ 8760869 h 8839200"/>
              <a:gd name="connsiteX43" fmla="*/ 3674289 w 15732060"/>
              <a:gd name="connsiteY43" fmla="*/ 8453582 h 8839200"/>
              <a:gd name="connsiteX44" fmla="*/ 3838908 w 15732060"/>
              <a:gd name="connsiteY44" fmla="*/ 8453582 h 8839200"/>
              <a:gd name="connsiteX45" fmla="*/ 3951397 w 15732060"/>
              <a:gd name="connsiteY45" fmla="*/ 8341092 h 8839200"/>
              <a:gd name="connsiteX46" fmla="*/ 3976090 w 15732060"/>
              <a:gd name="connsiteY46" fmla="*/ 8339446 h 8839200"/>
              <a:gd name="connsiteX47" fmla="*/ 3976090 w 15732060"/>
              <a:gd name="connsiteY47" fmla="*/ 8313107 h 8839200"/>
              <a:gd name="connsiteX48" fmla="*/ 3962920 w 15732060"/>
              <a:gd name="connsiteY48" fmla="*/ 8307757 h 8839200"/>
              <a:gd name="connsiteX49" fmla="*/ 9268031 w 15732060"/>
              <a:gd name="connsiteY49" fmla="*/ 8282516 h 8839200"/>
              <a:gd name="connsiteX50" fmla="*/ 9254862 w 15732060"/>
              <a:gd name="connsiteY50" fmla="*/ 8287866 h 8839200"/>
              <a:gd name="connsiteX51" fmla="*/ 9254862 w 15732060"/>
              <a:gd name="connsiteY51" fmla="*/ 8314204 h 8839200"/>
              <a:gd name="connsiteX52" fmla="*/ 9279556 w 15732060"/>
              <a:gd name="connsiteY52" fmla="*/ 8315851 h 8839200"/>
              <a:gd name="connsiteX53" fmla="*/ 9328941 w 15732060"/>
              <a:gd name="connsiteY53" fmla="*/ 8365236 h 8839200"/>
              <a:gd name="connsiteX54" fmla="*/ 9328941 w 15732060"/>
              <a:gd name="connsiteY54" fmla="*/ 8753736 h 8839200"/>
              <a:gd name="connsiteX55" fmla="*/ 9312479 w 15732060"/>
              <a:gd name="connsiteY55" fmla="*/ 8772392 h 8839200"/>
              <a:gd name="connsiteX56" fmla="*/ 9331135 w 15732060"/>
              <a:gd name="connsiteY56" fmla="*/ 8791049 h 8839200"/>
              <a:gd name="connsiteX57" fmla="*/ 9349792 w 15732060"/>
              <a:gd name="connsiteY57" fmla="*/ 8772392 h 8839200"/>
              <a:gd name="connsiteX58" fmla="*/ 9333330 w 15732060"/>
              <a:gd name="connsiteY58" fmla="*/ 8753736 h 8839200"/>
              <a:gd name="connsiteX59" fmla="*/ 9333330 w 15732060"/>
              <a:gd name="connsiteY59" fmla="*/ 8363042 h 8839200"/>
              <a:gd name="connsiteX60" fmla="*/ 9282847 w 15732060"/>
              <a:gd name="connsiteY60" fmla="*/ 8312558 h 8839200"/>
              <a:gd name="connsiteX61" fmla="*/ 9281201 w 15732060"/>
              <a:gd name="connsiteY61" fmla="*/ 8287866 h 8839200"/>
              <a:gd name="connsiteX62" fmla="*/ 9268031 w 15732060"/>
              <a:gd name="connsiteY62" fmla="*/ 8282516 h 8839200"/>
              <a:gd name="connsiteX63" fmla="*/ 13399413 w 15732060"/>
              <a:gd name="connsiteY63" fmla="*/ 8163990 h 8839200"/>
              <a:gd name="connsiteX64" fmla="*/ 13386243 w 15732060"/>
              <a:gd name="connsiteY64" fmla="*/ 8169340 h 8839200"/>
              <a:gd name="connsiteX65" fmla="*/ 13386243 w 15732060"/>
              <a:gd name="connsiteY65" fmla="*/ 8195679 h 8839200"/>
              <a:gd name="connsiteX66" fmla="*/ 13410936 w 15732060"/>
              <a:gd name="connsiteY66" fmla="*/ 8197326 h 8839200"/>
              <a:gd name="connsiteX67" fmla="*/ 13824129 w 15732060"/>
              <a:gd name="connsiteY67" fmla="*/ 8610517 h 8839200"/>
              <a:gd name="connsiteX68" fmla="*/ 13824677 w 15732060"/>
              <a:gd name="connsiteY68" fmla="*/ 8610517 h 8839200"/>
              <a:gd name="connsiteX69" fmla="*/ 14476568 w 15732060"/>
              <a:gd name="connsiteY69" fmla="*/ 8611066 h 8839200"/>
              <a:gd name="connsiteX70" fmla="*/ 14643380 w 15732060"/>
              <a:gd name="connsiteY70" fmla="*/ 8777880 h 8839200"/>
              <a:gd name="connsiteX71" fmla="*/ 14645027 w 15732060"/>
              <a:gd name="connsiteY71" fmla="*/ 8802573 h 8839200"/>
              <a:gd name="connsiteX72" fmla="*/ 14671366 w 15732060"/>
              <a:gd name="connsiteY72" fmla="*/ 8802573 h 8839200"/>
              <a:gd name="connsiteX73" fmla="*/ 14671366 w 15732060"/>
              <a:gd name="connsiteY73" fmla="*/ 8776235 h 8839200"/>
              <a:gd name="connsiteX74" fmla="*/ 14646673 w 15732060"/>
              <a:gd name="connsiteY74" fmla="*/ 8774588 h 8839200"/>
              <a:gd name="connsiteX75" fmla="*/ 14479311 w 15732060"/>
              <a:gd name="connsiteY75" fmla="*/ 8607225 h 8839200"/>
              <a:gd name="connsiteX76" fmla="*/ 14478762 w 15732060"/>
              <a:gd name="connsiteY76" fmla="*/ 8607225 h 8839200"/>
              <a:gd name="connsiteX77" fmla="*/ 13826872 w 15732060"/>
              <a:gd name="connsiteY77" fmla="*/ 8606676 h 8839200"/>
              <a:gd name="connsiteX78" fmla="*/ 13414228 w 15732060"/>
              <a:gd name="connsiteY78" fmla="*/ 8194032 h 8839200"/>
              <a:gd name="connsiteX79" fmla="*/ 13412582 w 15732060"/>
              <a:gd name="connsiteY79" fmla="*/ 8169340 h 8839200"/>
              <a:gd name="connsiteX80" fmla="*/ 13399413 w 15732060"/>
              <a:gd name="connsiteY80" fmla="*/ 8163990 h 8839200"/>
              <a:gd name="connsiteX81" fmla="*/ 8317084 w 15732060"/>
              <a:gd name="connsiteY81" fmla="*/ 8068511 h 8839200"/>
              <a:gd name="connsiteX82" fmla="*/ 8303915 w 15732060"/>
              <a:gd name="connsiteY82" fmla="*/ 8073861 h 8839200"/>
              <a:gd name="connsiteX83" fmla="*/ 8303915 w 15732060"/>
              <a:gd name="connsiteY83" fmla="*/ 8100200 h 8839200"/>
              <a:gd name="connsiteX84" fmla="*/ 8328608 w 15732060"/>
              <a:gd name="connsiteY84" fmla="*/ 8101846 h 8839200"/>
              <a:gd name="connsiteX85" fmla="*/ 8425733 w 15732060"/>
              <a:gd name="connsiteY85" fmla="*/ 8198971 h 8839200"/>
              <a:gd name="connsiteX86" fmla="*/ 8426282 w 15732060"/>
              <a:gd name="connsiteY86" fmla="*/ 8198971 h 8839200"/>
              <a:gd name="connsiteX87" fmla="*/ 8649614 w 15732060"/>
              <a:gd name="connsiteY87" fmla="*/ 8199520 h 8839200"/>
              <a:gd name="connsiteX88" fmla="*/ 8891603 w 15732060"/>
              <a:gd name="connsiteY88" fmla="*/ 8441510 h 8839200"/>
              <a:gd name="connsiteX89" fmla="*/ 8891603 w 15732060"/>
              <a:gd name="connsiteY89" fmla="*/ 8753187 h 8839200"/>
              <a:gd name="connsiteX90" fmla="*/ 8875142 w 15732060"/>
              <a:gd name="connsiteY90" fmla="*/ 8771844 h 8839200"/>
              <a:gd name="connsiteX91" fmla="*/ 8893799 w 15732060"/>
              <a:gd name="connsiteY91" fmla="*/ 8790501 h 8839200"/>
              <a:gd name="connsiteX92" fmla="*/ 8912456 w 15732060"/>
              <a:gd name="connsiteY92" fmla="*/ 8771844 h 8839200"/>
              <a:gd name="connsiteX93" fmla="*/ 8907723 w 15732060"/>
              <a:gd name="connsiteY93" fmla="*/ 8759018 h 8839200"/>
              <a:gd name="connsiteX94" fmla="*/ 8896542 w 15732060"/>
              <a:gd name="connsiteY94" fmla="*/ 8753460 h 8839200"/>
              <a:gd name="connsiteX95" fmla="*/ 8896542 w 15732060"/>
              <a:gd name="connsiteY95" fmla="*/ 8753736 h 8839200"/>
              <a:gd name="connsiteX96" fmla="*/ 8895993 w 15732060"/>
              <a:gd name="connsiteY96" fmla="*/ 8753187 h 8839200"/>
              <a:gd name="connsiteX97" fmla="*/ 8896542 w 15732060"/>
              <a:gd name="connsiteY97" fmla="*/ 8753460 h 8839200"/>
              <a:gd name="connsiteX98" fmla="*/ 8896542 w 15732060"/>
              <a:gd name="connsiteY98" fmla="*/ 8439863 h 8839200"/>
              <a:gd name="connsiteX99" fmla="*/ 8652358 w 15732060"/>
              <a:gd name="connsiteY99" fmla="*/ 8195679 h 8839200"/>
              <a:gd name="connsiteX100" fmla="*/ 8651810 w 15732060"/>
              <a:gd name="connsiteY100" fmla="*/ 8195679 h 8839200"/>
              <a:gd name="connsiteX101" fmla="*/ 8428477 w 15732060"/>
              <a:gd name="connsiteY101" fmla="*/ 8195130 h 8839200"/>
              <a:gd name="connsiteX102" fmla="*/ 8331900 w 15732060"/>
              <a:gd name="connsiteY102" fmla="*/ 8098555 h 8839200"/>
              <a:gd name="connsiteX103" fmla="*/ 8330254 w 15732060"/>
              <a:gd name="connsiteY103" fmla="*/ 8073861 h 8839200"/>
              <a:gd name="connsiteX104" fmla="*/ 8317084 w 15732060"/>
              <a:gd name="connsiteY104" fmla="*/ 8068511 h 8839200"/>
              <a:gd name="connsiteX105" fmla="*/ 903206 w 15732060"/>
              <a:gd name="connsiteY105" fmla="*/ 7993746 h 8839200"/>
              <a:gd name="connsiteX106" fmla="*/ 884550 w 15732060"/>
              <a:gd name="connsiteY106" fmla="*/ 8010209 h 8839200"/>
              <a:gd name="connsiteX107" fmla="*/ 260646 w 15732060"/>
              <a:gd name="connsiteY107" fmla="*/ 8010209 h 8839200"/>
              <a:gd name="connsiteX108" fmla="*/ 133340 w 15732060"/>
              <a:gd name="connsiteY108" fmla="*/ 8137514 h 8839200"/>
              <a:gd name="connsiteX109" fmla="*/ 108648 w 15732060"/>
              <a:gd name="connsiteY109" fmla="*/ 8139160 h 8839200"/>
              <a:gd name="connsiteX110" fmla="*/ 108648 w 15732060"/>
              <a:gd name="connsiteY110" fmla="*/ 8165499 h 8839200"/>
              <a:gd name="connsiteX111" fmla="*/ 134986 w 15732060"/>
              <a:gd name="connsiteY111" fmla="*/ 8165499 h 8839200"/>
              <a:gd name="connsiteX112" fmla="*/ 136634 w 15732060"/>
              <a:gd name="connsiteY112" fmla="*/ 8140807 h 8839200"/>
              <a:gd name="connsiteX113" fmla="*/ 262840 w 15732060"/>
              <a:gd name="connsiteY113" fmla="*/ 8014598 h 8839200"/>
              <a:gd name="connsiteX114" fmla="*/ 884550 w 15732060"/>
              <a:gd name="connsiteY114" fmla="*/ 8014598 h 8839200"/>
              <a:gd name="connsiteX115" fmla="*/ 903206 w 15732060"/>
              <a:gd name="connsiteY115" fmla="*/ 8031060 h 8839200"/>
              <a:gd name="connsiteX116" fmla="*/ 921864 w 15732060"/>
              <a:gd name="connsiteY116" fmla="*/ 8012403 h 8839200"/>
              <a:gd name="connsiteX117" fmla="*/ 903206 w 15732060"/>
              <a:gd name="connsiteY117" fmla="*/ 7993746 h 8839200"/>
              <a:gd name="connsiteX118" fmla="*/ 4129185 w 15732060"/>
              <a:gd name="connsiteY118" fmla="*/ 7974541 h 8839200"/>
              <a:gd name="connsiteX119" fmla="*/ 4110528 w 15732060"/>
              <a:gd name="connsiteY119" fmla="*/ 7993198 h 8839200"/>
              <a:gd name="connsiteX120" fmla="*/ 4126990 w 15732060"/>
              <a:gd name="connsiteY120" fmla="*/ 8011855 h 8839200"/>
              <a:gd name="connsiteX121" fmla="*/ 4126990 w 15732060"/>
              <a:gd name="connsiteY121" fmla="*/ 8401452 h 8839200"/>
              <a:gd name="connsiteX122" fmla="*/ 3920119 w 15732060"/>
              <a:gd name="connsiteY122" fmla="*/ 8608323 h 8839200"/>
              <a:gd name="connsiteX123" fmla="*/ 3804337 w 15732060"/>
              <a:gd name="connsiteY123" fmla="*/ 8608323 h 8839200"/>
              <a:gd name="connsiteX124" fmla="*/ 3646852 w 15732060"/>
              <a:gd name="connsiteY124" fmla="*/ 8765808 h 8839200"/>
              <a:gd name="connsiteX125" fmla="*/ 3622159 w 15732060"/>
              <a:gd name="connsiteY125" fmla="*/ 8767454 h 8839200"/>
              <a:gd name="connsiteX126" fmla="*/ 3622159 w 15732060"/>
              <a:gd name="connsiteY126" fmla="*/ 8793793 h 8839200"/>
              <a:gd name="connsiteX127" fmla="*/ 3648498 w 15732060"/>
              <a:gd name="connsiteY127" fmla="*/ 8793793 h 8839200"/>
              <a:gd name="connsiteX128" fmla="*/ 3650144 w 15732060"/>
              <a:gd name="connsiteY128" fmla="*/ 8769101 h 8839200"/>
              <a:gd name="connsiteX129" fmla="*/ 3805984 w 15732060"/>
              <a:gd name="connsiteY129" fmla="*/ 8613261 h 8839200"/>
              <a:gd name="connsiteX130" fmla="*/ 3921766 w 15732060"/>
              <a:gd name="connsiteY130" fmla="*/ 8613261 h 8839200"/>
              <a:gd name="connsiteX131" fmla="*/ 4131380 w 15732060"/>
              <a:gd name="connsiteY131" fmla="*/ 8403648 h 8839200"/>
              <a:gd name="connsiteX132" fmla="*/ 4131380 w 15732060"/>
              <a:gd name="connsiteY132" fmla="*/ 8011855 h 8839200"/>
              <a:gd name="connsiteX133" fmla="*/ 4147842 w 15732060"/>
              <a:gd name="connsiteY133" fmla="*/ 7993198 h 8839200"/>
              <a:gd name="connsiteX134" fmla="*/ 4129185 w 15732060"/>
              <a:gd name="connsiteY134" fmla="*/ 7974541 h 8839200"/>
              <a:gd name="connsiteX135" fmla="*/ 9336828 w 15732060"/>
              <a:gd name="connsiteY135" fmla="*/ 7947997 h 8839200"/>
              <a:gd name="connsiteX136" fmla="*/ 9323453 w 15732060"/>
              <a:gd name="connsiteY136" fmla="*/ 7953141 h 8839200"/>
              <a:gd name="connsiteX137" fmla="*/ 9323453 w 15732060"/>
              <a:gd name="connsiteY137" fmla="*/ 7979480 h 8839200"/>
              <a:gd name="connsiteX138" fmla="*/ 9348147 w 15732060"/>
              <a:gd name="connsiteY138" fmla="*/ 7981126 h 8839200"/>
              <a:gd name="connsiteX139" fmla="*/ 9667506 w 15732060"/>
              <a:gd name="connsiteY139" fmla="*/ 8300486 h 8839200"/>
              <a:gd name="connsiteX140" fmla="*/ 9667506 w 15732060"/>
              <a:gd name="connsiteY140" fmla="*/ 8759772 h 8839200"/>
              <a:gd name="connsiteX141" fmla="*/ 9651044 w 15732060"/>
              <a:gd name="connsiteY141" fmla="*/ 8778429 h 8839200"/>
              <a:gd name="connsiteX142" fmla="*/ 9669701 w 15732060"/>
              <a:gd name="connsiteY142" fmla="*/ 8797086 h 8839200"/>
              <a:gd name="connsiteX143" fmla="*/ 9688358 w 15732060"/>
              <a:gd name="connsiteY143" fmla="*/ 8778429 h 8839200"/>
              <a:gd name="connsiteX144" fmla="*/ 9683626 w 15732060"/>
              <a:gd name="connsiteY144" fmla="*/ 8765603 h 8839200"/>
              <a:gd name="connsiteX145" fmla="*/ 9672445 w 15732060"/>
              <a:gd name="connsiteY145" fmla="*/ 8760045 h 8839200"/>
              <a:gd name="connsiteX146" fmla="*/ 9672445 w 15732060"/>
              <a:gd name="connsiteY146" fmla="*/ 8760321 h 8839200"/>
              <a:gd name="connsiteX147" fmla="*/ 9671897 w 15732060"/>
              <a:gd name="connsiteY147" fmla="*/ 8759772 h 8839200"/>
              <a:gd name="connsiteX148" fmla="*/ 9672445 w 15732060"/>
              <a:gd name="connsiteY148" fmla="*/ 8760045 h 8839200"/>
              <a:gd name="connsiteX149" fmla="*/ 9672445 w 15732060"/>
              <a:gd name="connsiteY149" fmla="*/ 8298840 h 8839200"/>
              <a:gd name="connsiteX150" fmla="*/ 9351439 w 15732060"/>
              <a:gd name="connsiteY150" fmla="*/ 7977834 h 8839200"/>
              <a:gd name="connsiteX151" fmla="*/ 9349792 w 15732060"/>
              <a:gd name="connsiteY151" fmla="*/ 7953141 h 8839200"/>
              <a:gd name="connsiteX152" fmla="*/ 9336828 w 15732060"/>
              <a:gd name="connsiteY152" fmla="*/ 7947997 h 8839200"/>
              <a:gd name="connsiteX153" fmla="*/ 7968642 w 15732060"/>
              <a:gd name="connsiteY153" fmla="*/ 7870832 h 8839200"/>
              <a:gd name="connsiteX154" fmla="*/ 7949984 w 15732060"/>
              <a:gd name="connsiteY154" fmla="*/ 7889488 h 8839200"/>
              <a:gd name="connsiteX155" fmla="*/ 7966447 w 15732060"/>
              <a:gd name="connsiteY155" fmla="*/ 7908145 h 8839200"/>
              <a:gd name="connsiteX156" fmla="*/ 7966447 w 15732060"/>
              <a:gd name="connsiteY156" fmla="*/ 8525465 h 8839200"/>
              <a:gd name="connsiteX157" fmla="*/ 7949984 w 15732060"/>
              <a:gd name="connsiteY157" fmla="*/ 8544122 h 8839200"/>
              <a:gd name="connsiteX158" fmla="*/ 7968642 w 15732060"/>
              <a:gd name="connsiteY158" fmla="*/ 8562779 h 8839200"/>
              <a:gd name="connsiteX159" fmla="*/ 7987298 w 15732060"/>
              <a:gd name="connsiteY159" fmla="*/ 8544122 h 8839200"/>
              <a:gd name="connsiteX160" fmla="*/ 7970837 w 15732060"/>
              <a:gd name="connsiteY160" fmla="*/ 8525465 h 8839200"/>
              <a:gd name="connsiteX161" fmla="*/ 7970837 w 15732060"/>
              <a:gd name="connsiteY161" fmla="*/ 7908145 h 8839200"/>
              <a:gd name="connsiteX162" fmla="*/ 7987298 w 15732060"/>
              <a:gd name="connsiteY162" fmla="*/ 7889488 h 8839200"/>
              <a:gd name="connsiteX163" fmla="*/ 7968642 w 15732060"/>
              <a:gd name="connsiteY163" fmla="*/ 7870832 h 8839200"/>
              <a:gd name="connsiteX164" fmla="*/ 4137965 w 15732060"/>
              <a:gd name="connsiteY164" fmla="*/ 7810060 h 8839200"/>
              <a:gd name="connsiteX165" fmla="*/ 4124796 w 15732060"/>
              <a:gd name="connsiteY165" fmla="*/ 7815410 h 8839200"/>
              <a:gd name="connsiteX166" fmla="*/ 4123149 w 15732060"/>
              <a:gd name="connsiteY166" fmla="*/ 7840103 h 8839200"/>
              <a:gd name="connsiteX167" fmla="*/ 4026024 w 15732060"/>
              <a:gd name="connsiteY167" fmla="*/ 7937228 h 8839200"/>
              <a:gd name="connsiteX168" fmla="*/ 4026024 w 15732060"/>
              <a:gd name="connsiteY168" fmla="*/ 8023926 h 8839200"/>
              <a:gd name="connsiteX169" fmla="*/ 3871282 w 15732060"/>
              <a:gd name="connsiteY169" fmla="*/ 8178669 h 8839200"/>
              <a:gd name="connsiteX170" fmla="*/ 3769218 w 15732060"/>
              <a:gd name="connsiteY170" fmla="*/ 8178669 h 8839200"/>
              <a:gd name="connsiteX171" fmla="*/ 3176592 w 15732060"/>
              <a:gd name="connsiteY171" fmla="*/ 8771295 h 8839200"/>
              <a:gd name="connsiteX172" fmla="*/ 3151898 w 15732060"/>
              <a:gd name="connsiteY172" fmla="*/ 8772941 h 8839200"/>
              <a:gd name="connsiteX173" fmla="*/ 3151898 w 15732060"/>
              <a:gd name="connsiteY173" fmla="*/ 8799281 h 8839200"/>
              <a:gd name="connsiteX174" fmla="*/ 3178238 w 15732060"/>
              <a:gd name="connsiteY174" fmla="*/ 8799281 h 8839200"/>
              <a:gd name="connsiteX175" fmla="*/ 3179883 w 15732060"/>
              <a:gd name="connsiteY175" fmla="*/ 8774588 h 8839200"/>
              <a:gd name="connsiteX176" fmla="*/ 3770865 w 15732060"/>
              <a:gd name="connsiteY176" fmla="*/ 8183607 h 8839200"/>
              <a:gd name="connsiteX177" fmla="*/ 3771414 w 15732060"/>
              <a:gd name="connsiteY177" fmla="*/ 8183058 h 8839200"/>
              <a:gd name="connsiteX178" fmla="*/ 3873478 w 15732060"/>
              <a:gd name="connsiteY178" fmla="*/ 8183058 h 8839200"/>
              <a:gd name="connsiteX179" fmla="*/ 4030963 w 15732060"/>
              <a:gd name="connsiteY179" fmla="*/ 8025573 h 8839200"/>
              <a:gd name="connsiteX180" fmla="*/ 4030963 w 15732060"/>
              <a:gd name="connsiteY180" fmla="*/ 7938874 h 8839200"/>
              <a:gd name="connsiteX181" fmla="*/ 4126441 w 15732060"/>
              <a:gd name="connsiteY181" fmla="*/ 7843396 h 8839200"/>
              <a:gd name="connsiteX182" fmla="*/ 4151134 w 15732060"/>
              <a:gd name="connsiteY182" fmla="*/ 7841749 h 8839200"/>
              <a:gd name="connsiteX183" fmla="*/ 4151134 w 15732060"/>
              <a:gd name="connsiteY183" fmla="*/ 7815410 h 8839200"/>
              <a:gd name="connsiteX184" fmla="*/ 4137965 w 15732060"/>
              <a:gd name="connsiteY184" fmla="*/ 7810060 h 8839200"/>
              <a:gd name="connsiteX185" fmla="*/ 6214904 w 15732060"/>
              <a:gd name="connsiteY185" fmla="*/ 7796754 h 8839200"/>
              <a:gd name="connsiteX186" fmla="*/ 6196247 w 15732060"/>
              <a:gd name="connsiteY186" fmla="*/ 7815410 h 8839200"/>
              <a:gd name="connsiteX187" fmla="*/ 6212710 w 15732060"/>
              <a:gd name="connsiteY187" fmla="*/ 7834067 h 8839200"/>
              <a:gd name="connsiteX188" fmla="*/ 6212710 w 15732060"/>
              <a:gd name="connsiteY188" fmla="*/ 8451386 h 8839200"/>
              <a:gd name="connsiteX189" fmla="*/ 6196247 w 15732060"/>
              <a:gd name="connsiteY189" fmla="*/ 8470043 h 8839200"/>
              <a:gd name="connsiteX190" fmla="*/ 6214904 w 15732060"/>
              <a:gd name="connsiteY190" fmla="*/ 8488700 h 8839200"/>
              <a:gd name="connsiteX191" fmla="*/ 6233560 w 15732060"/>
              <a:gd name="connsiteY191" fmla="*/ 8470043 h 8839200"/>
              <a:gd name="connsiteX192" fmla="*/ 6217099 w 15732060"/>
              <a:gd name="connsiteY192" fmla="*/ 8451386 h 8839200"/>
              <a:gd name="connsiteX193" fmla="*/ 6217099 w 15732060"/>
              <a:gd name="connsiteY193" fmla="*/ 7834067 h 8839200"/>
              <a:gd name="connsiteX194" fmla="*/ 6233560 w 15732060"/>
              <a:gd name="connsiteY194" fmla="*/ 7815410 h 8839200"/>
              <a:gd name="connsiteX195" fmla="*/ 6214904 w 15732060"/>
              <a:gd name="connsiteY195" fmla="*/ 7796754 h 8839200"/>
              <a:gd name="connsiteX196" fmla="*/ 2332097 w 15732060"/>
              <a:gd name="connsiteY196" fmla="*/ 7787974 h 8839200"/>
              <a:gd name="connsiteX197" fmla="*/ 2313440 w 15732060"/>
              <a:gd name="connsiteY197" fmla="*/ 7804435 h 8839200"/>
              <a:gd name="connsiteX198" fmla="*/ 1924392 w 15732060"/>
              <a:gd name="connsiteY198" fmla="*/ 7804435 h 8839200"/>
              <a:gd name="connsiteX199" fmla="*/ 1688987 w 15732060"/>
              <a:gd name="connsiteY199" fmla="*/ 8039840 h 8839200"/>
              <a:gd name="connsiteX200" fmla="*/ 1327375 w 15732060"/>
              <a:gd name="connsiteY200" fmla="*/ 8039840 h 8839200"/>
              <a:gd name="connsiteX201" fmla="*/ 596468 w 15732060"/>
              <a:gd name="connsiteY201" fmla="*/ 8770747 h 8839200"/>
              <a:gd name="connsiteX202" fmla="*/ 571774 w 15732060"/>
              <a:gd name="connsiteY202" fmla="*/ 8772392 h 8839200"/>
              <a:gd name="connsiteX203" fmla="*/ 571774 w 15732060"/>
              <a:gd name="connsiteY203" fmla="*/ 8798732 h 8839200"/>
              <a:gd name="connsiteX204" fmla="*/ 598114 w 15732060"/>
              <a:gd name="connsiteY204" fmla="*/ 8798732 h 8839200"/>
              <a:gd name="connsiteX205" fmla="*/ 599760 w 15732060"/>
              <a:gd name="connsiteY205" fmla="*/ 8774039 h 8839200"/>
              <a:gd name="connsiteX206" fmla="*/ 1329570 w 15732060"/>
              <a:gd name="connsiteY206" fmla="*/ 8044230 h 8839200"/>
              <a:gd name="connsiteX207" fmla="*/ 1691182 w 15732060"/>
              <a:gd name="connsiteY207" fmla="*/ 8044230 h 8839200"/>
              <a:gd name="connsiteX208" fmla="*/ 1926586 w 15732060"/>
              <a:gd name="connsiteY208" fmla="*/ 7808826 h 8839200"/>
              <a:gd name="connsiteX209" fmla="*/ 2313440 w 15732060"/>
              <a:gd name="connsiteY209" fmla="*/ 7808826 h 8839200"/>
              <a:gd name="connsiteX210" fmla="*/ 2332097 w 15732060"/>
              <a:gd name="connsiteY210" fmla="*/ 7825287 h 8839200"/>
              <a:gd name="connsiteX211" fmla="*/ 2350754 w 15732060"/>
              <a:gd name="connsiteY211" fmla="*/ 7806630 h 8839200"/>
              <a:gd name="connsiteX212" fmla="*/ 2332097 w 15732060"/>
              <a:gd name="connsiteY212" fmla="*/ 7787974 h 8839200"/>
              <a:gd name="connsiteX213" fmla="*/ 5800614 w 15732060"/>
              <a:gd name="connsiteY213" fmla="*/ 7665744 h 8839200"/>
              <a:gd name="connsiteX214" fmla="*/ 5787444 w 15732060"/>
              <a:gd name="connsiteY214" fmla="*/ 7671094 h 8839200"/>
              <a:gd name="connsiteX215" fmla="*/ 5785798 w 15732060"/>
              <a:gd name="connsiteY215" fmla="*/ 7695788 h 8839200"/>
              <a:gd name="connsiteX216" fmla="*/ 5719401 w 15732060"/>
              <a:gd name="connsiteY216" fmla="*/ 7762183 h 8839200"/>
              <a:gd name="connsiteX217" fmla="*/ 5719401 w 15732060"/>
              <a:gd name="connsiteY217" fmla="*/ 8747700 h 8839200"/>
              <a:gd name="connsiteX218" fmla="*/ 5702940 w 15732060"/>
              <a:gd name="connsiteY218" fmla="*/ 8766357 h 8839200"/>
              <a:gd name="connsiteX219" fmla="*/ 5721596 w 15732060"/>
              <a:gd name="connsiteY219" fmla="*/ 8785014 h 8839200"/>
              <a:gd name="connsiteX220" fmla="*/ 5740254 w 15732060"/>
              <a:gd name="connsiteY220" fmla="*/ 8766357 h 8839200"/>
              <a:gd name="connsiteX221" fmla="*/ 5723792 w 15732060"/>
              <a:gd name="connsiteY221" fmla="*/ 8747700 h 8839200"/>
              <a:gd name="connsiteX222" fmla="*/ 5723792 w 15732060"/>
              <a:gd name="connsiteY222" fmla="*/ 7764379 h 8839200"/>
              <a:gd name="connsiteX223" fmla="*/ 5789090 w 15732060"/>
              <a:gd name="connsiteY223" fmla="*/ 7699079 h 8839200"/>
              <a:gd name="connsiteX224" fmla="*/ 5813784 w 15732060"/>
              <a:gd name="connsiteY224" fmla="*/ 7697433 h 8839200"/>
              <a:gd name="connsiteX225" fmla="*/ 5813784 w 15732060"/>
              <a:gd name="connsiteY225" fmla="*/ 7671094 h 8839200"/>
              <a:gd name="connsiteX226" fmla="*/ 5800614 w 15732060"/>
              <a:gd name="connsiteY226" fmla="*/ 7665744 h 8839200"/>
              <a:gd name="connsiteX227" fmla="*/ 14789891 w 15732060"/>
              <a:gd name="connsiteY227" fmla="*/ 7554901 h 8839200"/>
              <a:gd name="connsiteX228" fmla="*/ 14776722 w 15732060"/>
              <a:gd name="connsiteY228" fmla="*/ 7560251 h 8839200"/>
              <a:gd name="connsiteX229" fmla="*/ 14776722 w 15732060"/>
              <a:gd name="connsiteY229" fmla="*/ 7586590 h 8839200"/>
              <a:gd name="connsiteX230" fmla="*/ 14801415 w 15732060"/>
              <a:gd name="connsiteY230" fmla="*/ 7588236 h 8839200"/>
              <a:gd name="connsiteX231" fmla="*/ 14851349 w 15732060"/>
              <a:gd name="connsiteY231" fmla="*/ 7638170 h 8839200"/>
              <a:gd name="connsiteX232" fmla="*/ 14851898 w 15732060"/>
              <a:gd name="connsiteY232" fmla="*/ 7638170 h 8839200"/>
              <a:gd name="connsiteX233" fmla="*/ 15503787 w 15732060"/>
              <a:gd name="connsiteY233" fmla="*/ 7638719 h 8839200"/>
              <a:gd name="connsiteX234" fmla="*/ 15670602 w 15732060"/>
              <a:gd name="connsiteY234" fmla="*/ 7805533 h 8839200"/>
              <a:gd name="connsiteX235" fmla="*/ 15672247 w 15732060"/>
              <a:gd name="connsiteY235" fmla="*/ 7830226 h 8839200"/>
              <a:gd name="connsiteX236" fmla="*/ 15698586 w 15732060"/>
              <a:gd name="connsiteY236" fmla="*/ 7830226 h 8839200"/>
              <a:gd name="connsiteX237" fmla="*/ 15698586 w 15732060"/>
              <a:gd name="connsiteY237" fmla="*/ 7803887 h 8839200"/>
              <a:gd name="connsiteX238" fmla="*/ 15673894 w 15732060"/>
              <a:gd name="connsiteY238" fmla="*/ 7802241 h 8839200"/>
              <a:gd name="connsiteX239" fmla="*/ 15506531 w 15732060"/>
              <a:gd name="connsiteY239" fmla="*/ 7634879 h 8839200"/>
              <a:gd name="connsiteX240" fmla="*/ 15505984 w 15732060"/>
              <a:gd name="connsiteY240" fmla="*/ 7634879 h 8839200"/>
              <a:gd name="connsiteX241" fmla="*/ 14854093 w 15732060"/>
              <a:gd name="connsiteY241" fmla="*/ 7634329 h 8839200"/>
              <a:gd name="connsiteX242" fmla="*/ 14804707 w 15732060"/>
              <a:gd name="connsiteY242" fmla="*/ 7584944 h 8839200"/>
              <a:gd name="connsiteX243" fmla="*/ 14803061 w 15732060"/>
              <a:gd name="connsiteY243" fmla="*/ 7560251 h 8839200"/>
              <a:gd name="connsiteX244" fmla="*/ 14789891 w 15732060"/>
              <a:gd name="connsiteY244" fmla="*/ 7554901 h 8839200"/>
              <a:gd name="connsiteX245" fmla="*/ 9237851 w 15732060"/>
              <a:gd name="connsiteY245" fmla="*/ 7538988 h 8839200"/>
              <a:gd name="connsiteX246" fmla="*/ 9224682 w 15732060"/>
              <a:gd name="connsiteY246" fmla="*/ 7544338 h 8839200"/>
              <a:gd name="connsiteX247" fmla="*/ 9224682 w 15732060"/>
              <a:gd name="connsiteY247" fmla="*/ 7570677 h 8839200"/>
              <a:gd name="connsiteX248" fmla="*/ 9249376 w 15732060"/>
              <a:gd name="connsiteY248" fmla="*/ 7572323 h 8839200"/>
              <a:gd name="connsiteX249" fmla="*/ 9346500 w 15732060"/>
              <a:gd name="connsiteY249" fmla="*/ 7669448 h 8839200"/>
              <a:gd name="connsiteX250" fmla="*/ 9347048 w 15732060"/>
              <a:gd name="connsiteY250" fmla="*/ 7669448 h 8839200"/>
              <a:gd name="connsiteX251" fmla="*/ 9570382 w 15732060"/>
              <a:gd name="connsiteY251" fmla="*/ 7669996 h 8839200"/>
              <a:gd name="connsiteX252" fmla="*/ 9755303 w 15732060"/>
              <a:gd name="connsiteY252" fmla="*/ 7854919 h 8839200"/>
              <a:gd name="connsiteX253" fmla="*/ 9756949 w 15732060"/>
              <a:gd name="connsiteY253" fmla="*/ 7879611 h 8839200"/>
              <a:gd name="connsiteX254" fmla="*/ 9783288 w 15732060"/>
              <a:gd name="connsiteY254" fmla="*/ 7879611 h 8839200"/>
              <a:gd name="connsiteX255" fmla="*/ 9783288 w 15732060"/>
              <a:gd name="connsiteY255" fmla="*/ 7853272 h 8839200"/>
              <a:gd name="connsiteX256" fmla="*/ 9758595 w 15732060"/>
              <a:gd name="connsiteY256" fmla="*/ 7851626 h 8839200"/>
              <a:gd name="connsiteX257" fmla="*/ 9573126 w 15732060"/>
              <a:gd name="connsiteY257" fmla="*/ 7666156 h 8839200"/>
              <a:gd name="connsiteX258" fmla="*/ 9572577 w 15732060"/>
              <a:gd name="connsiteY258" fmla="*/ 7666156 h 8839200"/>
              <a:gd name="connsiteX259" fmla="*/ 9349244 w 15732060"/>
              <a:gd name="connsiteY259" fmla="*/ 7665608 h 8839200"/>
              <a:gd name="connsiteX260" fmla="*/ 9252667 w 15732060"/>
              <a:gd name="connsiteY260" fmla="*/ 7569031 h 8839200"/>
              <a:gd name="connsiteX261" fmla="*/ 9251021 w 15732060"/>
              <a:gd name="connsiteY261" fmla="*/ 7544338 h 8839200"/>
              <a:gd name="connsiteX262" fmla="*/ 9237851 w 15732060"/>
              <a:gd name="connsiteY262" fmla="*/ 7538988 h 8839200"/>
              <a:gd name="connsiteX263" fmla="*/ 4765711 w 15732060"/>
              <a:gd name="connsiteY263" fmla="*/ 7500028 h 8839200"/>
              <a:gd name="connsiteX264" fmla="*/ 4752542 w 15732060"/>
              <a:gd name="connsiteY264" fmla="*/ 7505378 h 8839200"/>
              <a:gd name="connsiteX265" fmla="*/ 4750895 w 15732060"/>
              <a:gd name="connsiteY265" fmla="*/ 7530071 h 8839200"/>
              <a:gd name="connsiteX266" fmla="*/ 4653770 w 15732060"/>
              <a:gd name="connsiteY266" fmla="*/ 7627196 h 8839200"/>
              <a:gd name="connsiteX267" fmla="*/ 4653770 w 15732060"/>
              <a:gd name="connsiteY267" fmla="*/ 8470043 h 8839200"/>
              <a:gd name="connsiteX268" fmla="*/ 4499028 w 15732060"/>
              <a:gd name="connsiteY268" fmla="*/ 8624785 h 8839200"/>
              <a:gd name="connsiteX269" fmla="*/ 4302584 w 15732060"/>
              <a:gd name="connsiteY269" fmla="*/ 8624785 h 8839200"/>
              <a:gd name="connsiteX270" fmla="*/ 4153878 w 15732060"/>
              <a:gd name="connsiteY270" fmla="*/ 8773491 h 8839200"/>
              <a:gd name="connsiteX271" fmla="*/ 4129185 w 15732060"/>
              <a:gd name="connsiteY271" fmla="*/ 8775136 h 8839200"/>
              <a:gd name="connsiteX272" fmla="*/ 4129185 w 15732060"/>
              <a:gd name="connsiteY272" fmla="*/ 8801475 h 8839200"/>
              <a:gd name="connsiteX273" fmla="*/ 4155524 w 15732060"/>
              <a:gd name="connsiteY273" fmla="*/ 8801475 h 8839200"/>
              <a:gd name="connsiteX274" fmla="*/ 4157170 w 15732060"/>
              <a:gd name="connsiteY274" fmla="*/ 8776783 h 8839200"/>
              <a:gd name="connsiteX275" fmla="*/ 4304778 w 15732060"/>
              <a:gd name="connsiteY275" fmla="*/ 8629174 h 8839200"/>
              <a:gd name="connsiteX276" fmla="*/ 4501224 w 15732060"/>
              <a:gd name="connsiteY276" fmla="*/ 8629174 h 8839200"/>
              <a:gd name="connsiteX277" fmla="*/ 4658709 w 15732060"/>
              <a:gd name="connsiteY277" fmla="*/ 8471690 h 8839200"/>
              <a:gd name="connsiteX278" fmla="*/ 4658709 w 15732060"/>
              <a:gd name="connsiteY278" fmla="*/ 7628842 h 8839200"/>
              <a:gd name="connsiteX279" fmla="*/ 4754188 w 15732060"/>
              <a:gd name="connsiteY279" fmla="*/ 7533364 h 8839200"/>
              <a:gd name="connsiteX280" fmla="*/ 4778880 w 15732060"/>
              <a:gd name="connsiteY280" fmla="*/ 7531717 h 8839200"/>
              <a:gd name="connsiteX281" fmla="*/ 4778880 w 15732060"/>
              <a:gd name="connsiteY281" fmla="*/ 7505378 h 8839200"/>
              <a:gd name="connsiteX282" fmla="*/ 4765711 w 15732060"/>
              <a:gd name="connsiteY282" fmla="*/ 7500028 h 8839200"/>
              <a:gd name="connsiteX283" fmla="*/ 7883040 w 15732060"/>
              <a:gd name="connsiteY283" fmla="*/ 7437473 h 8839200"/>
              <a:gd name="connsiteX284" fmla="*/ 7869870 w 15732060"/>
              <a:gd name="connsiteY284" fmla="*/ 7442823 h 8839200"/>
              <a:gd name="connsiteX285" fmla="*/ 7869870 w 15732060"/>
              <a:gd name="connsiteY285" fmla="*/ 7443372 h 8839200"/>
              <a:gd name="connsiteX286" fmla="*/ 7868224 w 15732060"/>
              <a:gd name="connsiteY286" fmla="*/ 7468065 h 8839200"/>
              <a:gd name="connsiteX287" fmla="*/ 7801828 w 15732060"/>
              <a:gd name="connsiteY287" fmla="*/ 7534461 h 8839200"/>
              <a:gd name="connsiteX288" fmla="*/ 7801828 w 15732060"/>
              <a:gd name="connsiteY288" fmla="*/ 8728495 h 8839200"/>
              <a:gd name="connsiteX289" fmla="*/ 7785366 w 15732060"/>
              <a:gd name="connsiteY289" fmla="*/ 8747152 h 8839200"/>
              <a:gd name="connsiteX290" fmla="*/ 7804024 w 15732060"/>
              <a:gd name="connsiteY290" fmla="*/ 8765808 h 8839200"/>
              <a:gd name="connsiteX291" fmla="*/ 7822680 w 15732060"/>
              <a:gd name="connsiteY291" fmla="*/ 8747152 h 8839200"/>
              <a:gd name="connsiteX292" fmla="*/ 7806218 w 15732060"/>
              <a:gd name="connsiteY292" fmla="*/ 8728495 h 8839200"/>
              <a:gd name="connsiteX293" fmla="*/ 7806218 w 15732060"/>
              <a:gd name="connsiteY293" fmla="*/ 7536107 h 8839200"/>
              <a:gd name="connsiteX294" fmla="*/ 7871518 w 15732060"/>
              <a:gd name="connsiteY294" fmla="*/ 7470809 h 8839200"/>
              <a:gd name="connsiteX295" fmla="*/ 7896210 w 15732060"/>
              <a:gd name="connsiteY295" fmla="*/ 7469162 h 8839200"/>
              <a:gd name="connsiteX296" fmla="*/ 7896210 w 15732060"/>
              <a:gd name="connsiteY296" fmla="*/ 7442823 h 8839200"/>
              <a:gd name="connsiteX297" fmla="*/ 7883040 w 15732060"/>
              <a:gd name="connsiteY297" fmla="*/ 7437473 h 8839200"/>
              <a:gd name="connsiteX298" fmla="*/ 4495736 w 15732060"/>
              <a:gd name="connsiteY298" fmla="*/ 7399062 h 8839200"/>
              <a:gd name="connsiteX299" fmla="*/ 4482566 w 15732060"/>
              <a:gd name="connsiteY299" fmla="*/ 7404412 h 8839200"/>
              <a:gd name="connsiteX300" fmla="*/ 4480920 w 15732060"/>
              <a:gd name="connsiteY300" fmla="*/ 7429105 h 8839200"/>
              <a:gd name="connsiteX301" fmla="*/ 4359651 w 15732060"/>
              <a:gd name="connsiteY301" fmla="*/ 7550374 h 8839200"/>
              <a:gd name="connsiteX302" fmla="*/ 4359651 w 15732060"/>
              <a:gd name="connsiteY302" fmla="*/ 8397062 h 8839200"/>
              <a:gd name="connsiteX303" fmla="*/ 4343190 w 15732060"/>
              <a:gd name="connsiteY303" fmla="*/ 8415718 h 8839200"/>
              <a:gd name="connsiteX304" fmla="*/ 4361846 w 15732060"/>
              <a:gd name="connsiteY304" fmla="*/ 8434376 h 8839200"/>
              <a:gd name="connsiteX305" fmla="*/ 4380503 w 15732060"/>
              <a:gd name="connsiteY305" fmla="*/ 8415718 h 8839200"/>
              <a:gd name="connsiteX306" fmla="*/ 4364041 w 15732060"/>
              <a:gd name="connsiteY306" fmla="*/ 8397062 h 8839200"/>
              <a:gd name="connsiteX307" fmla="*/ 4364041 w 15732060"/>
              <a:gd name="connsiteY307" fmla="*/ 7552569 h 8839200"/>
              <a:gd name="connsiteX308" fmla="*/ 4484212 w 15732060"/>
              <a:gd name="connsiteY308" fmla="*/ 7432398 h 8839200"/>
              <a:gd name="connsiteX309" fmla="*/ 4508906 w 15732060"/>
              <a:gd name="connsiteY309" fmla="*/ 7430751 h 8839200"/>
              <a:gd name="connsiteX310" fmla="*/ 4508906 w 15732060"/>
              <a:gd name="connsiteY310" fmla="*/ 7404412 h 8839200"/>
              <a:gd name="connsiteX311" fmla="*/ 4495736 w 15732060"/>
              <a:gd name="connsiteY311" fmla="*/ 7399062 h 8839200"/>
              <a:gd name="connsiteX312" fmla="*/ 13091026 w 15732060"/>
              <a:gd name="connsiteY312" fmla="*/ 7353928 h 8839200"/>
              <a:gd name="connsiteX313" fmla="*/ 13072370 w 15732060"/>
              <a:gd name="connsiteY313" fmla="*/ 7372586 h 8839200"/>
              <a:gd name="connsiteX314" fmla="*/ 13091026 w 15732060"/>
              <a:gd name="connsiteY314" fmla="*/ 7391243 h 8839200"/>
              <a:gd name="connsiteX315" fmla="*/ 13109683 w 15732060"/>
              <a:gd name="connsiteY315" fmla="*/ 7374781 h 8839200"/>
              <a:gd name="connsiteX316" fmla="*/ 13554153 w 15732060"/>
              <a:gd name="connsiteY316" fmla="*/ 7374781 h 8839200"/>
              <a:gd name="connsiteX317" fmla="*/ 13897658 w 15732060"/>
              <a:gd name="connsiteY317" fmla="*/ 7718285 h 8839200"/>
              <a:gd name="connsiteX318" fmla="*/ 13898207 w 15732060"/>
              <a:gd name="connsiteY318" fmla="*/ 7718285 h 8839200"/>
              <a:gd name="connsiteX319" fmla="*/ 14586862 w 15732060"/>
              <a:gd name="connsiteY319" fmla="*/ 7718833 h 8839200"/>
              <a:gd name="connsiteX320" fmla="*/ 15130652 w 15732060"/>
              <a:gd name="connsiteY320" fmla="*/ 8262624 h 8839200"/>
              <a:gd name="connsiteX321" fmla="*/ 15131201 w 15732060"/>
              <a:gd name="connsiteY321" fmla="*/ 8262624 h 8839200"/>
              <a:gd name="connsiteX322" fmla="*/ 15676637 w 15732060"/>
              <a:gd name="connsiteY322" fmla="*/ 8263173 h 8839200"/>
              <a:gd name="connsiteX323" fmla="*/ 15695295 w 15732060"/>
              <a:gd name="connsiteY323" fmla="*/ 8279635 h 8839200"/>
              <a:gd name="connsiteX324" fmla="*/ 15713951 w 15732060"/>
              <a:gd name="connsiteY324" fmla="*/ 8260978 h 8839200"/>
              <a:gd name="connsiteX325" fmla="*/ 15695295 w 15732060"/>
              <a:gd name="connsiteY325" fmla="*/ 8242320 h 8839200"/>
              <a:gd name="connsiteX326" fmla="*/ 15676637 w 15732060"/>
              <a:gd name="connsiteY326" fmla="*/ 8258783 h 8839200"/>
              <a:gd name="connsiteX327" fmla="*/ 15133396 w 15732060"/>
              <a:gd name="connsiteY327" fmla="*/ 8258783 h 8839200"/>
              <a:gd name="connsiteX328" fmla="*/ 14589606 w 15732060"/>
              <a:gd name="connsiteY328" fmla="*/ 7714993 h 8839200"/>
              <a:gd name="connsiteX329" fmla="*/ 14589057 w 15732060"/>
              <a:gd name="connsiteY329" fmla="*/ 7714993 h 8839200"/>
              <a:gd name="connsiteX330" fmla="*/ 13900401 w 15732060"/>
              <a:gd name="connsiteY330" fmla="*/ 7714444 h 8839200"/>
              <a:gd name="connsiteX331" fmla="*/ 13556897 w 15732060"/>
              <a:gd name="connsiteY331" fmla="*/ 7370939 h 8839200"/>
              <a:gd name="connsiteX332" fmla="*/ 13556349 w 15732060"/>
              <a:gd name="connsiteY332" fmla="*/ 7370939 h 8839200"/>
              <a:gd name="connsiteX333" fmla="*/ 13109683 w 15732060"/>
              <a:gd name="connsiteY333" fmla="*/ 7370391 h 8839200"/>
              <a:gd name="connsiteX334" fmla="*/ 13091026 w 15732060"/>
              <a:gd name="connsiteY334" fmla="*/ 7353928 h 8839200"/>
              <a:gd name="connsiteX335" fmla="*/ 5186037 w 15732060"/>
              <a:gd name="connsiteY335" fmla="*/ 7283829 h 8839200"/>
              <a:gd name="connsiteX336" fmla="*/ 5172868 w 15732060"/>
              <a:gd name="connsiteY336" fmla="*/ 7289180 h 8839200"/>
              <a:gd name="connsiteX337" fmla="*/ 5171222 w 15732060"/>
              <a:gd name="connsiteY337" fmla="*/ 7313872 h 8839200"/>
              <a:gd name="connsiteX338" fmla="*/ 5074096 w 15732060"/>
              <a:gd name="connsiteY338" fmla="*/ 7410997 h 8839200"/>
              <a:gd name="connsiteX339" fmla="*/ 5074096 w 15732060"/>
              <a:gd name="connsiteY339" fmla="*/ 8546316 h 8839200"/>
              <a:gd name="connsiteX340" fmla="*/ 4859544 w 15732060"/>
              <a:gd name="connsiteY340" fmla="*/ 8760869 h 8839200"/>
              <a:gd name="connsiteX341" fmla="*/ 4834851 w 15732060"/>
              <a:gd name="connsiteY341" fmla="*/ 8762516 h 8839200"/>
              <a:gd name="connsiteX342" fmla="*/ 4834851 w 15732060"/>
              <a:gd name="connsiteY342" fmla="*/ 8788855 h 8839200"/>
              <a:gd name="connsiteX343" fmla="*/ 4861189 w 15732060"/>
              <a:gd name="connsiteY343" fmla="*/ 8788855 h 8839200"/>
              <a:gd name="connsiteX344" fmla="*/ 4862836 w 15732060"/>
              <a:gd name="connsiteY344" fmla="*/ 8764162 h 8839200"/>
              <a:gd name="connsiteX345" fmla="*/ 5079034 w 15732060"/>
              <a:gd name="connsiteY345" fmla="*/ 8547962 h 8839200"/>
              <a:gd name="connsiteX346" fmla="*/ 5079034 w 15732060"/>
              <a:gd name="connsiteY346" fmla="*/ 7412643 h 8839200"/>
              <a:gd name="connsiteX347" fmla="*/ 5174514 w 15732060"/>
              <a:gd name="connsiteY347" fmla="*/ 7317164 h 8839200"/>
              <a:gd name="connsiteX348" fmla="*/ 5199206 w 15732060"/>
              <a:gd name="connsiteY348" fmla="*/ 7315518 h 8839200"/>
              <a:gd name="connsiteX349" fmla="*/ 5199206 w 15732060"/>
              <a:gd name="connsiteY349" fmla="*/ 7289180 h 8839200"/>
              <a:gd name="connsiteX350" fmla="*/ 5186037 w 15732060"/>
              <a:gd name="connsiteY350" fmla="*/ 7283829 h 8839200"/>
              <a:gd name="connsiteX351" fmla="*/ 11921685 w 15732060"/>
              <a:gd name="connsiteY351" fmla="*/ 7261331 h 8839200"/>
              <a:gd name="connsiteX352" fmla="*/ 11908516 w 15732060"/>
              <a:gd name="connsiteY352" fmla="*/ 7266681 h 8839200"/>
              <a:gd name="connsiteX353" fmla="*/ 11908516 w 15732060"/>
              <a:gd name="connsiteY353" fmla="*/ 7293020 h 8839200"/>
              <a:gd name="connsiteX354" fmla="*/ 11933209 w 15732060"/>
              <a:gd name="connsiteY354" fmla="*/ 7294666 h 8839200"/>
              <a:gd name="connsiteX355" fmla="*/ 12029785 w 15732060"/>
              <a:gd name="connsiteY355" fmla="*/ 7391243 h 8839200"/>
              <a:gd name="connsiteX356" fmla="*/ 12029785 w 15732060"/>
              <a:gd name="connsiteY356" fmla="*/ 7614575 h 8839200"/>
              <a:gd name="connsiteX357" fmla="*/ 12427614 w 15732060"/>
              <a:gd name="connsiteY357" fmla="*/ 8012403 h 8839200"/>
              <a:gd name="connsiteX358" fmla="*/ 12428162 w 15732060"/>
              <a:gd name="connsiteY358" fmla="*/ 8012403 h 8839200"/>
              <a:gd name="connsiteX359" fmla="*/ 12693747 w 15732060"/>
              <a:gd name="connsiteY359" fmla="*/ 8012952 h 8839200"/>
              <a:gd name="connsiteX360" fmla="*/ 13437823 w 15732060"/>
              <a:gd name="connsiteY360" fmla="*/ 8757029 h 8839200"/>
              <a:gd name="connsiteX361" fmla="*/ 13439470 w 15732060"/>
              <a:gd name="connsiteY361" fmla="*/ 8781721 h 8839200"/>
              <a:gd name="connsiteX362" fmla="*/ 13465809 w 15732060"/>
              <a:gd name="connsiteY362" fmla="*/ 8781721 h 8839200"/>
              <a:gd name="connsiteX363" fmla="*/ 13465809 w 15732060"/>
              <a:gd name="connsiteY363" fmla="*/ 8755382 h 8839200"/>
              <a:gd name="connsiteX364" fmla="*/ 13441116 w 15732060"/>
              <a:gd name="connsiteY364" fmla="*/ 8753736 h 8839200"/>
              <a:gd name="connsiteX365" fmla="*/ 13440567 w 15732060"/>
              <a:gd name="connsiteY365" fmla="*/ 8753187 h 8839200"/>
              <a:gd name="connsiteX366" fmla="*/ 12695941 w 15732060"/>
              <a:gd name="connsiteY366" fmla="*/ 8008563 h 8839200"/>
              <a:gd name="connsiteX367" fmla="*/ 12695393 w 15732060"/>
              <a:gd name="connsiteY367" fmla="*/ 8008563 h 8839200"/>
              <a:gd name="connsiteX368" fmla="*/ 12429809 w 15732060"/>
              <a:gd name="connsiteY368" fmla="*/ 8008014 h 8839200"/>
              <a:gd name="connsiteX369" fmla="*/ 12034174 w 15732060"/>
              <a:gd name="connsiteY369" fmla="*/ 7612380 h 8839200"/>
              <a:gd name="connsiteX370" fmla="*/ 12034174 w 15732060"/>
              <a:gd name="connsiteY370" fmla="*/ 7389048 h 8839200"/>
              <a:gd name="connsiteX371" fmla="*/ 11936501 w 15732060"/>
              <a:gd name="connsiteY371" fmla="*/ 7291374 h 8839200"/>
              <a:gd name="connsiteX372" fmla="*/ 11934855 w 15732060"/>
              <a:gd name="connsiteY372" fmla="*/ 7266681 h 8839200"/>
              <a:gd name="connsiteX373" fmla="*/ 11921685 w 15732060"/>
              <a:gd name="connsiteY373" fmla="*/ 7261331 h 8839200"/>
              <a:gd name="connsiteX374" fmla="*/ 10926291 w 15732060"/>
              <a:gd name="connsiteY374" fmla="*/ 7069825 h 8839200"/>
              <a:gd name="connsiteX375" fmla="*/ 10913121 w 15732060"/>
              <a:gd name="connsiteY375" fmla="*/ 7075175 h 8839200"/>
              <a:gd name="connsiteX376" fmla="*/ 10913121 w 15732060"/>
              <a:gd name="connsiteY376" fmla="*/ 7101513 h 8839200"/>
              <a:gd name="connsiteX377" fmla="*/ 10937814 w 15732060"/>
              <a:gd name="connsiteY377" fmla="*/ 7103160 h 8839200"/>
              <a:gd name="connsiteX378" fmla="*/ 11034391 w 15732060"/>
              <a:gd name="connsiteY378" fmla="*/ 7199737 h 8839200"/>
              <a:gd name="connsiteX379" fmla="*/ 11034391 w 15732060"/>
              <a:gd name="connsiteY379" fmla="*/ 7423069 h 8839200"/>
              <a:gd name="connsiteX380" fmla="*/ 11431671 w 15732060"/>
              <a:gd name="connsiteY380" fmla="*/ 7820348 h 8839200"/>
              <a:gd name="connsiteX381" fmla="*/ 11431671 w 15732060"/>
              <a:gd name="connsiteY381" fmla="*/ 7986614 h 8839200"/>
              <a:gd name="connsiteX382" fmla="*/ 12207024 w 15732060"/>
              <a:gd name="connsiteY382" fmla="*/ 8761966 h 8839200"/>
              <a:gd name="connsiteX383" fmla="*/ 12208671 w 15732060"/>
              <a:gd name="connsiteY383" fmla="*/ 8786660 h 8839200"/>
              <a:gd name="connsiteX384" fmla="*/ 12235010 w 15732060"/>
              <a:gd name="connsiteY384" fmla="*/ 8786660 h 8839200"/>
              <a:gd name="connsiteX385" fmla="*/ 12235010 w 15732060"/>
              <a:gd name="connsiteY385" fmla="*/ 8760321 h 8839200"/>
              <a:gd name="connsiteX386" fmla="*/ 12210316 w 15732060"/>
              <a:gd name="connsiteY386" fmla="*/ 8758675 h 8839200"/>
              <a:gd name="connsiteX387" fmla="*/ 12209768 w 15732060"/>
              <a:gd name="connsiteY387" fmla="*/ 8758126 h 8839200"/>
              <a:gd name="connsiteX388" fmla="*/ 11436059 w 15732060"/>
              <a:gd name="connsiteY388" fmla="*/ 7984418 h 8839200"/>
              <a:gd name="connsiteX389" fmla="*/ 11436059 w 15732060"/>
              <a:gd name="connsiteY389" fmla="*/ 7818154 h 8839200"/>
              <a:gd name="connsiteX390" fmla="*/ 11038780 w 15732060"/>
              <a:gd name="connsiteY390" fmla="*/ 7420874 h 8839200"/>
              <a:gd name="connsiteX391" fmla="*/ 11038780 w 15732060"/>
              <a:gd name="connsiteY391" fmla="*/ 7197541 h 8839200"/>
              <a:gd name="connsiteX392" fmla="*/ 10941106 w 15732060"/>
              <a:gd name="connsiteY392" fmla="*/ 7099867 h 8839200"/>
              <a:gd name="connsiteX393" fmla="*/ 10939461 w 15732060"/>
              <a:gd name="connsiteY393" fmla="*/ 7075175 h 8839200"/>
              <a:gd name="connsiteX394" fmla="*/ 10926291 w 15732060"/>
              <a:gd name="connsiteY394" fmla="*/ 7069825 h 8839200"/>
              <a:gd name="connsiteX395" fmla="*/ 1211592 w 15732060"/>
              <a:gd name="connsiteY395" fmla="*/ 7065298 h 8839200"/>
              <a:gd name="connsiteX396" fmla="*/ 1192936 w 15732060"/>
              <a:gd name="connsiteY396" fmla="*/ 7081759 h 8839200"/>
              <a:gd name="connsiteX397" fmla="*/ 568482 w 15732060"/>
              <a:gd name="connsiteY397" fmla="*/ 7081759 h 8839200"/>
              <a:gd name="connsiteX398" fmla="*/ 427460 w 15732060"/>
              <a:gd name="connsiteY398" fmla="*/ 7222782 h 8839200"/>
              <a:gd name="connsiteX399" fmla="*/ 427460 w 15732060"/>
              <a:gd name="connsiteY399" fmla="*/ 7362709 h 8839200"/>
              <a:gd name="connsiteX400" fmla="*/ 317164 w 15732060"/>
              <a:gd name="connsiteY400" fmla="*/ 7473004 h 8839200"/>
              <a:gd name="connsiteX401" fmla="*/ 292472 w 15732060"/>
              <a:gd name="connsiteY401" fmla="*/ 7474650 h 8839200"/>
              <a:gd name="connsiteX402" fmla="*/ 292472 w 15732060"/>
              <a:gd name="connsiteY402" fmla="*/ 7500989 h 8839200"/>
              <a:gd name="connsiteX403" fmla="*/ 318810 w 15732060"/>
              <a:gd name="connsiteY403" fmla="*/ 7500989 h 8839200"/>
              <a:gd name="connsiteX404" fmla="*/ 320456 w 15732060"/>
              <a:gd name="connsiteY404" fmla="*/ 7476295 h 8839200"/>
              <a:gd name="connsiteX405" fmla="*/ 431848 w 15732060"/>
              <a:gd name="connsiteY405" fmla="*/ 7364903 h 8839200"/>
              <a:gd name="connsiteX406" fmla="*/ 431848 w 15732060"/>
              <a:gd name="connsiteY406" fmla="*/ 7224977 h 8839200"/>
              <a:gd name="connsiteX407" fmla="*/ 432398 w 15732060"/>
              <a:gd name="connsiteY407" fmla="*/ 7224429 h 8839200"/>
              <a:gd name="connsiteX408" fmla="*/ 570678 w 15732060"/>
              <a:gd name="connsiteY408" fmla="*/ 7086150 h 8839200"/>
              <a:gd name="connsiteX409" fmla="*/ 1192936 w 15732060"/>
              <a:gd name="connsiteY409" fmla="*/ 7086150 h 8839200"/>
              <a:gd name="connsiteX410" fmla="*/ 1211592 w 15732060"/>
              <a:gd name="connsiteY410" fmla="*/ 7102611 h 8839200"/>
              <a:gd name="connsiteX411" fmla="*/ 1230249 w 15732060"/>
              <a:gd name="connsiteY411" fmla="*/ 7083954 h 8839200"/>
              <a:gd name="connsiteX412" fmla="*/ 1211592 w 15732060"/>
              <a:gd name="connsiteY412" fmla="*/ 7065298 h 8839200"/>
              <a:gd name="connsiteX413" fmla="*/ 10149290 w 15732060"/>
              <a:gd name="connsiteY413" fmla="*/ 7048973 h 8839200"/>
              <a:gd name="connsiteX414" fmla="*/ 10136121 w 15732060"/>
              <a:gd name="connsiteY414" fmla="*/ 7054323 h 8839200"/>
              <a:gd name="connsiteX415" fmla="*/ 10136121 w 15732060"/>
              <a:gd name="connsiteY415" fmla="*/ 7080662 h 8839200"/>
              <a:gd name="connsiteX416" fmla="*/ 10160814 w 15732060"/>
              <a:gd name="connsiteY416" fmla="*/ 7082308 h 8839200"/>
              <a:gd name="connsiteX417" fmla="*/ 10562483 w 15732060"/>
              <a:gd name="connsiteY417" fmla="*/ 7483978 h 8839200"/>
              <a:gd name="connsiteX418" fmla="*/ 10562483 w 15732060"/>
              <a:gd name="connsiteY418" fmla="*/ 7778645 h 8839200"/>
              <a:gd name="connsiteX419" fmla="*/ 10879101 w 15732060"/>
              <a:gd name="connsiteY419" fmla="*/ 8095261 h 8839200"/>
              <a:gd name="connsiteX420" fmla="*/ 10880746 w 15732060"/>
              <a:gd name="connsiteY420" fmla="*/ 8119954 h 8839200"/>
              <a:gd name="connsiteX421" fmla="*/ 10907085 w 15732060"/>
              <a:gd name="connsiteY421" fmla="*/ 8119954 h 8839200"/>
              <a:gd name="connsiteX422" fmla="*/ 10907085 w 15732060"/>
              <a:gd name="connsiteY422" fmla="*/ 8093615 h 8839200"/>
              <a:gd name="connsiteX423" fmla="*/ 10882392 w 15732060"/>
              <a:gd name="connsiteY423" fmla="*/ 8091969 h 8839200"/>
              <a:gd name="connsiteX424" fmla="*/ 10566874 w 15732060"/>
              <a:gd name="connsiteY424" fmla="*/ 7776999 h 8839200"/>
              <a:gd name="connsiteX425" fmla="*/ 10566874 w 15732060"/>
              <a:gd name="connsiteY425" fmla="*/ 7482332 h 8839200"/>
              <a:gd name="connsiteX426" fmla="*/ 10164106 w 15732060"/>
              <a:gd name="connsiteY426" fmla="*/ 7079565 h 8839200"/>
              <a:gd name="connsiteX427" fmla="*/ 10162460 w 15732060"/>
              <a:gd name="connsiteY427" fmla="*/ 7054872 h 8839200"/>
              <a:gd name="connsiteX428" fmla="*/ 10162460 w 15732060"/>
              <a:gd name="connsiteY428" fmla="*/ 7054323 h 8839200"/>
              <a:gd name="connsiteX429" fmla="*/ 10149290 w 15732060"/>
              <a:gd name="connsiteY429" fmla="*/ 7048973 h 8839200"/>
              <a:gd name="connsiteX430" fmla="*/ 3696238 w 15732060"/>
              <a:gd name="connsiteY430" fmla="*/ 6827149 h 8839200"/>
              <a:gd name="connsiteX431" fmla="*/ 3677581 w 15732060"/>
              <a:gd name="connsiteY431" fmla="*/ 6843611 h 8839200"/>
              <a:gd name="connsiteX432" fmla="*/ 3053128 w 15732060"/>
              <a:gd name="connsiteY432" fmla="*/ 6843611 h 8839200"/>
              <a:gd name="connsiteX433" fmla="*/ 2962587 w 15732060"/>
              <a:gd name="connsiteY433" fmla="*/ 6934151 h 8839200"/>
              <a:gd name="connsiteX434" fmla="*/ 2937894 w 15732060"/>
              <a:gd name="connsiteY434" fmla="*/ 6935798 h 8839200"/>
              <a:gd name="connsiteX435" fmla="*/ 2937894 w 15732060"/>
              <a:gd name="connsiteY435" fmla="*/ 6962136 h 8839200"/>
              <a:gd name="connsiteX436" fmla="*/ 2964233 w 15732060"/>
              <a:gd name="connsiteY436" fmla="*/ 6962136 h 8839200"/>
              <a:gd name="connsiteX437" fmla="*/ 2965880 w 15732060"/>
              <a:gd name="connsiteY437" fmla="*/ 6937444 h 8839200"/>
              <a:gd name="connsiteX438" fmla="*/ 3054773 w 15732060"/>
              <a:gd name="connsiteY438" fmla="*/ 6848549 h 8839200"/>
              <a:gd name="connsiteX439" fmla="*/ 3677032 w 15732060"/>
              <a:gd name="connsiteY439" fmla="*/ 6848549 h 8839200"/>
              <a:gd name="connsiteX440" fmla="*/ 3677581 w 15732060"/>
              <a:gd name="connsiteY440" fmla="*/ 6848001 h 8839200"/>
              <a:gd name="connsiteX441" fmla="*/ 3696238 w 15732060"/>
              <a:gd name="connsiteY441" fmla="*/ 6864463 h 8839200"/>
              <a:gd name="connsiteX442" fmla="*/ 3714895 w 15732060"/>
              <a:gd name="connsiteY442" fmla="*/ 6845806 h 8839200"/>
              <a:gd name="connsiteX443" fmla="*/ 3696238 w 15732060"/>
              <a:gd name="connsiteY443" fmla="*/ 6827149 h 8839200"/>
              <a:gd name="connsiteX444" fmla="*/ 9514411 w 15732060"/>
              <a:gd name="connsiteY444" fmla="*/ 6708760 h 8839200"/>
              <a:gd name="connsiteX445" fmla="*/ 9501242 w 15732060"/>
              <a:gd name="connsiteY445" fmla="*/ 6714111 h 8839200"/>
              <a:gd name="connsiteX446" fmla="*/ 9501242 w 15732060"/>
              <a:gd name="connsiteY446" fmla="*/ 6740450 h 8839200"/>
              <a:gd name="connsiteX447" fmla="*/ 9525934 w 15732060"/>
              <a:gd name="connsiteY447" fmla="*/ 6742096 h 8839200"/>
              <a:gd name="connsiteX448" fmla="*/ 10158070 w 15732060"/>
              <a:gd name="connsiteY448" fmla="*/ 7374232 h 8839200"/>
              <a:gd name="connsiteX449" fmla="*/ 10158070 w 15732060"/>
              <a:gd name="connsiteY449" fmla="*/ 7897171 h 8839200"/>
              <a:gd name="connsiteX450" fmla="*/ 10566325 w 15732060"/>
              <a:gd name="connsiteY450" fmla="*/ 8305425 h 8839200"/>
              <a:gd name="connsiteX451" fmla="*/ 10566874 w 15732060"/>
              <a:gd name="connsiteY451" fmla="*/ 8305425 h 8839200"/>
              <a:gd name="connsiteX452" fmla="*/ 11109018 w 15732060"/>
              <a:gd name="connsiteY452" fmla="*/ 8305973 h 8839200"/>
              <a:gd name="connsiteX453" fmla="*/ 11354300 w 15732060"/>
              <a:gd name="connsiteY453" fmla="*/ 8551255 h 8839200"/>
              <a:gd name="connsiteX454" fmla="*/ 11354300 w 15732060"/>
              <a:gd name="connsiteY454" fmla="*/ 8765808 h 8839200"/>
              <a:gd name="connsiteX455" fmla="*/ 11337837 w 15732060"/>
              <a:gd name="connsiteY455" fmla="*/ 8784465 h 8839200"/>
              <a:gd name="connsiteX456" fmla="*/ 11356494 w 15732060"/>
              <a:gd name="connsiteY456" fmla="*/ 8803121 h 8839200"/>
              <a:gd name="connsiteX457" fmla="*/ 11375152 w 15732060"/>
              <a:gd name="connsiteY457" fmla="*/ 8784465 h 8839200"/>
              <a:gd name="connsiteX458" fmla="*/ 11370419 w 15732060"/>
              <a:gd name="connsiteY458" fmla="*/ 8771639 h 8839200"/>
              <a:gd name="connsiteX459" fmla="*/ 11359238 w 15732060"/>
              <a:gd name="connsiteY459" fmla="*/ 8766081 h 8839200"/>
              <a:gd name="connsiteX460" fmla="*/ 11359238 w 15732060"/>
              <a:gd name="connsiteY460" fmla="*/ 8766357 h 8839200"/>
              <a:gd name="connsiteX461" fmla="*/ 11358689 w 15732060"/>
              <a:gd name="connsiteY461" fmla="*/ 8765808 h 8839200"/>
              <a:gd name="connsiteX462" fmla="*/ 11359238 w 15732060"/>
              <a:gd name="connsiteY462" fmla="*/ 8766081 h 8839200"/>
              <a:gd name="connsiteX463" fmla="*/ 11359238 w 15732060"/>
              <a:gd name="connsiteY463" fmla="*/ 8549609 h 8839200"/>
              <a:gd name="connsiteX464" fmla="*/ 11111762 w 15732060"/>
              <a:gd name="connsiteY464" fmla="*/ 8302133 h 8839200"/>
              <a:gd name="connsiteX465" fmla="*/ 11111212 w 15732060"/>
              <a:gd name="connsiteY465" fmla="*/ 8302133 h 8839200"/>
              <a:gd name="connsiteX466" fmla="*/ 10569068 w 15732060"/>
              <a:gd name="connsiteY466" fmla="*/ 8301584 h 8839200"/>
              <a:gd name="connsiteX467" fmla="*/ 10163009 w 15732060"/>
              <a:gd name="connsiteY467" fmla="*/ 7895525 h 8839200"/>
              <a:gd name="connsiteX468" fmla="*/ 10163009 w 15732060"/>
              <a:gd name="connsiteY468" fmla="*/ 7372586 h 8839200"/>
              <a:gd name="connsiteX469" fmla="*/ 9529227 w 15732060"/>
              <a:gd name="connsiteY469" fmla="*/ 6738804 h 8839200"/>
              <a:gd name="connsiteX470" fmla="*/ 9527580 w 15732060"/>
              <a:gd name="connsiteY470" fmla="*/ 6714111 h 8839200"/>
              <a:gd name="connsiteX471" fmla="*/ 9514411 w 15732060"/>
              <a:gd name="connsiteY471" fmla="*/ 6708760 h 8839200"/>
              <a:gd name="connsiteX472" fmla="*/ 4474336 w 15732060"/>
              <a:gd name="connsiteY472" fmla="*/ 6454151 h 8839200"/>
              <a:gd name="connsiteX473" fmla="*/ 4461166 w 15732060"/>
              <a:gd name="connsiteY473" fmla="*/ 6459501 h 8839200"/>
              <a:gd name="connsiteX474" fmla="*/ 4459520 w 15732060"/>
              <a:gd name="connsiteY474" fmla="*/ 6484193 h 8839200"/>
              <a:gd name="connsiteX475" fmla="*/ 4294352 w 15732060"/>
              <a:gd name="connsiteY475" fmla="*/ 6649361 h 8839200"/>
              <a:gd name="connsiteX476" fmla="*/ 3558507 w 15732060"/>
              <a:gd name="connsiteY476" fmla="*/ 6649361 h 8839200"/>
              <a:gd name="connsiteX477" fmla="*/ 3539850 w 15732060"/>
              <a:gd name="connsiteY477" fmla="*/ 6632899 h 8839200"/>
              <a:gd name="connsiteX478" fmla="*/ 3521193 w 15732060"/>
              <a:gd name="connsiteY478" fmla="*/ 6651556 h 8839200"/>
              <a:gd name="connsiteX479" fmla="*/ 3539850 w 15732060"/>
              <a:gd name="connsiteY479" fmla="*/ 6670213 h 8839200"/>
              <a:gd name="connsiteX480" fmla="*/ 3558507 w 15732060"/>
              <a:gd name="connsiteY480" fmla="*/ 6653750 h 8839200"/>
              <a:gd name="connsiteX481" fmla="*/ 4296547 w 15732060"/>
              <a:gd name="connsiteY481" fmla="*/ 6653750 h 8839200"/>
              <a:gd name="connsiteX482" fmla="*/ 4462813 w 15732060"/>
              <a:gd name="connsiteY482" fmla="*/ 6487486 h 8839200"/>
              <a:gd name="connsiteX483" fmla="*/ 4462812 w 15732060"/>
              <a:gd name="connsiteY483" fmla="*/ 6487486 h 8839200"/>
              <a:gd name="connsiteX484" fmla="*/ 4463362 w 15732060"/>
              <a:gd name="connsiteY484" fmla="*/ 6486937 h 8839200"/>
              <a:gd name="connsiteX485" fmla="*/ 4462813 w 15732060"/>
              <a:gd name="connsiteY485" fmla="*/ 6487486 h 8839200"/>
              <a:gd name="connsiteX486" fmla="*/ 4475364 w 15732060"/>
              <a:gd name="connsiteY486" fmla="*/ 6491189 h 8839200"/>
              <a:gd name="connsiteX487" fmla="*/ 4487505 w 15732060"/>
              <a:gd name="connsiteY487" fmla="*/ 6485840 h 8839200"/>
              <a:gd name="connsiteX488" fmla="*/ 4487505 w 15732060"/>
              <a:gd name="connsiteY488" fmla="*/ 6459501 h 8839200"/>
              <a:gd name="connsiteX489" fmla="*/ 4474336 w 15732060"/>
              <a:gd name="connsiteY489" fmla="*/ 6454151 h 8839200"/>
              <a:gd name="connsiteX490" fmla="*/ 2861072 w 15732060"/>
              <a:gd name="connsiteY490" fmla="*/ 6399141 h 8839200"/>
              <a:gd name="connsiteX491" fmla="*/ 2842416 w 15732060"/>
              <a:gd name="connsiteY491" fmla="*/ 6417798 h 8839200"/>
              <a:gd name="connsiteX492" fmla="*/ 2858877 w 15732060"/>
              <a:gd name="connsiteY492" fmla="*/ 6436454 h 8839200"/>
              <a:gd name="connsiteX493" fmla="*/ 2858877 w 15732060"/>
              <a:gd name="connsiteY493" fmla="*/ 6778312 h 8839200"/>
              <a:gd name="connsiteX494" fmla="*/ 2574086 w 15732060"/>
              <a:gd name="connsiteY494" fmla="*/ 7063102 h 8839200"/>
              <a:gd name="connsiteX495" fmla="*/ 1833852 w 15732060"/>
              <a:gd name="connsiteY495" fmla="*/ 7063102 h 8839200"/>
              <a:gd name="connsiteX496" fmla="*/ 1090324 w 15732060"/>
              <a:gd name="connsiteY496" fmla="*/ 7806630 h 8839200"/>
              <a:gd name="connsiteX497" fmla="*/ 60908 w 15732060"/>
              <a:gd name="connsiteY497" fmla="*/ 7806630 h 8839200"/>
              <a:gd name="connsiteX498" fmla="*/ 42250 w 15732060"/>
              <a:gd name="connsiteY498" fmla="*/ 7790168 h 8839200"/>
              <a:gd name="connsiteX499" fmla="*/ 23594 w 15732060"/>
              <a:gd name="connsiteY499" fmla="*/ 7808826 h 8839200"/>
              <a:gd name="connsiteX500" fmla="*/ 42250 w 15732060"/>
              <a:gd name="connsiteY500" fmla="*/ 7827483 h 8839200"/>
              <a:gd name="connsiteX501" fmla="*/ 60908 w 15732060"/>
              <a:gd name="connsiteY501" fmla="*/ 7811020 h 8839200"/>
              <a:gd name="connsiteX502" fmla="*/ 1091970 w 15732060"/>
              <a:gd name="connsiteY502" fmla="*/ 7811020 h 8839200"/>
              <a:gd name="connsiteX503" fmla="*/ 1835498 w 15732060"/>
              <a:gd name="connsiteY503" fmla="*/ 7067493 h 8839200"/>
              <a:gd name="connsiteX504" fmla="*/ 1835498 w 15732060"/>
              <a:gd name="connsiteY504" fmla="*/ 7068042 h 8839200"/>
              <a:gd name="connsiteX505" fmla="*/ 2575733 w 15732060"/>
              <a:gd name="connsiteY505" fmla="*/ 7068042 h 8839200"/>
              <a:gd name="connsiteX506" fmla="*/ 2863267 w 15732060"/>
              <a:gd name="connsiteY506" fmla="*/ 6780507 h 8839200"/>
              <a:gd name="connsiteX507" fmla="*/ 2863267 w 15732060"/>
              <a:gd name="connsiteY507" fmla="*/ 6436454 h 8839200"/>
              <a:gd name="connsiteX508" fmla="*/ 2879729 w 15732060"/>
              <a:gd name="connsiteY508" fmla="*/ 6417798 h 8839200"/>
              <a:gd name="connsiteX509" fmla="*/ 2861072 w 15732060"/>
              <a:gd name="connsiteY509" fmla="*/ 6399141 h 8839200"/>
              <a:gd name="connsiteX510" fmla="*/ 3111561 w 15732060"/>
              <a:gd name="connsiteY510" fmla="*/ 6398704 h 8839200"/>
              <a:gd name="connsiteX511" fmla="*/ 3098603 w 15732060"/>
              <a:gd name="connsiteY511" fmla="*/ 6404009 h 8839200"/>
              <a:gd name="connsiteX512" fmla="*/ 3093184 w 15732060"/>
              <a:gd name="connsiteY512" fmla="*/ 6417246 h 8839200"/>
              <a:gd name="connsiteX513" fmla="*/ 3109647 w 15732060"/>
              <a:gd name="connsiteY513" fmla="*/ 6435904 h 8839200"/>
              <a:gd name="connsiteX514" fmla="*/ 3109647 w 15732060"/>
              <a:gd name="connsiteY514" fmla="*/ 6726181 h 8839200"/>
              <a:gd name="connsiteX515" fmla="*/ 2526348 w 15732060"/>
              <a:gd name="connsiteY515" fmla="*/ 7309480 h 8839200"/>
              <a:gd name="connsiteX516" fmla="*/ 2231680 w 15732060"/>
              <a:gd name="connsiteY516" fmla="*/ 7309480 h 8839200"/>
              <a:gd name="connsiteX517" fmla="*/ 2131812 w 15732060"/>
              <a:gd name="connsiteY517" fmla="*/ 7209611 h 8839200"/>
              <a:gd name="connsiteX518" fmla="*/ 2131263 w 15732060"/>
              <a:gd name="connsiteY518" fmla="*/ 7209611 h 8839200"/>
              <a:gd name="connsiteX519" fmla="*/ 2021516 w 15732060"/>
              <a:gd name="connsiteY519" fmla="*/ 7209063 h 8839200"/>
              <a:gd name="connsiteX520" fmla="*/ 1603934 w 15732060"/>
              <a:gd name="connsiteY520" fmla="*/ 7626645 h 8839200"/>
              <a:gd name="connsiteX521" fmla="*/ 1396514 w 15732060"/>
              <a:gd name="connsiteY521" fmla="*/ 7626645 h 8839200"/>
              <a:gd name="connsiteX522" fmla="*/ 557508 w 15732060"/>
              <a:gd name="connsiteY522" fmla="*/ 8465652 h 8839200"/>
              <a:gd name="connsiteX523" fmla="*/ 52676 w 15732060"/>
              <a:gd name="connsiteY523" fmla="*/ 8465652 h 8839200"/>
              <a:gd name="connsiteX524" fmla="*/ 34020 w 15732060"/>
              <a:gd name="connsiteY524" fmla="*/ 8449189 h 8839200"/>
              <a:gd name="connsiteX525" fmla="*/ 15364 w 15732060"/>
              <a:gd name="connsiteY525" fmla="*/ 8467846 h 8839200"/>
              <a:gd name="connsiteX526" fmla="*/ 34020 w 15732060"/>
              <a:gd name="connsiteY526" fmla="*/ 8486503 h 8839200"/>
              <a:gd name="connsiteX527" fmla="*/ 52676 w 15732060"/>
              <a:gd name="connsiteY527" fmla="*/ 8470042 h 8839200"/>
              <a:gd name="connsiteX528" fmla="*/ 559154 w 15732060"/>
              <a:gd name="connsiteY528" fmla="*/ 8470042 h 8839200"/>
              <a:gd name="connsiteX529" fmla="*/ 1398161 w 15732060"/>
              <a:gd name="connsiteY529" fmla="*/ 7631035 h 8839200"/>
              <a:gd name="connsiteX530" fmla="*/ 1605580 w 15732060"/>
              <a:gd name="connsiteY530" fmla="*/ 7631035 h 8839200"/>
              <a:gd name="connsiteX531" fmla="*/ 2023163 w 15732060"/>
              <a:gd name="connsiteY531" fmla="*/ 7213452 h 8839200"/>
              <a:gd name="connsiteX532" fmla="*/ 2128519 w 15732060"/>
              <a:gd name="connsiteY532" fmla="*/ 7213452 h 8839200"/>
              <a:gd name="connsiteX533" fmla="*/ 2228387 w 15732060"/>
              <a:gd name="connsiteY533" fmla="*/ 7313321 h 8839200"/>
              <a:gd name="connsiteX534" fmla="*/ 2228936 w 15732060"/>
              <a:gd name="connsiteY534" fmla="*/ 7313321 h 8839200"/>
              <a:gd name="connsiteX535" fmla="*/ 2527445 w 15732060"/>
              <a:gd name="connsiteY535" fmla="*/ 7313870 h 8839200"/>
              <a:gd name="connsiteX536" fmla="*/ 3113488 w 15732060"/>
              <a:gd name="connsiteY536" fmla="*/ 6727827 h 8839200"/>
              <a:gd name="connsiteX537" fmla="*/ 3113488 w 15732060"/>
              <a:gd name="connsiteY537" fmla="*/ 6435904 h 8839200"/>
              <a:gd name="connsiteX538" fmla="*/ 3129950 w 15732060"/>
              <a:gd name="connsiteY538" fmla="*/ 6417246 h 8839200"/>
              <a:gd name="connsiteX539" fmla="*/ 3124531 w 15732060"/>
              <a:gd name="connsiteY539" fmla="*/ 6404215 h 8839200"/>
              <a:gd name="connsiteX540" fmla="*/ 2945028 w 15732060"/>
              <a:gd name="connsiteY540" fmla="*/ 6398590 h 8839200"/>
              <a:gd name="connsiteX541" fmla="*/ 2926371 w 15732060"/>
              <a:gd name="connsiteY541" fmla="*/ 6417246 h 8839200"/>
              <a:gd name="connsiteX542" fmla="*/ 2942832 w 15732060"/>
              <a:gd name="connsiteY542" fmla="*/ 6435904 h 8839200"/>
              <a:gd name="connsiteX543" fmla="*/ 2942832 w 15732060"/>
              <a:gd name="connsiteY543" fmla="*/ 6599974 h 8839200"/>
              <a:gd name="connsiteX544" fmla="*/ 2926371 w 15732060"/>
              <a:gd name="connsiteY544" fmla="*/ 6618630 h 8839200"/>
              <a:gd name="connsiteX545" fmla="*/ 2945028 w 15732060"/>
              <a:gd name="connsiteY545" fmla="*/ 6637287 h 8839200"/>
              <a:gd name="connsiteX546" fmla="*/ 2963685 w 15732060"/>
              <a:gd name="connsiteY546" fmla="*/ 6618630 h 8839200"/>
              <a:gd name="connsiteX547" fmla="*/ 2947223 w 15732060"/>
              <a:gd name="connsiteY547" fmla="*/ 6599974 h 8839200"/>
              <a:gd name="connsiteX548" fmla="*/ 2947223 w 15732060"/>
              <a:gd name="connsiteY548" fmla="*/ 6435904 h 8839200"/>
              <a:gd name="connsiteX549" fmla="*/ 2963685 w 15732060"/>
              <a:gd name="connsiteY549" fmla="*/ 6417246 h 8839200"/>
              <a:gd name="connsiteX550" fmla="*/ 2945028 w 15732060"/>
              <a:gd name="connsiteY550" fmla="*/ 6398590 h 8839200"/>
              <a:gd name="connsiteX551" fmla="*/ 3028983 w 15732060"/>
              <a:gd name="connsiteY551" fmla="*/ 6398590 h 8839200"/>
              <a:gd name="connsiteX552" fmla="*/ 3010326 w 15732060"/>
              <a:gd name="connsiteY552" fmla="*/ 6417246 h 8839200"/>
              <a:gd name="connsiteX553" fmla="*/ 3026789 w 15732060"/>
              <a:gd name="connsiteY553" fmla="*/ 6435904 h 8839200"/>
              <a:gd name="connsiteX554" fmla="*/ 3026789 w 15732060"/>
              <a:gd name="connsiteY554" fmla="*/ 6710817 h 8839200"/>
              <a:gd name="connsiteX555" fmla="*/ 2603718 w 15732060"/>
              <a:gd name="connsiteY555" fmla="*/ 7133887 h 8839200"/>
              <a:gd name="connsiteX556" fmla="*/ 1999018 w 15732060"/>
              <a:gd name="connsiteY556" fmla="*/ 7133887 h 8839200"/>
              <a:gd name="connsiteX557" fmla="*/ 1713131 w 15732060"/>
              <a:gd name="connsiteY557" fmla="*/ 7419775 h 8839200"/>
              <a:gd name="connsiteX558" fmla="*/ 1688438 w 15732060"/>
              <a:gd name="connsiteY558" fmla="*/ 7421420 h 8839200"/>
              <a:gd name="connsiteX559" fmla="*/ 1688438 w 15732060"/>
              <a:gd name="connsiteY559" fmla="*/ 7447759 h 8839200"/>
              <a:gd name="connsiteX560" fmla="*/ 1714777 w 15732060"/>
              <a:gd name="connsiteY560" fmla="*/ 7447759 h 8839200"/>
              <a:gd name="connsiteX561" fmla="*/ 1716423 w 15732060"/>
              <a:gd name="connsiteY561" fmla="*/ 7423066 h 8839200"/>
              <a:gd name="connsiteX562" fmla="*/ 2000665 w 15732060"/>
              <a:gd name="connsiteY562" fmla="*/ 7138825 h 8839200"/>
              <a:gd name="connsiteX563" fmla="*/ 2604815 w 15732060"/>
              <a:gd name="connsiteY563" fmla="*/ 7138825 h 8839200"/>
              <a:gd name="connsiteX564" fmla="*/ 3031178 w 15732060"/>
              <a:gd name="connsiteY564" fmla="*/ 6712463 h 8839200"/>
              <a:gd name="connsiteX565" fmla="*/ 3031178 w 15732060"/>
              <a:gd name="connsiteY565" fmla="*/ 6435904 h 8839200"/>
              <a:gd name="connsiteX566" fmla="*/ 3047640 w 15732060"/>
              <a:gd name="connsiteY566" fmla="*/ 6417246 h 8839200"/>
              <a:gd name="connsiteX567" fmla="*/ 3028983 w 15732060"/>
              <a:gd name="connsiteY567" fmla="*/ 6398590 h 8839200"/>
              <a:gd name="connsiteX568" fmla="*/ 3111841 w 15732060"/>
              <a:gd name="connsiteY568" fmla="*/ 6398590 h 8839200"/>
              <a:gd name="connsiteX569" fmla="*/ 3111292 w 15732060"/>
              <a:gd name="connsiteY569" fmla="*/ 6398590 h 8839200"/>
              <a:gd name="connsiteX570" fmla="*/ 3111561 w 15732060"/>
              <a:gd name="connsiteY570" fmla="*/ 6398704 h 8839200"/>
              <a:gd name="connsiteX571" fmla="*/ 3195248 w 15732060"/>
              <a:gd name="connsiteY571" fmla="*/ 6398590 h 8839200"/>
              <a:gd name="connsiteX572" fmla="*/ 3176591 w 15732060"/>
              <a:gd name="connsiteY572" fmla="*/ 6417246 h 8839200"/>
              <a:gd name="connsiteX573" fmla="*/ 3193054 w 15732060"/>
              <a:gd name="connsiteY573" fmla="*/ 6435904 h 8839200"/>
              <a:gd name="connsiteX574" fmla="*/ 3193054 w 15732060"/>
              <a:gd name="connsiteY574" fmla="*/ 6599974 h 8839200"/>
              <a:gd name="connsiteX575" fmla="*/ 3176591 w 15732060"/>
              <a:gd name="connsiteY575" fmla="*/ 6618630 h 8839200"/>
              <a:gd name="connsiteX576" fmla="*/ 3195248 w 15732060"/>
              <a:gd name="connsiteY576" fmla="*/ 6637287 h 8839200"/>
              <a:gd name="connsiteX577" fmla="*/ 3213905 w 15732060"/>
              <a:gd name="connsiteY577" fmla="*/ 6618630 h 8839200"/>
              <a:gd name="connsiteX578" fmla="*/ 3197443 w 15732060"/>
              <a:gd name="connsiteY578" fmla="*/ 6599974 h 8839200"/>
              <a:gd name="connsiteX579" fmla="*/ 3197443 w 15732060"/>
              <a:gd name="connsiteY579" fmla="*/ 6435904 h 8839200"/>
              <a:gd name="connsiteX580" fmla="*/ 3213905 w 15732060"/>
              <a:gd name="connsiteY580" fmla="*/ 6417246 h 8839200"/>
              <a:gd name="connsiteX581" fmla="*/ 3195248 w 15732060"/>
              <a:gd name="connsiteY581" fmla="*/ 6398590 h 8839200"/>
              <a:gd name="connsiteX582" fmla="*/ 3278654 w 15732060"/>
              <a:gd name="connsiteY582" fmla="*/ 6398590 h 8839200"/>
              <a:gd name="connsiteX583" fmla="*/ 3259998 w 15732060"/>
              <a:gd name="connsiteY583" fmla="*/ 6417246 h 8839200"/>
              <a:gd name="connsiteX584" fmla="*/ 3276460 w 15732060"/>
              <a:gd name="connsiteY584" fmla="*/ 6435904 h 8839200"/>
              <a:gd name="connsiteX585" fmla="*/ 3276460 w 15732060"/>
              <a:gd name="connsiteY585" fmla="*/ 6619728 h 8839200"/>
              <a:gd name="connsiteX586" fmla="*/ 3437786 w 15732060"/>
              <a:gd name="connsiteY586" fmla="*/ 6781054 h 8839200"/>
              <a:gd name="connsiteX587" fmla="*/ 3438335 w 15732060"/>
              <a:gd name="connsiteY587" fmla="*/ 6781054 h 8839200"/>
              <a:gd name="connsiteX588" fmla="*/ 4190094 w 15732060"/>
              <a:gd name="connsiteY588" fmla="*/ 6781604 h 8839200"/>
              <a:gd name="connsiteX589" fmla="*/ 4208751 w 15732060"/>
              <a:gd name="connsiteY589" fmla="*/ 6798065 h 8839200"/>
              <a:gd name="connsiteX590" fmla="*/ 4227408 w 15732060"/>
              <a:gd name="connsiteY590" fmla="*/ 6779408 h 8839200"/>
              <a:gd name="connsiteX591" fmla="*/ 4208751 w 15732060"/>
              <a:gd name="connsiteY591" fmla="*/ 6760751 h 8839200"/>
              <a:gd name="connsiteX592" fmla="*/ 4208202 w 15732060"/>
              <a:gd name="connsiteY592" fmla="*/ 6760203 h 8839200"/>
              <a:gd name="connsiteX593" fmla="*/ 4189546 w 15732060"/>
              <a:gd name="connsiteY593" fmla="*/ 6776664 h 8839200"/>
              <a:gd name="connsiteX594" fmla="*/ 3439981 w 15732060"/>
              <a:gd name="connsiteY594" fmla="*/ 6776664 h 8839200"/>
              <a:gd name="connsiteX595" fmla="*/ 3280850 w 15732060"/>
              <a:gd name="connsiteY595" fmla="*/ 6617533 h 8839200"/>
              <a:gd name="connsiteX596" fmla="*/ 3280850 w 15732060"/>
              <a:gd name="connsiteY596" fmla="*/ 6435904 h 8839200"/>
              <a:gd name="connsiteX597" fmla="*/ 3297312 w 15732060"/>
              <a:gd name="connsiteY597" fmla="*/ 6417246 h 8839200"/>
              <a:gd name="connsiteX598" fmla="*/ 3278654 w 15732060"/>
              <a:gd name="connsiteY598" fmla="*/ 6398590 h 8839200"/>
              <a:gd name="connsiteX599" fmla="*/ 2805102 w 15732060"/>
              <a:gd name="connsiteY599" fmla="*/ 6343170 h 8839200"/>
              <a:gd name="connsiteX600" fmla="*/ 2786445 w 15732060"/>
              <a:gd name="connsiteY600" fmla="*/ 6359632 h 8839200"/>
              <a:gd name="connsiteX601" fmla="*/ 2069805 w 15732060"/>
              <a:gd name="connsiteY601" fmla="*/ 6359632 h 8839200"/>
              <a:gd name="connsiteX602" fmla="*/ 785230 w 15732060"/>
              <a:gd name="connsiteY602" fmla="*/ 7644207 h 8839200"/>
              <a:gd name="connsiteX603" fmla="*/ 50482 w 15732060"/>
              <a:gd name="connsiteY603" fmla="*/ 7644207 h 8839200"/>
              <a:gd name="connsiteX604" fmla="*/ 31826 w 15732060"/>
              <a:gd name="connsiteY604" fmla="*/ 7627744 h 8839200"/>
              <a:gd name="connsiteX605" fmla="*/ 13168 w 15732060"/>
              <a:gd name="connsiteY605" fmla="*/ 7646401 h 8839200"/>
              <a:gd name="connsiteX606" fmla="*/ 31826 w 15732060"/>
              <a:gd name="connsiteY606" fmla="*/ 7665059 h 8839200"/>
              <a:gd name="connsiteX607" fmla="*/ 50482 w 15732060"/>
              <a:gd name="connsiteY607" fmla="*/ 7648597 h 8839200"/>
              <a:gd name="connsiteX608" fmla="*/ 787426 w 15732060"/>
              <a:gd name="connsiteY608" fmla="*/ 7648597 h 8839200"/>
              <a:gd name="connsiteX609" fmla="*/ 2072000 w 15732060"/>
              <a:gd name="connsiteY609" fmla="*/ 6364021 h 8839200"/>
              <a:gd name="connsiteX610" fmla="*/ 2786445 w 15732060"/>
              <a:gd name="connsiteY610" fmla="*/ 6364021 h 8839200"/>
              <a:gd name="connsiteX611" fmla="*/ 2805102 w 15732060"/>
              <a:gd name="connsiteY611" fmla="*/ 6380484 h 8839200"/>
              <a:gd name="connsiteX612" fmla="*/ 2823759 w 15732060"/>
              <a:gd name="connsiteY612" fmla="*/ 6361827 h 8839200"/>
              <a:gd name="connsiteX613" fmla="*/ 2805102 w 15732060"/>
              <a:gd name="connsiteY613" fmla="*/ 6343170 h 8839200"/>
              <a:gd name="connsiteX614" fmla="*/ 4023829 w 15732060"/>
              <a:gd name="connsiteY614" fmla="*/ 6335623 h 8839200"/>
              <a:gd name="connsiteX615" fmla="*/ 4010660 w 15732060"/>
              <a:gd name="connsiteY615" fmla="*/ 6340973 h 8839200"/>
              <a:gd name="connsiteX616" fmla="*/ 4009014 w 15732060"/>
              <a:gd name="connsiteY616" fmla="*/ 6365667 h 8839200"/>
              <a:gd name="connsiteX617" fmla="*/ 3922314 w 15732060"/>
              <a:gd name="connsiteY617" fmla="*/ 6452366 h 8839200"/>
              <a:gd name="connsiteX618" fmla="*/ 3633134 w 15732060"/>
              <a:gd name="connsiteY618" fmla="*/ 6452366 h 8839200"/>
              <a:gd name="connsiteX619" fmla="*/ 3632584 w 15732060"/>
              <a:gd name="connsiteY619" fmla="*/ 6452914 h 8839200"/>
              <a:gd name="connsiteX620" fmla="*/ 3538753 w 15732060"/>
              <a:gd name="connsiteY620" fmla="*/ 6359082 h 8839200"/>
              <a:gd name="connsiteX621" fmla="*/ 3538203 w 15732060"/>
              <a:gd name="connsiteY621" fmla="*/ 6359082 h 8839200"/>
              <a:gd name="connsiteX622" fmla="*/ 3354379 w 15732060"/>
              <a:gd name="connsiteY622" fmla="*/ 6358532 h 8839200"/>
              <a:gd name="connsiteX623" fmla="*/ 3335723 w 15732060"/>
              <a:gd name="connsiteY623" fmla="*/ 6342071 h 8839200"/>
              <a:gd name="connsiteX624" fmla="*/ 3317066 w 15732060"/>
              <a:gd name="connsiteY624" fmla="*/ 6360727 h 8839200"/>
              <a:gd name="connsiteX625" fmla="*/ 3335723 w 15732060"/>
              <a:gd name="connsiteY625" fmla="*/ 6379384 h 8839200"/>
              <a:gd name="connsiteX626" fmla="*/ 3354379 w 15732060"/>
              <a:gd name="connsiteY626" fmla="*/ 6362923 h 8839200"/>
              <a:gd name="connsiteX627" fmla="*/ 3536009 w 15732060"/>
              <a:gd name="connsiteY627" fmla="*/ 6362923 h 8839200"/>
              <a:gd name="connsiteX628" fmla="*/ 3629842 w 15732060"/>
              <a:gd name="connsiteY628" fmla="*/ 6456755 h 8839200"/>
              <a:gd name="connsiteX629" fmla="*/ 3630390 w 15732060"/>
              <a:gd name="connsiteY629" fmla="*/ 6456755 h 8839200"/>
              <a:gd name="connsiteX630" fmla="*/ 3923960 w 15732060"/>
              <a:gd name="connsiteY630" fmla="*/ 6457304 h 8839200"/>
              <a:gd name="connsiteX631" fmla="*/ 4012306 w 15732060"/>
              <a:gd name="connsiteY631" fmla="*/ 6368958 h 8839200"/>
              <a:gd name="connsiteX632" fmla="*/ 4036998 w 15732060"/>
              <a:gd name="connsiteY632" fmla="*/ 6367312 h 8839200"/>
              <a:gd name="connsiteX633" fmla="*/ 4036998 w 15732060"/>
              <a:gd name="connsiteY633" fmla="*/ 6340973 h 8839200"/>
              <a:gd name="connsiteX634" fmla="*/ 4023829 w 15732060"/>
              <a:gd name="connsiteY634" fmla="*/ 6335623 h 8839200"/>
              <a:gd name="connsiteX635" fmla="*/ 5429672 w 15732060"/>
              <a:gd name="connsiteY635" fmla="*/ 6278558 h 8839200"/>
              <a:gd name="connsiteX636" fmla="*/ 5416503 w 15732060"/>
              <a:gd name="connsiteY636" fmla="*/ 6283907 h 8839200"/>
              <a:gd name="connsiteX637" fmla="*/ 5414856 w 15732060"/>
              <a:gd name="connsiteY637" fmla="*/ 6308601 h 8839200"/>
              <a:gd name="connsiteX638" fmla="*/ 4905088 w 15732060"/>
              <a:gd name="connsiteY638" fmla="*/ 6818369 h 8839200"/>
              <a:gd name="connsiteX639" fmla="*/ 4650477 w 15732060"/>
              <a:gd name="connsiteY639" fmla="*/ 6818369 h 8839200"/>
              <a:gd name="connsiteX640" fmla="*/ 4394770 w 15732060"/>
              <a:gd name="connsiteY640" fmla="*/ 7074077 h 8839200"/>
              <a:gd name="connsiteX641" fmla="*/ 4370077 w 15732060"/>
              <a:gd name="connsiteY641" fmla="*/ 7075724 h 8839200"/>
              <a:gd name="connsiteX642" fmla="*/ 4370077 w 15732060"/>
              <a:gd name="connsiteY642" fmla="*/ 7102062 h 8839200"/>
              <a:gd name="connsiteX643" fmla="*/ 4396416 w 15732060"/>
              <a:gd name="connsiteY643" fmla="*/ 7102062 h 8839200"/>
              <a:gd name="connsiteX644" fmla="*/ 4398062 w 15732060"/>
              <a:gd name="connsiteY644" fmla="*/ 7077370 h 8839200"/>
              <a:gd name="connsiteX645" fmla="*/ 4652124 w 15732060"/>
              <a:gd name="connsiteY645" fmla="*/ 6823309 h 8839200"/>
              <a:gd name="connsiteX646" fmla="*/ 4906734 w 15732060"/>
              <a:gd name="connsiteY646" fmla="*/ 6823309 h 8839200"/>
              <a:gd name="connsiteX647" fmla="*/ 5418150 w 15732060"/>
              <a:gd name="connsiteY647" fmla="*/ 6311892 h 8839200"/>
              <a:gd name="connsiteX648" fmla="*/ 5442842 w 15732060"/>
              <a:gd name="connsiteY648" fmla="*/ 6310246 h 8839200"/>
              <a:gd name="connsiteX649" fmla="*/ 5442842 w 15732060"/>
              <a:gd name="connsiteY649" fmla="*/ 6283907 h 8839200"/>
              <a:gd name="connsiteX650" fmla="*/ 5429672 w 15732060"/>
              <a:gd name="connsiteY650" fmla="*/ 6278558 h 8839200"/>
              <a:gd name="connsiteX651" fmla="*/ 2805102 w 15732060"/>
              <a:gd name="connsiteY651" fmla="*/ 6258664 h 8839200"/>
              <a:gd name="connsiteX652" fmla="*/ 2786445 w 15732060"/>
              <a:gd name="connsiteY652" fmla="*/ 6275126 h 8839200"/>
              <a:gd name="connsiteX653" fmla="*/ 2083523 w 15732060"/>
              <a:gd name="connsiteY653" fmla="*/ 6275126 h 8839200"/>
              <a:gd name="connsiteX654" fmla="*/ 1833851 w 15732060"/>
              <a:gd name="connsiteY654" fmla="*/ 6524798 h 8839200"/>
              <a:gd name="connsiteX655" fmla="*/ 1705448 w 15732060"/>
              <a:gd name="connsiteY655" fmla="*/ 6524798 h 8839200"/>
              <a:gd name="connsiteX656" fmla="*/ 1361944 w 15732060"/>
              <a:gd name="connsiteY656" fmla="*/ 6868302 h 8839200"/>
              <a:gd name="connsiteX657" fmla="*/ 696884 w 15732060"/>
              <a:gd name="connsiteY657" fmla="*/ 6868302 h 8839200"/>
              <a:gd name="connsiteX658" fmla="*/ 467516 w 15732060"/>
              <a:gd name="connsiteY658" fmla="*/ 7097670 h 8839200"/>
              <a:gd name="connsiteX659" fmla="*/ 37312 w 15732060"/>
              <a:gd name="connsiteY659" fmla="*/ 7097670 h 8839200"/>
              <a:gd name="connsiteX660" fmla="*/ 18656 w 15732060"/>
              <a:gd name="connsiteY660" fmla="*/ 7081209 h 8839200"/>
              <a:gd name="connsiteX661" fmla="*/ 0 w 15732060"/>
              <a:gd name="connsiteY661" fmla="*/ 7099866 h 8839200"/>
              <a:gd name="connsiteX662" fmla="*/ 18656 w 15732060"/>
              <a:gd name="connsiteY662" fmla="*/ 7118523 h 8839200"/>
              <a:gd name="connsiteX663" fmla="*/ 37312 w 15732060"/>
              <a:gd name="connsiteY663" fmla="*/ 7102060 h 8839200"/>
              <a:gd name="connsiteX664" fmla="*/ 469162 w 15732060"/>
              <a:gd name="connsiteY664" fmla="*/ 7102060 h 8839200"/>
              <a:gd name="connsiteX665" fmla="*/ 698532 w 15732060"/>
              <a:gd name="connsiteY665" fmla="*/ 6872692 h 8839200"/>
              <a:gd name="connsiteX666" fmla="*/ 1363590 w 15732060"/>
              <a:gd name="connsiteY666" fmla="*/ 6872692 h 8839200"/>
              <a:gd name="connsiteX667" fmla="*/ 1707095 w 15732060"/>
              <a:gd name="connsiteY667" fmla="*/ 6529187 h 8839200"/>
              <a:gd name="connsiteX668" fmla="*/ 1835498 w 15732060"/>
              <a:gd name="connsiteY668" fmla="*/ 6529187 h 8839200"/>
              <a:gd name="connsiteX669" fmla="*/ 2085169 w 15732060"/>
              <a:gd name="connsiteY669" fmla="*/ 6279516 h 8839200"/>
              <a:gd name="connsiteX670" fmla="*/ 2786445 w 15732060"/>
              <a:gd name="connsiteY670" fmla="*/ 6279516 h 8839200"/>
              <a:gd name="connsiteX671" fmla="*/ 2805102 w 15732060"/>
              <a:gd name="connsiteY671" fmla="*/ 6295978 h 8839200"/>
              <a:gd name="connsiteX672" fmla="*/ 2823759 w 15732060"/>
              <a:gd name="connsiteY672" fmla="*/ 6277321 h 8839200"/>
              <a:gd name="connsiteX673" fmla="*/ 2805102 w 15732060"/>
              <a:gd name="connsiteY673" fmla="*/ 6258664 h 8839200"/>
              <a:gd name="connsiteX674" fmla="*/ 2804554 w 15732060"/>
              <a:gd name="connsiteY674" fmla="*/ 6175257 h 8839200"/>
              <a:gd name="connsiteX675" fmla="*/ 2785897 w 15732060"/>
              <a:gd name="connsiteY675" fmla="*/ 6191720 h 8839200"/>
              <a:gd name="connsiteX676" fmla="*/ 2621826 w 15732060"/>
              <a:gd name="connsiteY676" fmla="*/ 6191720 h 8839200"/>
              <a:gd name="connsiteX677" fmla="*/ 2603170 w 15732060"/>
              <a:gd name="connsiteY677" fmla="*/ 6175257 h 8839200"/>
              <a:gd name="connsiteX678" fmla="*/ 2584513 w 15732060"/>
              <a:gd name="connsiteY678" fmla="*/ 6193914 h 8839200"/>
              <a:gd name="connsiteX679" fmla="*/ 2603170 w 15732060"/>
              <a:gd name="connsiteY679" fmla="*/ 6212571 h 8839200"/>
              <a:gd name="connsiteX680" fmla="*/ 2621826 w 15732060"/>
              <a:gd name="connsiteY680" fmla="*/ 6196109 h 8839200"/>
              <a:gd name="connsiteX681" fmla="*/ 2785897 w 15732060"/>
              <a:gd name="connsiteY681" fmla="*/ 6196109 h 8839200"/>
              <a:gd name="connsiteX682" fmla="*/ 2804554 w 15732060"/>
              <a:gd name="connsiteY682" fmla="*/ 6212571 h 8839200"/>
              <a:gd name="connsiteX683" fmla="*/ 2823210 w 15732060"/>
              <a:gd name="connsiteY683" fmla="*/ 6193914 h 8839200"/>
              <a:gd name="connsiteX684" fmla="*/ 2804554 w 15732060"/>
              <a:gd name="connsiteY684" fmla="*/ 6175257 h 8839200"/>
              <a:gd name="connsiteX685" fmla="*/ 5032942 w 15732060"/>
              <a:gd name="connsiteY685" fmla="*/ 6093636 h 8839200"/>
              <a:gd name="connsiteX686" fmla="*/ 5019772 w 15732060"/>
              <a:gd name="connsiteY686" fmla="*/ 6098986 h 8839200"/>
              <a:gd name="connsiteX687" fmla="*/ 5018126 w 15732060"/>
              <a:gd name="connsiteY687" fmla="*/ 6123679 h 8839200"/>
              <a:gd name="connsiteX688" fmla="*/ 4240576 w 15732060"/>
              <a:gd name="connsiteY688" fmla="*/ 6901227 h 8839200"/>
              <a:gd name="connsiteX689" fmla="*/ 3982126 w 15732060"/>
              <a:gd name="connsiteY689" fmla="*/ 6901227 h 8839200"/>
              <a:gd name="connsiteX690" fmla="*/ 3452054 w 15732060"/>
              <a:gd name="connsiteY690" fmla="*/ 7431300 h 8839200"/>
              <a:gd name="connsiteX691" fmla="*/ 2989475 w 15732060"/>
              <a:gd name="connsiteY691" fmla="*/ 7431300 h 8839200"/>
              <a:gd name="connsiteX692" fmla="*/ 1999568 w 15732060"/>
              <a:gd name="connsiteY692" fmla="*/ 8421206 h 8839200"/>
              <a:gd name="connsiteX693" fmla="*/ 1184156 w 15732060"/>
              <a:gd name="connsiteY693" fmla="*/ 8421206 h 8839200"/>
              <a:gd name="connsiteX694" fmla="*/ 807180 w 15732060"/>
              <a:gd name="connsiteY694" fmla="*/ 8798184 h 8839200"/>
              <a:gd name="connsiteX695" fmla="*/ 782486 w 15732060"/>
              <a:gd name="connsiteY695" fmla="*/ 8799830 h 8839200"/>
              <a:gd name="connsiteX696" fmla="*/ 782486 w 15732060"/>
              <a:gd name="connsiteY696" fmla="*/ 8826169 h 8839200"/>
              <a:gd name="connsiteX697" fmla="*/ 808826 w 15732060"/>
              <a:gd name="connsiteY697" fmla="*/ 8826169 h 8839200"/>
              <a:gd name="connsiteX698" fmla="*/ 810472 w 15732060"/>
              <a:gd name="connsiteY698" fmla="*/ 8801475 h 8839200"/>
              <a:gd name="connsiteX699" fmla="*/ 1185802 w 15732060"/>
              <a:gd name="connsiteY699" fmla="*/ 8426145 h 8839200"/>
              <a:gd name="connsiteX700" fmla="*/ 2001214 w 15732060"/>
              <a:gd name="connsiteY700" fmla="*/ 8426145 h 8839200"/>
              <a:gd name="connsiteX701" fmla="*/ 2991121 w 15732060"/>
              <a:gd name="connsiteY701" fmla="*/ 7436238 h 8839200"/>
              <a:gd name="connsiteX702" fmla="*/ 3453699 w 15732060"/>
              <a:gd name="connsiteY702" fmla="*/ 7436238 h 8839200"/>
              <a:gd name="connsiteX703" fmla="*/ 3983772 w 15732060"/>
              <a:gd name="connsiteY703" fmla="*/ 6906167 h 8839200"/>
              <a:gd name="connsiteX704" fmla="*/ 4242224 w 15732060"/>
              <a:gd name="connsiteY704" fmla="*/ 6906167 h 8839200"/>
              <a:gd name="connsiteX705" fmla="*/ 5021418 w 15732060"/>
              <a:gd name="connsiteY705" fmla="*/ 6126971 h 8839200"/>
              <a:gd name="connsiteX706" fmla="*/ 5046112 w 15732060"/>
              <a:gd name="connsiteY706" fmla="*/ 6125325 h 8839200"/>
              <a:gd name="connsiteX707" fmla="*/ 5046112 w 15732060"/>
              <a:gd name="connsiteY707" fmla="*/ 6098986 h 8839200"/>
              <a:gd name="connsiteX708" fmla="*/ 5032942 w 15732060"/>
              <a:gd name="connsiteY708" fmla="*/ 6093636 h 8839200"/>
              <a:gd name="connsiteX709" fmla="*/ 2804554 w 15732060"/>
              <a:gd name="connsiteY709" fmla="*/ 6091851 h 8839200"/>
              <a:gd name="connsiteX710" fmla="*/ 2785897 w 15732060"/>
              <a:gd name="connsiteY710" fmla="*/ 6108312 h 8839200"/>
              <a:gd name="connsiteX711" fmla="*/ 2039076 w 15732060"/>
              <a:gd name="connsiteY711" fmla="*/ 6108312 h 8839200"/>
              <a:gd name="connsiteX712" fmla="*/ 1539184 w 15732060"/>
              <a:gd name="connsiteY712" fmla="*/ 6608204 h 8839200"/>
              <a:gd name="connsiteX713" fmla="*/ 856016 w 15732060"/>
              <a:gd name="connsiteY713" fmla="*/ 6608204 h 8839200"/>
              <a:gd name="connsiteX714" fmla="*/ 609636 w 15732060"/>
              <a:gd name="connsiteY714" fmla="*/ 6854584 h 8839200"/>
              <a:gd name="connsiteX715" fmla="*/ 196444 w 15732060"/>
              <a:gd name="connsiteY715" fmla="*/ 6854584 h 8839200"/>
              <a:gd name="connsiteX716" fmla="*/ 177786 w 15732060"/>
              <a:gd name="connsiteY716" fmla="*/ 6838122 h 8839200"/>
              <a:gd name="connsiteX717" fmla="*/ 159130 w 15732060"/>
              <a:gd name="connsiteY717" fmla="*/ 6856778 h 8839200"/>
              <a:gd name="connsiteX718" fmla="*/ 177786 w 15732060"/>
              <a:gd name="connsiteY718" fmla="*/ 6875435 h 8839200"/>
              <a:gd name="connsiteX719" fmla="*/ 196444 w 15732060"/>
              <a:gd name="connsiteY719" fmla="*/ 6858974 h 8839200"/>
              <a:gd name="connsiteX720" fmla="*/ 611832 w 15732060"/>
              <a:gd name="connsiteY720" fmla="*/ 6858974 h 8839200"/>
              <a:gd name="connsiteX721" fmla="*/ 858212 w 15732060"/>
              <a:gd name="connsiteY721" fmla="*/ 6612594 h 8839200"/>
              <a:gd name="connsiteX722" fmla="*/ 1541379 w 15732060"/>
              <a:gd name="connsiteY722" fmla="*/ 6612594 h 8839200"/>
              <a:gd name="connsiteX723" fmla="*/ 2041271 w 15732060"/>
              <a:gd name="connsiteY723" fmla="*/ 6112703 h 8839200"/>
              <a:gd name="connsiteX724" fmla="*/ 2785897 w 15732060"/>
              <a:gd name="connsiteY724" fmla="*/ 6112703 h 8839200"/>
              <a:gd name="connsiteX725" fmla="*/ 2804554 w 15732060"/>
              <a:gd name="connsiteY725" fmla="*/ 6129164 h 8839200"/>
              <a:gd name="connsiteX726" fmla="*/ 2823210 w 15732060"/>
              <a:gd name="connsiteY726" fmla="*/ 6110508 h 8839200"/>
              <a:gd name="connsiteX727" fmla="*/ 2804554 w 15732060"/>
              <a:gd name="connsiteY727" fmla="*/ 6091851 h 8839200"/>
              <a:gd name="connsiteX728" fmla="*/ 3537106 w 15732060"/>
              <a:gd name="connsiteY728" fmla="*/ 6091851 h 8839200"/>
              <a:gd name="connsiteX729" fmla="*/ 3518449 w 15732060"/>
              <a:gd name="connsiteY729" fmla="*/ 6108312 h 8839200"/>
              <a:gd name="connsiteX730" fmla="*/ 3354379 w 15732060"/>
              <a:gd name="connsiteY730" fmla="*/ 6108312 h 8839200"/>
              <a:gd name="connsiteX731" fmla="*/ 3335723 w 15732060"/>
              <a:gd name="connsiteY731" fmla="*/ 6091851 h 8839200"/>
              <a:gd name="connsiteX732" fmla="*/ 3317066 w 15732060"/>
              <a:gd name="connsiteY732" fmla="*/ 6110508 h 8839200"/>
              <a:gd name="connsiteX733" fmla="*/ 3335723 w 15732060"/>
              <a:gd name="connsiteY733" fmla="*/ 6129164 h 8839200"/>
              <a:gd name="connsiteX734" fmla="*/ 3354379 w 15732060"/>
              <a:gd name="connsiteY734" fmla="*/ 6112703 h 8839200"/>
              <a:gd name="connsiteX735" fmla="*/ 3518449 w 15732060"/>
              <a:gd name="connsiteY735" fmla="*/ 6112703 h 8839200"/>
              <a:gd name="connsiteX736" fmla="*/ 3537106 w 15732060"/>
              <a:gd name="connsiteY736" fmla="*/ 6129164 h 8839200"/>
              <a:gd name="connsiteX737" fmla="*/ 3555763 w 15732060"/>
              <a:gd name="connsiteY737" fmla="*/ 6110508 h 8839200"/>
              <a:gd name="connsiteX738" fmla="*/ 3537106 w 15732060"/>
              <a:gd name="connsiteY738" fmla="*/ 6091851 h 8839200"/>
              <a:gd name="connsiteX739" fmla="*/ 12898423 w 15732060"/>
              <a:gd name="connsiteY739" fmla="*/ 6025593 h 8839200"/>
              <a:gd name="connsiteX740" fmla="*/ 12885254 w 15732060"/>
              <a:gd name="connsiteY740" fmla="*/ 6030944 h 8839200"/>
              <a:gd name="connsiteX741" fmla="*/ 12885254 w 15732060"/>
              <a:gd name="connsiteY741" fmla="*/ 6057283 h 8839200"/>
              <a:gd name="connsiteX742" fmla="*/ 12909946 w 15732060"/>
              <a:gd name="connsiteY742" fmla="*/ 6058928 h 8839200"/>
              <a:gd name="connsiteX743" fmla="*/ 12959881 w 15732060"/>
              <a:gd name="connsiteY743" fmla="*/ 6108862 h 8839200"/>
              <a:gd name="connsiteX744" fmla="*/ 12960428 w 15732060"/>
              <a:gd name="connsiteY744" fmla="*/ 6108862 h 8839200"/>
              <a:gd name="connsiteX745" fmla="*/ 14895795 w 15732060"/>
              <a:gd name="connsiteY745" fmla="*/ 6109412 h 8839200"/>
              <a:gd name="connsiteX746" fmla="*/ 15247532 w 15732060"/>
              <a:gd name="connsiteY746" fmla="*/ 6461147 h 8839200"/>
              <a:gd name="connsiteX747" fmla="*/ 15249178 w 15732060"/>
              <a:gd name="connsiteY747" fmla="*/ 6485840 h 8839200"/>
              <a:gd name="connsiteX748" fmla="*/ 15275517 w 15732060"/>
              <a:gd name="connsiteY748" fmla="*/ 6485840 h 8839200"/>
              <a:gd name="connsiteX749" fmla="*/ 15275517 w 15732060"/>
              <a:gd name="connsiteY749" fmla="*/ 6459501 h 8839200"/>
              <a:gd name="connsiteX750" fmla="*/ 15250825 w 15732060"/>
              <a:gd name="connsiteY750" fmla="*/ 6457855 h 8839200"/>
              <a:gd name="connsiteX751" fmla="*/ 14898539 w 15732060"/>
              <a:gd name="connsiteY751" fmla="*/ 6105571 h 8839200"/>
              <a:gd name="connsiteX752" fmla="*/ 14897992 w 15732060"/>
              <a:gd name="connsiteY752" fmla="*/ 6105571 h 8839200"/>
              <a:gd name="connsiteX753" fmla="*/ 12962625 w 15732060"/>
              <a:gd name="connsiteY753" fmla="*/ 6105022 h 8839200"/>
              <a:gd name="connsiteX754" fmla="*/ 12913239 w 15732060"/>
              <a:gd name="connsiteY754" fmla="*/ 6055636 h 8839200"/>
              <a:gd name="connsiteX755" fmla="*/ 12911593 w 15732060"/>
              <a:gd name="connsiteY755" fmla="*/ 6030944 h 8839200"/>
              <a:gd name="connsiteX756" fmla="*/ 12898423 w 15732060"/>
              <a:gd name="connsiteY756" fmla="*/ 6025593 h 8839200"/>
              <a:gd name="connsiteX757" fmla="*/ 2805102 w 15732060"/>
              <a:gd name="connsiteY757" fmla="*/ 6008444 h 8839200"/>
              <a:gd name="connsiteX758" fmla="*/ 2786445 w 15732060"/>
              <a:gd name="connsiteY758" fmla="*/ 6024906 h 8839200"/>
              <a:gd name="connsiteX759" fmla="*/ 2018774 w 15732060"/>
              <a:gd name="connsiteY759" fmla="*/ 6024906 h 8839200"/>
              <a:gd name="connsiteX760" fmla="*/ 1510650 w 15732060"/>
              <a:gd name="connsiteY760" fmla="*/ 6533028 h 8839200"/>
              <a:gd name="connsiteX761" fmla="*/ 1277989 w 15732060"/>
              <a:gd name="connsiteY761" fmla="*/ 6533028 h 8839200"/>
              <a:gd name="connsiteX762" fmla="*/ 1184156 w 15732060"/>
              <a:gd name="connsiteY762" fmla="*/ 6439196 h 8839200"/>
              <a:gd name="connsiteX763" fmla="*/ 1183608 w 15732060"/>
              <a:gd name="connsiteY763" fmla="*/ 6439196 h 8839200"/>
              <a:gd name="connsiteX764" fmla="*/ 931192 w 15732060"/>
              <a:gd name="connsiteY764" fmla="*/ 6438647 h 8839200"/>
              <a:gd name="connsiteX765" fmla="*/ 686458 w 15732060"/>
              <a:gd name="connsiteY765" fmla="*/ 6683380 h 8839200"/>
              <a:gd name="connsiteX766" fmla="*/ 171752 w 15732060"/>
              <a:gd name="connsiteY766" fmla="*/ 6683380 h 8839200"/>
              <a:gd name="connsiteX767" fmla="*/ 32374 w 15732060"/>
              <a:gd name="connsiteY767" fmla="*/ 6822757 h 8839200"/>
              <a:gd name="connsiteX768" fmla="*/ 7682 w 15732060"/>
              <a:gd name="connsiteY768" fmla="*/ 6824403 h 8839200"/>
              <a:gd name="connsiteX769" fmla="*/ 7682 w 15732060"/>
              <a:gd name="connsiteY769" fmla="*/ 6850743 h 8839200"/>
              <a:gd name="connsiteX770" fmla="*/ 34020 w 15732060"/>
              <a:gd name="connsiteY770" fmla="*/ 6850743 h 8839200"/>
              <a:gd name="connsiteX771" fmla="*/ 34568 w 15732060"/>
              <a:gd name="connsiteY771" fmla="*/ 6850743 h 8839200"/>
              <a:gd name="connsiteX772" fmla="*/ 36216 w 15732060"/>
              <a:gd name="connsiteY772" fmla="*/ 6826050 h 8839200"/>
              <a:gd name="connsiteX773" fmla="*/ 174494 w 15732060"/>
              <a:gd name="connsiteY773" fmla="*/ 6687770 h 8839200"/>
              <a:gd name="connsiteX774" fmla="*/ 688654 w 15732060"/>
              <a:gd name="connsiteY774" fmla="*/ 6687770 h 8839200"/>
              <a:gd name="connsiteX775" fmla="*/ 933388 w 15732060"/>
              <a:gd name="connsiteY775" fmla="*/ 6443037 h 8839200"/>
              <a:gd name="connsiteX776" fmla="*/ 1181412 w 15732060"/>
              <a:gd name="connsiteY776" fmla="*/ 6443037 h 8839200"/>
              <a:gd name="connsiteX777" fmla="*/ 1275245 w 15732060"/>
              <a:gd name="connsiteY777" fmla="*/ 6536870 h 8839200"/>
              <a:gd name="connsiteX778" fmla="*/ 1275794 w 15732060"/>
              <a:gd name="connsiteY778" fmla="*/ 6536870 h 8839200"/>
              <a:gd name="connsiteX779" fmla="*/ 1512845 w 15732060"/>
              <a:gd name="connsiteY779" fmla="*/ 6537419 h 8839200"/>
              <a:gd name="connsiteX780" fmla="*/ 2020968 w 15732060"/>
              <a:gd name="connsiteY780" fmla="*/ 6029295 h 8839200"/>
              <a:gd name="connsiteX781" fmla="*/ 2786445 w 15732060"/>
              <a:gd name="connsiteY781" fmla="*/ 6029295 h 8839200"/>
              <a:gd name="connsiteX782" fmla="*/ 2805102 w 15732060"/>
              <a:gd name="connsiteY782" fmla="*/ 6045757 h 8839200"/>
              <a:gd name="connsiteX783" fmla="*/ 2823759 w 15732060"/>
              <a:gd name="connsiteY783" fmla="*/ 6027101 h 8839200"/>
              <a:gd name="connsiteX784" fmla="*/ 2805102 w 15732060"/>
              <a:gd name="connsiteY784" fmla="*/ 6008444 h 8839200"/>
              <a:gd name="connsiteX785" fmla="*/ 4046876 w 15732060"/>
              <a:gd name="connsiteY785" fmla="*/ 6008444 h 8839200"/>
              <a:gd name="connsiteX786" fmla="*/ 4028219 w 15732060"/>
              <a:gd name="connsiteY786" fmla="*/ 6024906 h 8839200"/>
              <a:gd name="connsiteX787" fmla="*/ 3354379 w 15732060"/>
              <a:gd name="connsiteY787" fmla="*/ 6024906 h 8839200"/>
              <a:gd name="connsiteX788" fmla="*/ 3335723 w 15732060"/>
              <a:gd name="connsiteY788" fmla="*/ 6008444 h 8839200"/>
              <a:gd name="connsiteX789" fmla="*/ 3317066 w 15732060"/>
              <a:gd name="connsiteY789" fmla="*/ 6027101 h 8839200"/>
              <a:gd name="connsiteX790" fmla="*/ 3335723 w 15732060"/>
              <a:gd name="connsiteY790" fmla="*/ 6045757 h 8839200"/>
              <a:gd name="connsiteX791" fmla="*/ 3354379 w 15732060"/>
              <a:gd name="connsiteY791" fmla="*/ 6029295 h 8839200"/>
              <a:gd name="connsiteX792" fmla="*/ 4028219 w 15732060"/>
              <a:gd name="connsiteY792" fmla="*/ 6029295 h 8839200"/>
              <a:gd name="connsiteX793" fmla="*/ 4046876 w 15732060"/>
              <a:gd name="connsiteY793" fmla="*/ 6045757 h 8839200"/>
              <a:gd name="connsiteX794" fmla="*/ 4065533 w 15732060"/>
              <a:gd name="connsiteY794" fmla="*/ 6027101 h 8839200"/>
              <a:gd name="connsiteX795" fmla="*/ 4046876 w 15732060"/>
              <a:gd name="connsiteY795" fmla="*/ 6008444 h 8839200"/>
              <a:gd name="connsiteX796" fmla="*/ 2804004 w 15732060"/>
              <a:gd name="connsiteY796" fmla="*/ 5926136 h 8839200"/>
              <a:gd name="connsiteX797" fmla="*/ 2785348 w 15732060"/>
              <a:gd name="connsiteY797" fmla="*/ 5942599 h 8839200"/>
              <a:gd name="connsiteX798" fmla="*/ 1992983 w 15732060"/>
              <a:gd name="connsiteY798" fmla="*/ 5942599 h 8839200"/>
              <a:gd name="connsiteX799" fmla="*/ 1601739 w 15732060"/>
              <a:gd name="connsiteY799" fmla="*/ 6333841 h 8839200"/>
              <a:gd name="connsiteX800" fmla="*/ 932838 w 15732060"/>
              <a:gd name="connsiteY800" fmla="*/ 6333841 h 8839200"/>
              <a:gd name="connsiteX801" fmla="*/ 706762 w 15732060"/>
              <a:gd name="connsiteY801" fmla="*/ 6559919 h 8839200"/>
              <a:gd name="connsiteX802" fmla="*/ 441726 w 15732060"/>
              <a:gd name="connsiteY802" fmla="*/ 6559919 h 8839200"/>
              <a:gd name="connsiteX803" fmla="*/ 423070 w 15732060"/>
              <a:gd name="connsiteY803" fmla="*/ 6543456 h 8839200"/>
              <a:gd name="connsiteX804" fmla="*/ 404412 w 15732060"/>
              <a:gd name="connsiteY804" fmla="*/ 6562113 h 8839200"/>
              <a:gd name="connsiteX805" fmla="*/ 423070 w 15732060"/>
              <a:gd name="connsiteY805" fmla="*/ 6580770 h 8839200"/>
              <a:gd name="connsiteX806" fmla="*/ 441726 w 15732060"/>
              <a:gd name="connsiteY806" fmla="*/ 6564307 h 8839200"/>
              <a:gd name="connsiteX807" fmla="*/ 708958 w 15732060"/>
              <a:gd name="connsiteY807" fmla="*/ 6564307 h 8839200"/>
              <a:gd name="connsiteX808" fmla="*/ 935034 w 15732060"/>
              <a:gd name="connsiteY808" fmla="*/ 6338232 h 8839200"/>
              <a:gd name="connsiteX809" fmla="*/ 1603934 w 15732060"/>
              <a:gd name="connsiteY809" fmla="*/ 6338232 h 8839200"/>
              <a:gd name="connsiteX810" fmla="*/ 1995178 w 15732060"/>
              <a:gd name="connsiteY810" fmla="*/ 5946987 h 8839200"/>
              <a:gd name="connsiteX811" fmla="*/ 2785348 w 15732060"/>
              <a:gd name="connsiteY811" fmla="*/ 5946987 h 8839200"/>
              <a:gd name="connsiteX812" fmla="*/ 2804004 w 15732060"/>
              <a:gd name="connsiteY812" fmla="*/ 5963450 h 8839200"/>
              <a:gd name="connsiteX813" fmla="*/ 2822662 w 15732060"/>
              <a:gd name="connsiteY813" fmla="*/ 5944793 h 8839200"/>
              <a:gd name="connsiteX814" fmla="*/ 2804004 w 15732060"/>
              <a:gd name="connsiteY814" fmla="*/ 5926136 h 8839200"/>
              <a:gd name="connsiteX815" fmla="*/ 11466789 w 15732060"/>
              <a:gd name="connsiteY815" fmla="*/ 5863170 h 8839200"/>
              <a:gd name="connsiteX816" fmla="*/ 11453620 w 15732060"/>
              <a:gd name="connsiteY816" fmla="*/ 5868520 h 8839200"/>
              <a:gd name="connsiteX817" fmla="*/ 11453620 w 15732060"/>
              <a:gd name="connsiteY817" fmla="*/ 5894858 h 8839200"/>
              <a:gd name="connsiteX818" fmla="*/ 11478312 w 15732060"/>
              <a:gd name="connsiteY818" fmla="*/ 5896505 h 8839200"/>
              <a:gd name="connsiteX819" fmla="*/ 11798770 w 15732060"/>
              <a:gd name="connsiteY819" fmla="*/ 6216962 h 8839200"/>
              <a:gd name="connsiteX820" fmla="*/ 11799319 w 15732060"/>
              <a:gd name="connsiteY820" fmla="*/ 6216962 h 8839200"/>
              <a:gd name="connsiteX821" fmla="*/ 12278359 w 15732060"/>
              <a:gd name="connsiteY821" fmla="*/ 6217512 h 8839200"/>
              <a:gd name="connsiteX822" fmla="*/ 12570284 w 15732060"/>
              <a:gd name="connsiteY822" fmla="*/ 6509985 h 8839200"/>
              <a:gd name="connsiteX823" fmla="*/ 12570831 w 15732060"/>
              <a:gd name="connsiteY823" fmla="*/ 6509985 h 8839200"/>
              <a:gd name="connsiteX824" fmla="*/ 13854309 w 15732060"/>
              <a:gd name="connsiteY824" fmla="*/ 6510533 h 8839200"/>
              <a:gd name="connsiteX825" fmla="*/ 14513881 w 15732060"/>
              <a:gd name="connsiteY825" fmla="*/ 7170105 h 8839200"/>
              <a:gd name="connsiteX826" fmla="*/ 14514429 w 15732060"/>
              <a:gd name="connsiteY826" fmla="*/ 7170105 h 8839200"/>
              <a:gd name="connsiteX827" fmla="*/ 15260152 w 15732060"/>
              <a:gd name="connsiteY827" fmla="*/ 7170654 h 8839200"/>
              <a:gd name="connsiteX828" fmla="*/ 15528481 w 15732060"/>
              <a:gd name="connsiteY828" fmla="*/ 6902325 h 8839200"/>
              <a:gd name="connsiteX829" fmla="*/ 15694745 w 15732060"/>
              <a:gd name="connsiteY829" fmla="*/ 6902325 h 8839200"/>
              <a:gd name="connsiteX830" fmla="*/ 15713402 w 15732060"/>
              <a:gd name="connsiteY830" fmla="*/ 6918787 h 8839200"/>
              <a:gd name="connsiteX831" fmla="*/ 15732060 w 15732060"/>
              <a:gd name="connsiteY831" fmla="*/ 6900130 h 8839200"/>
              <a:gd name="connsiteX832" fmla="*/ 15713402 w 15732060"/>
              <a:gd name="connsiteY832" fmla="*/ 6881473 h 8839200"/>
              <a:gd name="connsiteX833" fmla="*/ 15712305 w 15732060"/>
              <a:gd name="connsiteY833" fmla="*/ 6880925 h 8839200"/>
              <a:gd name="connsiteX834" fmla="*/ 15693648 w 15732060"/>
              <a:gd name="connsiteY834" fmla="*/ 6897386 h 8839200"/>
              <a:gd name="connsiteX835" fmla="*/ 15525737 w 15732060"/>
              <a:gd name="connsiteY835" fmla="*/ 6897386 h 8839200"/>
              <a:gd name="connsiteX836" fmla="*/ 15257409 w 15732060"/>
              <a:gd name="connsiteY836" fmla="*/ 7165715 h 8839200"/>
              <a:gd name="connsiteX837" fmla="*/ 14516076 w 15732060"/>
              <a:gd name="connsiteY837" fmla="*/ 7165715 h 8839200"/>
              <a:gd name="connsiteX838" fmla="*/ 13856504 w 15732060"/>
              <a:gd name="connsiteY838" fmla="*/ 6506142 h 8839200"/>
              <a:gd name="connsiteX839" fmla="*/ 13855954 w 15732060"/>
              <a:gd name="connsiteY839" fmla="*/ 6506142 h 8839200"/>
              <a:gd name="connsiteX840" fmla="*/ 12572478 w 15732060"/>
              <a:gd name="connsiteY840" fmla="*/ 6505594 h 8839200"/>
              <a:gd name="connsiteX841" fmla="*/ 12280554 w 15732060"/>
              <a:gd name="connsiteY841" fmla="*/ 6213121 h 8839200"/>
              <a:gd name="connsiteX842" fmla="*/ 12280005 w 15732060"/>
              <a:gd name="connsiteY842" fmla="*/ 6213121 h 8839200"/>
              <a:gd name="connsiteX843" fmla="*/ 11800964 w 15732060"/>
              <a:gd name="connsiteY843" fmla="*/ 6212573 h 8839200"/>
              <a:gd name="connsiteX844" fmla="*/ 11481604 w 15732060"/>
              <a:gd name="connsiteY844" fmla="*/ 5893212 h 8839200"/>
              <a:gd name="connsiteX845" fmla="*/ 11479958 w 15732060"/>
              <a:gd name="connsiteY845" fmla="*/ 5868520 h 8839200"/>
              <a:gd name="connsiteX846" fmla="*/ 11466789 w 15732060"/>
              <a:gd name="connsiteY846" fmla="*/ 5863170 h 8839200"/>
              <a:gd name="connsiteX847" fmla="*/ 10306776 w 15732060"/>
              <a:gd name="connsiteY847" fmla="*/ 5831892 h 8839200"/>
              <a:gd name="connsiteX848" fmla="*/ 10293606 w 15732060"/>
              <a:gd name="connsiteY848" fmla="*/ 5837242 h 8839200"/>
              <a:gd name="connsiteX849" fmla="*/ 10293606 w 15732060"/>
              <a:gd name="connsiteY849" fmla="*/ 5863581 h 8839200"/>
              <a:gd name="connsiteX850" fmla="*/ 10318299 w 15732060"/>
              <a:gd name="connsiteY850" fmla="*/ 5865227 h 8839200"/>
              <a:gd name="connsiteX851" fmla="*/ 11084873 w 15732060"/>
              <a:gd name="connsiteY851" fmla="*/ 6631802 h 8839200"/>
              <a:gd name="connsiteX852" fmla="*/ 11085422 w 15732060"/>
              <a:gd name="connsiteY852" fmla="*/ 6631802 h 8839200"/>
              <a:gd name="connsiteX853" fmla="*/ 11608362 w 15732060"/>
              <a:gd name="connsiteY853" fmla="*/ 6632351 h 8839200"/>
              <a:gd name="connsiteX854" fmla="*/ 12314575 w 15732060"/>
              <a:gd name="connsiteY854" fmla="*/ 7338565 h 8839200"/>
              <a:gd name="connsiteX855" fmla="*/ 12315125 w 15732060"/>
              <a:gd name="connsiteY855" fmla="*/ 7338565 h 8839200"/>
              <a:gd name="connsiteX856" fmla="*/ 12698685 w 15732060"/>
              <a:gd name="connsiteY856" fmla="*/ 7339114 h 8839200"/>
              <a:gd name="connsiteX857" fmla="*/ 13217234 w 15732060"/>
              <a:gd name="connsiteY857" fmla="*/ 7857663 h 8839200"/>
              <a:gd name="connsiteX858" fmla="*/ 13217784 w 15732060"/>
              <a:gd name="connsiteY858" fmla="*/ 7857663 h 8839200"/>
              <a:gd name="connsiteX859" fmla="*/ 14276830 w 15732060"/>
              <a:gd name="connsiteY859" fmla="*/ 7858211 h 8839200"/>
              <a:gd name="connsiteX860" fmla="*/ 15188818 w 15732060"/>
              <a:gd name="connsiteY860" fmla="*/ 8770198 h 8839200"/>
              <a:gd name="connsiteX861" fmla="*/ 15190464 w 15732060"/>
              <a:gd name="connsiteY861" fmla="*/ 8794890 h 8839200"/>
              <a:gd name="connsiteX862" fmla="*/ 15216802 w 15732060"/>
              <a:gd name="connsiteY862" fmla="*/ 8794890 h 8839200"/>
              <a:gd name="connsiteX863" fmla="*/ 15216802 w 15732060"/>
              <a:gd name="connsiteY863" fmla="*/ 8768552 h 8839200"/>
              <a:gd name="connsiteX864" fmla="*/ 15192109 w 15732060"/>
              <a:gd name="connsiteY864" fmla="*/ 8766906 h 8839200"/>
              <a:gd name="connsiteX865" fmla="*/ 14279574 w 15732060"/>
              <a:gd name="connsiteY865" fmla="*/ 7854370 h 8839200"/>
              <a:gd name="connsiteX866" fmla="*/ 14279025 w 15732060"/>
              <a:gd name="connsiteY866" fmla="*/ 7854370 h 8839200"/>
              <a:gd name="connsiteX867" fmla="*/ 13219978 w 15732060"/>
              <a:gd name="connsiteY867" fmla="*/ 7853821 h 8839200"/>
              <a:gd name="connsiteX868" fmla="*/ 12701429 w 15732060"/>
              <a:gd name="connsiteY868" fmla="*/ 7335272 h 8839200"/>
              <a:gd name="connsiteX869" fmla="*/ 12700880 w 15732060"/>
              <a:gd name="connsiteY869" fmla="*/ 7335272 h 8839200"/>
              <a:gd name="connsiteX870" fmla="*/ 12317319 w 15732060"/>
              <a:gd name="connsiteY870" fmla="*/ 7334723 h 8839200"/>
              <a:gd name="connsiteX871" fmla="*/ 11611104 w 15732060"/>
              <a:gd name="connsiteY871" fmla="*/ 6628510 h 8839200"/>
              <a:gd name="connsiteX872" fmla="*/ 11610556 w 15732060"/>
              <a:gd name="connsiteY872" fmla="*/ 6628510 h 8839200"/>
              <a:gd name="connsiteX873" fmla="*/ 11087617 w 15732060"/>
              <a:gd name="connsiteY873" fmla="*/ 6627961 h 8839200"/>
              <a:gd name="connsiteX874" fmla="*/ 10321592 w 15732060"/>
              <a:gd name="connsiteY874" fmla="*/ 5861935 h 8839200"/>
              <a:gd name="connsiteX875" fmla="*/ 10319945 w 15732060"/>
              <a:gd name="connsiteY875" fmla="*/ 5837242 h 8839200"/>
              <a:gd name="connsiteX876" fmla="*/ 10306776 w 15732060"/>
              <a:gd name="connsiteY876" fmla="*/ 5831892 h 8839200"/>
              <a:gd name="connsiteX877" fmla="*/ 8942636 w 15732060"/>
              <a:gd name="connsiteY877" fmla="*/ 5819683 h 8839200"/>
              <a:gd name="connsiteX878" fmla="*/ 8923979 w 15732060"/>
              <a:gd name="connsiteY878" fmla="*/ 5838340 h 8839200"/>
              <a:gd name="connsiteX879" fmla="*/ 8940440 w 15732060"/>
              <a:gd name="connsiteY879" fmla="*/ 5856997 h 8839200"/>
              <a:gd name="connsiteX880" fmla="*/ 8940440 w 15732060"/>
              <a:gd name="connsiteY880" fmla="*/ 6048502 h 8839200"/>
              <a:gd name="connsiteX881" fmla="*/ 9310833 w 15732060"/>
              <a:gd name="connsiteY881" fmla="*/ 6418895 h 8839200"/>
              <a:gd name="connsiteX882" fmla="*/ 9310833 w 15732060"/>
              <a:gd name="connsiteY882" fmla="*/ 6624667 h 8839200"/>
              <a:gd name="connsiteX883" fmla="*/ 9294370 w 15732060"/>
              <a:gd name="connsiteY883" fmla="*/ 6643325 h 8839200"/>
              <a:gd name="connsiteX884" fmla="*/ 9313027 w 15732060"/>
              <a:gd name="connsiteY884" fmla="*/ 6661982 h 8839200"/>
              <a:gd name="connsiteX885" fmla="*/ 9331684 w 15732060"/>
              <a:gd name="connsiteY885" fmla="*/ 6643325 h 8839200"/>
              <a:gd name="connsiteX886" fmla="*/ 9315223 w 15732060"/>
              <a:gd name="connsiteY886" fmla="*/ 6624667 h 8839200"/>
              <a:gd name="connsiteX887" fmla="*/ 9315223 w 15732060"/>
              <a:gd name="connsiteY887" fmla="*/ 6416700 h 8839200"/>
              <a:gd name="connsiteX888" fmla="*/ 8944831 w 15732060"/>
              <a:gd name="connsiteY888" fmla="*/ 6046308 h 8839200"/>
              <a:gd name="connsiteX889" fmla="*/ 8944831 w 15732060"/>
              <a:gd name="connsiteY889" fmla="*/ 5856997 h 8839200"/>
              <a:gd name="connsiteX890" fmla="*/ 8961292 w 15732060"/>
              <a:gd name="connsiteY890" fmla="*/ 5838340 h 8839200"/>
              <a:gd name="connsiteX891" fmla="*/ 8942636 w 15732060"/>
              <a:gd name="connsiteY891" fmla="*/ 5819683 h 8839200"/>
              <a:gd name="connsiteX892" fmla="*/ 11741153 w 15732060"/>
              <a:gd name="connsiteY892" fmla="*/ 5795127 h 8839200"/>
              <a:gd name="connsiteX893" fmla="*/ 11727985 w 15732060"/>
              <a:gd name="connsiteY893" fmla="*/ 5800478 h 8839200"/>
              <a:gd name="connsiteX894" fmla="*/ 11727985 w 15732060"/>
              <a:gd name="connsiteY894" fmla="*/ 5826817 h 8839200"/>
              <a:gd name="connsiteX895" fmla="*/ 11752677 w 15732060"/>
              <a:gd name="connsiteY895" fmla="*/ 5828462 h 8839200"/>
              <a:gd name="connsiteX896" fmla="*/ 11802611 w 15732060"/>
              <a:gd name="connsiteY896" fmla="*/ 5878396 h 8839200"/>
              <a:gd name="connsiteX897" fmla="*/ 11803160 w 15732060"/>
              <a:gd name="connsiteY897" fmla="*/ 5878396 h 8839200"/>
              <a:gd name="connsiteX898" fmla="*/ 12455050 w 15732060"/>
              <a:gd name="connsiteY898" fmla="*/ 5878946 h 8839200"/>
              <a:gd name="connsiteX899" fmla="*/ 12555466 w 15732060"/>
              <a:gd name="connsiteY899" fmla="*/ 5979363 h 8839200"/>
              <a:gd name="connsiteX900" fmla="*/ 12556016 w 15732060"/>
              <a:gd name="connsiteY900" fmla="*/ 5979363 h 8839200"/>
              <a:gd name="connsiteX901" fmla="*/ 12677833 w 15732060"/>
              <a:gd name="connsiteY901" fmla="*/ 5979911 h 8839200"/>
              <a:gd name="connsiteX902" fmla="*/ 12696491 w 15732060"/>
              <a:gd name="connsiteY902" fmla="*/ 5996373 h 8839200"/>
              <a:gd name="connsiteX903" fmla="*/ 12715147 w 15732060"/>
              <a:gd name="connsiteY903" fmla="*/ 5977717 h 8839200"/>
              <a:gd name="connsiteX904" fmla="*/ 12696491 w 15732060"/>
              <a:gd name="connsiteY904" fmla="*/ 5959060 h 8839200"/>
              <a:gd name="connsiteX905" fmla="*/ 12677833 w 15732060"/>
              <a:gd name="connsiteY905" fmla="*/ 5975522 h 8839200"/>
              <a:gd name="connsiteX906" fmla="*/ 12558210 w 15732060"/>
              <a:gd name="connsiteY906" fmla="*/ 5975522 h 8839200"/>
              <a:gd name="connsiteX907" fmla="*/ 12457794 w 15732060"/>
              <a:gd name="connsiteY907" fmla="*/ 5875104 h 8839200"/>
              <a:gd name="connsiteX908" fmla="*/ 12457245 w 15732060"/>
              <a:gd name="connsiteY908" fmla="*/ 5875104 h 8839200"/>
              <a:gd name="connsiteX909" fmla="*/ 11805354 w 15732060"/>
              <a:gd name="connsiteY909" fmla="*/ 5874555 h 8839200"/>
              <a:gd name="connsiteX910" fmla="*/ 11755968 w 15732060"/>
              <a:gd name="connsiteY910" fmla="*/ 5825170 h 8839200"/>
              <a:gd name="connsiteX911" fmla="*/ 11754323 w 15732060"/>
              <a:gd name="connsiteY911" fmla="*/ 5800478 h 8839200"/>
              <a:gd name="connsiteX912" fmla="*/ 11741153 w 15732060"/>
              <a:gd name="connsiteY912" fmla="*/ 5795127 h 8839200"/>
              <a:gd name="connsiteX913" fmla="*/ 4557194 w 15732060"/>
              <a:gd name="connsiteY913" fmla="*/ 5784150 h 8839200"/>
              <a:gd name="connsiteX914" fmla="*/ 4544024 w 15732060"/>
              <a:gd name="connsiteY914" fmla="*/ 5789500 h 8839200"/>
              <a:gd name="connsiteX915" fmla="*/ 4543476 w 15732060"/>
              <a:gd name="connsiteY915" fmla="*/ 5789500 h 8839200"/>
              <a:gd name="connsiteX916" fmla="*/ 4541829 w 15732060"/>
              <a:gd name="connsiteY916" fmla="*/ 5814194 h 8839200"/>
              <a:gd name="connsiteX917" fmla="*/ 4081446 w 15732060"/>
              <a:gd name="connsiteY917" fmla="*/ 6275126 h 8839200"/>
              <a:gd name="connsiteX918" fmla="*/ 3354379 w 15732060"/>
              <a:gd name="connsiteY918" fmla="*/ 6275126 h 8839200"/>
              <a:gd name="connsiteX919" fmla="*/ 3335723 w 15732060"/>
              <a:gd name="connsiteY919" fmla="*/ 6258664 h 8839200"/>
              <a:gd name="connsiteX920" fmla="*/ 3317066 w 15732060"/>
              <a:gd name="connsiteY920" fmla="*/ 6277321 h 8839200"/>
              <a:gd name="connsiteX921" fmla="*/ 3335723 w 15732060"/>
              <a:gd name="connsiteY921" fmla="*/ 6295978 h 8839200"/>
              <a:gd name="connsiteX922" fmla="*/ 3354379 w 15732060"/>
              <a:gd name="connsiteY922" fmla="*/ 6279516 h 8839200"/>
              <a:gd name="connsiteX923" fmla="*/ 4083641 w 15732060"/>
              <a:gd name="connsiteY923" fmla="*/ 6279516 h 8839200"/>
              <a:gd name="connsiteX924" fmla="*/ 4545670 w 15732060"/>
              <a:gd name="connsiteY924" fmla="*/ 5817486 h 8839200"/>
              <a:gd name="connsiteX925" fmla="*/ 4570363 w 15732060"/>
              <a:gd name="connsiteY925" fmla="*/ 5815840 h 8839200"/>
              <a:gd name="connsiteX926" fmla="*/ 4570363 w 15732060"/>
              <a:gd name="connsiteY926" fmla="*/ 5789500 h 8839200"/>
              <a:gd name="connsiteX927" fmla="*/ 4557194 w 15732060"/>
              <a:gd name="connsiteY927" fmla="*/ 5784150 h 8839200"/>
              <a:gd name="connsiteX928" fmla="*/ 10997625 w 15732060"/>
              <a:gd name="connsiteY928" fmla="*/ 5764947 h 8839200"/>
              <a:gd name="connsiteX929" fmla="*/ 10984456 w 15732060"/>
              <a:gd name="connsiteY929" fmla="*/ 5770298 h 8839200"/>
              <a:gd name="connsiteX930" fmla="*/ 10984456 w 15732060"/>
              <a:gd name="connsiteY930" fmla="*/ 5796637 h 8839200"/>
              <a:gd name="connsiteX931" fmla="*/ 11009149 w 15732060"/>
              <a:gd name="connsiteY931" fmla="*/ 5798282 h 8839200"/>
              <a:gd name="connsiteX932" fmla="*/ 11105724 w 15732060"/>
              <a:gd name="connsiteY932" fmla="*/ 5894858 h 8839200"/>
              <a:gd name="connsiteX933" fmla="*/ 11105724 w 15732060"/>
              <a:gd name="connsiteY933" fmla="*/ 6118191 h 8839200"/>
              <a:gd name="connsiteX934" fmla="*/ 11291745 w 15732060"/>
              <a:gd name="connsiteY934" fmla="*/ 6304211 h 8839200"/>
              <a:gd name="connsiteX935" fmla="*/ 11293390 w 15732060"/>
              <a:gd name="connsiteY935" fmla="*/ 6328903 h 8839200"/>
              <a:gd name="connsiteX936" fmla="*/ 11319729 w 15732060"/>
              <a:gd name="connsiteY936" fmla="*/ 6328903 h 8839200"/>
              <a:gd name="connsiteX937" fmla="*/ 11319729 w 15732060"/>
              <a:gd name="connsiteY937" fmla="*/ 6302564 h 8839200"/>
              <a:gd name="connsiteX938" fmla="*/ 11295037 w 15732060"/>
              <a:gd name="connsiteY938" fmla="*/ 6300917 h 8839200"/>
              <a:gd name="connsiteX939" fmla="*/ 11110115 w 15732060"/>
              <a:gd name="connsiteY939" fmla="*/ 6115997 h 8839200"/>
              <a:gd name="connsiteX940" fmla="*/ 11110115 w 15732060"/>
              <a:gd name="connsiteY940" fmla="*/ 5892664 h 8839200"/>
              <a:gd name="connsiteX941" fmla="*/ 11012441 w 15732060"/>
              <a:gd name="connsiteY941" fmla="*/ 5794990 h 8839200"/>
              <a:gd name="connsiteX942" fmla="*/ 11010795 w 15732060"/>
              <a:gd name="connsiteY942" fmla="*/ 5770298 h 8839200"/>
              <a:gd name="connsiteX943" fmla="*/ 10997625 w 15732060"/>
              <a:gd name="connsiteY943" fmla="*/ 5764947 h 8839200"/>
              <a:gd name="connsiteX944" fmla="*/ 9271873 w 15732060"/>
              <a:gd name="connsiteY944" fmla="*/ 5704998 h 8839200"/>
              <a:gd name="connsiteX945" fmla="*/ 9253216 w 15732060"/>
              <a:gd name="connsiteY945" fmla="*/ 5723655 h 8839200"/>
              <a:gd name="connsiteX946" fmla="*/ 9271873 w 15732060"/>
              <a:gd name="connsiteY946" fmla="*/ 5742312 h 8839200"/>
              <a:gd name="connsiteX947" fmla="*/ 9290529 w 15732060"/>
              <a:gd name="connsiteY947" fmla="*/ 5725850 h 8839200"/>
              <a:gd name="connsiteX948" fmla="*/ 9462830 w 15732060"/>
              <a:gd name="connsiteY948" fmla="*/ 5725850 h 8839200"/>
              <a:gd name="connsiteX949" fmla="*/ 10563033 w 15732060"/>
              <a:gd name="connsiteY949" fmla="*/ 6826051 h 8839200"/>
              <a:gd name="connsiteX950" fmla="*/ 10563581 w 15732060"/>
              <a:gd name="connsiteY950" fmla="*/ 6826051 h 8839200"/>
              <a:gd name="connsiteX951" fmla="*/ 11033842 w 15732060"/>
              <a:gd name="connsiteY951" fmla="*/ 6826600 h 8839200"/>
              <a:gd name="connsiteX952" fmla="*/ 11462948 w 15732060"/>
              <a:gd name="connsiteY952" fmla="*/ 7255706 h 8839200"/>
              <a:gd name="connsiteX953" fmla="*/ 11462948 w 15732060"/>
              <a:gd name="connsiteY953" fmla="*/ 7500440 h 8839200"/>
              <a:gd name="connsiteX954" fmla="*/ 12370546 w 15732060"/>
              <a:gd name="connsiteY954" fmla="*/ 8408036 h 8839200"/>
              <a:gd name="connsiteX955" fmla="*/ 12370546 w 15732060"/>
              <a:gd name="connsiteY955" fmla="*/ 8759772 h 8839200"/>
              <a:gd name="connsiteX956" fmla="*/ 12354083 w 15732060"/>
              <a:gd name="connsiteY956" fmla="*/ 8778429 h 8839200"/>
              <a:gd name="connsiteX957" fmla="*/ 12372741 w 15732060"/>
              <a:gd name="connsiteY957" fmla="*/ 8797086 h 8839200"/>
              <a:gd name="connsiteX958" fmla="*/ 12391397 w 15732060"/>
              <a:gd name="connsiteY958" fmla="*/ 8778429 h 8839200"/>
              <a:gd name="connsiteX959" fmla="*/ 12374935 w 15732060"/>
              <a:gd name="connsiteY959" fmla="*/ 8759772 h 8839200"/>
              <a:gd name="connsiteX960" fmla="*/ 12374935 w 15732060"/>
              <a:gd name="connsiteY960" fmla="*/ 8406391 h 8839200"/>
              <a:gd name="connsiteX961" fmla="*/ 11467338 w 15732060"/>
              <a:gd name="connsiteY961" fmla="*/ 7498793 h 8839200"/>
              <a:gd name="connsiteX962" fmla="*/ 11467338 w 15732060"/>
              <a:gd name="connsiteY962" fmla="*/ 7254060 h 8839200"/>
              <a:gd name="connsiteX963" fmla="*/ 11036585 w 15732060"/>
              <a:gd name="connsiteY963" fmla="*/ 6822760 h 8839200"/>
              <a:gd name="connsiteX964" fmla="*/ 11036036 w 15732060"/>
              <a:gd name="connsiteY964" fmla="*/ 6822760 h 8839200"/>
              <a:gd name="connsiteX965" fmla="*/ 10565777 w 15732060"/>
              <a:gd name="connsiteY965" fmla="*/ 6822210 h 8839200"/>
              <a:gd name="connsiteX966" fmla="*/ 9465574 w 15732060"/>
              <a:gd name="connsiteY966" fmla="*/ 5722009 h 8839200"/>
              <a:gd name="connsiteX967" fmla="*/ 9465025 w 15732060"/>
              <a:gd name="connsiteY967" fmla="*/ 5722009 h 8839200"/>
              <a:gd name="connsiteX968" fmla="*/ 9290529 w 15732060"/>
              <a:gd name="connsiteY968" fmla="*/ 5721460 h 8839200"/>
              <a:gd name="connsiteX969" fmla="*/ 9271873 w 15732060"/>
              <a:gd name="connsiteY969" fmla="*/ 5704998 h 8839200"/>
              <a:gd name="connsiteX970" fmla="*/ 2945028 w 15732060"/>
              <a:gd name="connsiteY970" fmla="*/ 5666586 h 8839200"/>
              <a:gd name="connsiteX971" fmla="*/ 2926371 w 15732060"/>
              <a:gd name="connsiteY971" fmla="*/ 5685243 h 8839200"/>
              <a:gd name="connsiteX972" fmla="*/ 2942832 w 15732060"/>
              <a:gd name="connsiteY972" fmla="*/ 5703899 h 8839200"/>
              <a:gd name="connsiteX973" fmla="*/ 2942832 w 15732060"/>
              <a:gd name="connsiteY973" fmla="*/ 5867970 h 8839200"/>
              <a:gd name="connsiteX974" fmla="*/ 2926371 w 15732060"/>
              <a:gd name="connsiteY974" fmla="*/ 5886626 h 8839200"/>
              <a:gd name="connsiteX975" fmla="*/ 2945028 w 15732060"/>
              <a:gd name="connsiteY975" fmla="*/ 5905282 h 8839200"/>
              <a:gd name="connsiteX976" fmla="*/ 2963685 w 15732060"/>
              <a:gd name="connsiteY976" fmla="*/ 5886626 h 8839200"/>
              <a:gd name="connsiteX977" fmla="*/ 2947223 w 15732060"/>
              <a:gd name="connsiteY977" fmla="*/ 5867970 h 8839200"/>
              <a:gd name="connsiteX978" fmla="*/ 2947223 w 15732060"/>
              <a:gd name="connsiteY978" fmla="*/ 5703899 h 8839200"/>
              <a:gd name="connsiteX979" fmla="*/ 2963685 w 15732060"/>
              <a:gd name="connsiteY979" fmla="*/ 5685243 h 8839200"/>
              <a:gd name="connsiteX980" fmla="*/ 2945028 w 15732060"/>
              <a:gd name="connsiteY980" fmla="*/ 5666586 h 8839200"/>
              <a:gd name="connsiteX981" fmla="*/ 6933738 w 15732060"/>
              <a:gd name="connsiteY981" fmla="*/ 5600191 h 8839200"/>
              <a:gd name="connsiteX982" fmla="*/ 6928800 w 15732060"/>
              <a:gd name="connsiteY982" fmla="*/ 5600191 h 8839200"/>
              <a:gd name="connsiteX983" fmla="*/ 6928800 w 15732060"/>
              <a:gd name="connsiteY983" fmla="*/ 5827365 h 8839200"/>
              <a:gd name="connsiteX984" fmla="*/ 6482684 w 15732060"/>
              <a:gd name="connsiteY984" fmla="*/ 6273481 h 8839200"/>
              <a:gd name="connsiteX985" fmla="*/ 6035469 w 15732060"/>
              <a:gd name="connsiteY985" fmla="*/ 6273481 h 8839200"/>
              <a:gd name="connsiteX986" fmla="*/ 4939658 w 15732060"/>
              <a:gd name="connsiteY986" fmla="*/ 7369294 h 8839200"/>
              <a:gd name="connsiteX987" fmla="*/ 4939658 w 15732060"/>
              <a:gd name="connsiteY987" fmla="*/ 8352616 h 8839200"/>
              <a:gd name="connsiteX988" fmla="*/ 4530855 w 15732060"/>
              <a:gd name="connsiteY988" fmla="*/ 8761418 h 8839200"/>
              <a:gd name="connsiteX989" fmla="*/ 4506162 w 15732060"/>
              <a:gd name="connsiteY989" fmla="*/ 8763065 h 8839200"/>
              <a:gd name="connsiteX990" fmla="*/ 4506162 w 15732060"/>
              <a:gd name="connsiteY990" fmla="*/ 8789404 h 8839200"/>
              <a:gd name="connsiteX991" fmla="*/ 4532501 w 15732060"/>
              <a:gd name="connsiteY991" fmla="*/ 8789404 h 8839200"/>
              <a:gd name="connsiteX992" fmla="*/ 4534146 w 15732060"/>
              <a:gd name="connsiteY992" fmla="*/ 8764710 h 8839200"/>
              <a:gd name="connsiteX993" fmla="*/ 4944596 w 15732060"/>
              <a:gd name="connsiteY993" fmla="*/ 8354261 h 8839200"/>
              <a:gd name="connsiteX994" fmla="*/ 4944596 w 15732060"/>
              <a:gd name="connsiteY994" fmla="*/ 7371489 h 8839200"/>
              <a:gd name="connsiteX995" fmla="*/ 6037116 w 15732060"/>
              <a:gd name="connsiteY995" fmla="*/ 6278969 h 8839200"/>
              <a:gd name="connsiteX996" fmla="*/ 6484330 w 15732060"/>
              <a:gd name="connsiteY996" fmla="*/ 6278969 h 8839200"/>
              <a:gd name="connsiteX997" fmla="*/ 6933738 w 15732060"/>
              <a:gd name="connsiteY997" fmla="*/ 5829560 h 8839200"/>
              <a:gd name="connsiteX998" fmla="*/ 7517587 w 15732060"/>
              <a:gd name="connsiteY998" fmla="*/ 5600191 h 8839200"/>
              <a:gd name="connsiteX999" fmla="*/ 7512648 w 15732060"/>
              <a:gd name="connsiteY999" fmla="*/ 5600191 h 8839200"/>
              <a:gd name="connsiteX1000" fmla="*/ 7512648 w 15732060"/>
              <a:gd name="connsiteY1000" fmla="*/ 6661982 h 8839200"/>
              <a:gd name="connsiteX1001" fmla="*/ 7355162 w 15732060"/>
              <a:gd name="connsiteY1001" fmla="*/ 6819466 h 8839200"/>
              <a:gd name="connsiteX1002" fmla="*/ 7355162 w 15732060"/>
              <a:gd name="connsiteY1002" fmla="*/ 6975306 h 8839200"/>
              <a:gd name="connsiteX1003" fmla="*/ 6702174 w 15732060"/>
              <a:gd name="connsiteY1003" fmla="*/ 7628293 h 8839200"/>
              <a:gd name="connsiteX1004" fmla="*/ 6702174 w 15732060"/>
              <a:gd name="connsiteY1004" fmla="*/ 8766357 h 8839200"/>
              <a:gd name="connsiteX1005" fmla="*/ 6685713 w 15732060"/>
              <a:gd name="connsiteY1005" fmla="*/ 8785014 h 8839200"/>
              <a:gd name="connsiteX1006" fmla="*/ 6704370 w 15732060"/>
              <a:gd name="connsiteY1006" fmla="*/ 8803671 h 8839200"/>
              <a:gd name="connsiteX1007" fmla="*/ 6723026 w 15732060"/>
              <a:gd name="connsiteY1007" fmla="*/ 8785014 h 8839200"/>
              <a:gd name="connsiteX1008" fmla="*/ 6706565 w 15732060"/>
              <a:gd name="connsiteY1008" fmla="*/ 8766357 h 8839200"/>
              <a:gd name="connsiteX1009" fmla="*/ 6707114 w 15732060"/>
              <a:gd name="connsiteY1009" fmla="*/ 8766357 h 8839200"/>
              <a:gd name="connsiteX1010" fmla="*/ 6707114 w 15732060"/>
              <a:gd name="connsiteY1010" fmla="*/ 7630488 h 8839200"/>
              <a:gd name="connsiteX1011" fmla="*/ 7360101 w 15732060"/>
              <a:gd name="connsiteY1011" fmla="*/ 6977501 h 8839200"/>
              <a:gd name="connsiteX1012" fmla="*/ 7360101 w 15732060"/>
              <a:gd name="connsiteY1012" fmla="*/ 6821662 h 8839200"/>
              <a:gd name="connsiteX1013" fmla="*/ 7517587 w 15732060"/>
              <a:gd name="connsiteY1013" fmla="*/ 6664176 h 8839200"/>
              <a:gd name="connsiteX1014" fmla="*/ 7745858 w 15732060"/>
              <a:gd name="connsiteY1014" fmla="*/ 5600191 h 8839200"/>
              <a:gd name="connsiteX1015" fmla="*/ 7740920 w 15732060"/>
              <a:gd name="connsiteY1015" fmla="*/ 5600191 h 8839200"/>
              <a:gd name="connsiteX1016" fmla="*/ 7740920 w 15732060"/>
              <a:gd name="connsiteY1016" fmla="*/ 6817821 h 8839200"/>
              <a:gd name="connsiteX1017" fmla="*/ 7741468 w 15732060"/>
              <a:gd name="connsiteY1017" fmla="*/ 6817821 h 8839200"/>
              <a:gd name="connsiteX1018" fmla="*/ 7583982 w 15732060"/>
              <a:gd name="connsiteY1018" fmla="*/ 6975306 h 8839200"/>
              <a:gd name="connsiteX1019" fmla="*/ 7583982 w 15732060"/>
              <a:gd name="connsiteY1019" fmla="*/ 8008014 h 8839200"/>
              <a:gd name="connsiteX1020" fmla="*/ 7281634 w 15732060"/>
              <a:gd name="connsiteY1020" fmla="*/ 8310364 h 8839200"/>
              <a:gd name="connsiteX1021" fmla="*/ 7281634 w 15732060"/>
              <a:gd name="connsiteY1021" fmla="*/ 8747152 h 8839200"/>
              <a:gd name="connsiteX1022" fmla="*/ 7265172 w 15732060"/>
              <a:gd name="connsiteY1022" fmla="*/ 8765808 h 8839200"/>
              <a:gd name="connsiteX1023" fmla="*/ 7283828 w 15732060"/>
              <a:gd name="connsiteY1023" fmla="*/ 8784465 h 8839200"/>
              <a:gd name="connsiteX1024" fmla="*/ 7302484 w 15732060"/>
              <a:gd name="connsiteY1024" fmla="*/ 8765808 h 8839200"/>
              <a:gd name="connsiteX1025" fmla="*/ 7286023 w 15732060"/>
              <a:gd name="connsiteY1025" fmla="*/ 8747152 h 8839200"/>
              <a:gd name="connsiteX1026" fmla="*/ 7286023 w 15732060"/>
              <a:gd name="connsiteY1026" fmla="*/ 8312558 h 8839200"/>
              <a:gd name="connsiteX1027" fmla="*/ 7588372 w 15732060"/>
              <a:gd name="connsiteY1027" fmla="*/ 8010209 h 8839200"/>
              <a:gd name="connsiteX1028" fmla="*/ 7588372 w 15732060"/>
              <a:gd name="connsiteY1028" fmla="*/ 6977501 h 8839200"/>
              <a:gd name="connsiteX1029" fmla="*/ 7745858 w 15732060"/>
              <a:gd name="connsiteY1029" fmla="*/ 6820016 h 8839200"/>
              <a:gd name="connsiteX1030" fmla="*/ 2025358 w 15732060"/>
              <a:gd name="connsiteY1030" fmla="*/ 5590313 h 8839200"/>
              <a:gd name="connsiteX1031" fmla="*/ 1402002 w 15732060"/>
              <a:gd name="connsiteY1031" fmla="*/ 6213669 h 8839200"/>
              <a:gd name="connsiteX1032" fmla="*/ 422520 w 15732060"/>
              <a:gd name="connsiteY1032" fmla="*/ 6213669 h 8839200"/>
              <a:gd name="connsiteX1033" fmla="*/ 47190 w 15732060"/>
              <a:gd name="connsiteY1033" fmla="*/ 6588999 h 8839200"/>
              <a:gd name="connsiteX1034" fmla="*/ 22496 w 15732060"/>
              <a:gd name="connsiteY1034" fmla="*/ 6590645 h 8839200"/>
              <a:gd name="connsiteX1035" fmla="*/ 22496 w 15732060"/>
              <a:gd name="connsiteY1035" fmla="*/ 6616985 h 8839200"/>
              <a:gd name="connsiteX1036" fmla="*/ 48836 w 15732060"/>
              <a:gd name="connsiteY1036" fmla="*/ 6616985 h 8839200"/>
              <a:gd name="connsiteX1037" fmla="*/ 49384 w 15732060"/>
              <a:gd name="connsiteY1037" fmla="*/ 6616435 h 8839200"/>
              <a:gd name="connsiteX1038" fmla="*/ 51032 w 15732060"/>
              <a:gd name="connsiteY1038" fmla="*/ 6591742 h 8839200"/>
              <a:gd name="connsiteX1039" fmla="*/ 424716 w 15732060"/>
              <a:gd name="connsiteY1039" fmla="*/ 6218058 h 8839200"/>
              <a:gd name="connsiteX1040" fmla="*/ 1404745 w 15732060"/>
              <a:gd name="connsiteY1040" fmla="*/ 6218058 h 8839200"/>
              <a:gd name="connsiteX1041" fmla="*/ 2028101 w 15732060"/>
              <a:gd name="connsiteY1041" fmla="*/ 5594702 h 8839200"/>
              <a:gd name="connsiteX1042" fmla="*/ 2767788 w 15732060"/>
              <a:gd name="connsiteY1042" fmla="*/ 5594702 h 8839200"/>
              <a:gd name="connsiteX1043" fmla="*/ 2859426 w 15732060"/>
              <a:gd name="connsiteY1043" fmla="*/ 5686340 h 8839200"/>
              <a:gd name="connsiteX1044" fmla="*/ 2859426 w 15732060"/>
              <a:gd name="connsiteY1044" fmla="*/ 5863031 h 8839200"/>
              <a:gd name="connsiteX1045" fmla="*/ 2842964 w 15732060"/>
              <a:gd name="connsiteY1045" fmla="*/ 5881687 h 8839200"/>
              <a:gd name="connsiteX1046" fmla="*/ 2861621 w 15732060"/>
              <a:gd name="connsiteY1046" fmla="*/ 5900344 h 8839200"/>
              <a:gd name="connsiteX1047" fmla="*/ 2880278 w 15732060"/>
              <a:gd name="connsiteY1047" fmla="*/ 5881687 h 8839200"/>
              <a:gd name="connsiteX1048" fmla="*/ 2863816 w 15732060"/>
              <a:gd name="connsiteY1048" fmla="*/ 5863031 h 8839200"/>
              <a:gd name="connsiteX1049" fmla="*/ 2863816 w 15732060"/>
              <a:gd name="connsiteY1049" fmla="*/ 5684694 h 8839200"/>
              <a:gd name="connsiteX1050" fmla="*/ 2769983 w 15732060"/>
              <a:gd name="connsiteY1050" fmla="*/ 5590861 h 8839200"/>
              <a:gd name="connsiteX1051" fmla="*/ 2769434 w 15732060"/>
              <a:gd name="connsiteY1051" fmla="*/ 5590861 h 8839200"/>
              <a:gd name="connsiteX1052" fmla="*/ 2025358 w 15732060"/>
              <a:gd name="connsiteY1052" fmla="*/ 5590313 h 8839200"/>
              <a:gd name="connsiteX1053" fmla="*/ 7168594 w 15732060"/>
              <a:gd name="connsiteY1053" fmla="*/ 5555195 h 8839200"/>
              <a:gd name="connsiteX1054" fmla="*/ 7163657 w 15732060"/>
              <a:gd name="connsiteY1054" fmla="*/ 5555195 h 8839200"/>
              <a:gd name="connsiteX1055" fmla="*/ 7163657 w 15732060"/>
              <a:gd name="connsiteY1055" fmla="*/ 6259214 h 8839200"/>
              <a:gd name="connsiteX1056" fmla="*/ 6775156 w 15732060"/>
              <a:gd name="connsiteY1056" fmla="*/ 6647715 h 8839200"/>
              <a:gd name="connsiteX1057" fmla="*/ 6300506 w 15732060"/>
              <a:gd name="connsiteY1057" fmla="*/ 6647715 h 8839200"/>
              <a:gd name="connsiteX1058" fmla="*/ 5453817 w 15732060"/>
              <a:gd name="connsiteY1058" fmla="*/ 7494404 h 8839200"/>
              <a:gd name="connsiteX1059" fmla="*/ 5453817 w 15732060"/>
              <a:gd name="connsiteY1059" fmla="*/ 8703253 h 8839200"/>
              <a:gd name="connsiteX1060" fmla="*/ 5437356 w 15732060"/>
              <a:gd name="connsiteY1060" fmla="*/ 8721910 h 8839200"/>
              <a:gd name="connsiteX1061" fmla="*/ 5456011 w 15732060"/>
              <a:gd name="connsiteY1061" fmla="*/ 8740567 h 8839200"/>
              <a:gd name="connsiteX1062" fmla="*/ 5474668 w 15732060"/>
              <a:gd name="connsiteY1062" fmla="*/ 8721910 h 8839200"/>
              <a:gd name="connsiteX1063" fmla="*/ 5458206 w 15732060"/>
              <a:gd name="connsiteY1063" fmla="*/ 8703253 h 8839200"/>
              <a:gd name="connsiteX1064" fmla="*/ 5458206 w 15732060"/>
              <a:gd name="connsiteY1064" fmla="*/ 7496049 h 8839200"/>
              <a:gd name="connsiteX1065" fmla="*/ 6302152 w 15732060"/>
              <a:gd name="connsiteY1065" fmla="*/ 6652105 h 8839200"/>
              <a:gd name="connsiteX1066" fmla="*/ 6776803 w 15732060"/>
              <a:gd name="connsiteY1066" fmla="*/ 6652105 h 8839200"/>
              <a:gd name="connsiteX1067" fmla="*/ 7168046 w 15732060"/>
              <a:gd name="connsiteY1067" fmla="*/ 6260861 h 8839200"/>
              <a:gd name="connsiteX1068" fmla="*/ 7168594 w 15732060"/>
              <a:gd name="connsiteY1068" fmla="*/ 6261409 h 8839200"/>
              <a:gd name="connsiteX1069" fmla="*/ 8094301 w 15732060"/>
              <a:gd name="connsiteY1069" fmla="*/ 5550805 h 8839200"/>
              <a:gd name="connsiteX1070" fmla="*/ 8089362 w 15732060"/>
              <a:gd name="connsiteY1070" fmla="*/ 5550805 h 8839200"/>
              <a:gd name="connsiteX1071" fmla="*/ 8089362 w 15732060"/>
              <a:gd name="connsiteY1071" fmla="*/ 7186018 h 8839200"/>
              <a:gd name="connsiteX1072" fmla="*/ 8236421 w 15732060"/>
              <a:gd name="connsiteY1072" fmla="*/ 7333077 h 8839200"/>
              <a:gd name="connsiteX1073" fmla="*/ 8236421 w 15732060"/>
              <a:gd name="connsiteY1073" fmla="*/ 8138611 h 8839200"/>
              <a:gd name="connsiteX1074" fmla="*/ 8598033 w 15732060"/>
              <a:gd name="connsiteY1074" fmla="*/ 8500223 h 8839200"/>
              <a:gd name="connsiteX1075" fmla="*/ 8598033 w 15732060"/>
              <a:gd name="connsiteY1075" fmla="*/ 8747700 h 8839200"/>
              <a:gd name="connsiteX1076" fmla="*/ 8581572 w 15732060"/>
              <a:gd name="connsiteY1076" fmla="*/ 8766357 h 8839200"/>
              <a:gd name="connsiteX1077" fmla="*/ 8600229 w 15732060"/>
              <a:gd name="connsiteY1077" fmla="*/ 8785014 h 8839200"/>
              <a:gd name="connsiteX1078" fmla="*/ 8618886 w 15732060"/>
              <a:gd name="connsiteY1078" fmla="*/ 8766357 h 8839200"/>
              <a:gd name="connsiteX1079" fmla="*/ 8602423 w 15732060"/>
              <a:gd name="connsiteY1079" fmla="*/ 8747700 h 8839200"/>
              <a:gd name="connsiteX1080" fmla="*/ 8602972 w 15732060"/>
              <a:gd name="connsiteY1080" fmla="*/ 8747700 h 8839200"/>
              <a:gd name="connsiteX1081" fmla="*/ 8602972 w 15732060"/>
              <a:gd name="connsiteY1081" fmla="*/ 8498028 h 8839200"/>
              <a:gd name="connsiteX1082" fmla="*/ 8241360 w 15732060"/>
              <a:gd name="connsiteY1082" fmla="*/ 8136416 h 8839200"/>
              <a:gd name="connsiteX1083" fmla="*/ 8241360 w 15732060"/>
              <a:gd name="connsiteY1083" fmla="*/ 7330883 h 8839200"/>
              <a:gd name="connsiteX1084" fmla="*/ 8094301 w 15732060"/>
              <a:gd name="connsiteY1084" fmla="*/ 7183823 h 8839200"/>
              <a:gd name="connsiteX1085" fmla="*/ 8342874 w 15732060"/>
              <a:gd name="connsiteY1085" fmla="*/ 5550805 h 8839200"/>
              <a:gd name="connsiteX1086" fmla="*/ 8337936 w 15732060"/>
              <a:gd name="connsiteY1086" fmla="*/ 5550805 h 8839200"/>
              <a:gd name="connsiteX1087" fmla="*/ 8337936 w 15732060"/>
              <a:gd name="connsiteY1087" fmla="*/ 7063651 h 8839200"/>
              <a:gd name="connsiteX1088" fmla="*/ 8547002 w 15732060"/>
              <a:gd name="connsiteY1088" fmla="*/ 7272717 h 8839200"/>
              <a:gd name="connsiteX1089" fmla="*/ 8547002 w 15732060"/>
              <a:gd name="connsiteY1089" fmla="*/ 7628293 h 8839200"/>
              <a:gd name="connsiteX1090" fmla="*/ 9146763 w 15732060"/>
              <a:gd name="connsiteY1090" fmla="*/ 8228054 h 8839200"/>
              <a:gd name="connsiteX1091" fmla="*/ 9146763 w 15732060"/>
              <a:gd name="connsiteY1091" fmla="*/ 8759772 h 8839200"/>
              <a:gd name="connsiteX1092" fmla="*/ 9130300 w 15732060"/>
              <a:gd name="connsiteY1092" fmla="*/ 8778429 h 8839200"/>
              <a:gd name="connsiteX1093" fmla="*/ 9148958 w 15732060"/>
              <a:gd name="connsiteY1093" fmla="*/ 8797086 h 8839200"/>
              <a:gd name="connsiteX1094" fmla="*/ 9167615 w 15732060"/>
              <a:gd name="connsiteY1094" fmla="*/ 8778429 h 8839200"/>
              <a:gd name="connsiteX1095" fmla="*/ 9162881 w 15732060"/>
              <a:gd name="connsiteY1095" fmla="*/ 8765603 h 8839200"/>
              <a:gd name="connsiteX1096" fmla="*/ 9151701 w 15732060"/>
              <a:gd name="connsiteY1096" fmla="*/ 8760045 h 8839200"/>
              <a:gd name="connsiteX1097" fmla="*/ 9151701 w 15732060"/>
              <a:gd name="connsiteY1097" fmla="*/ 8760321 h 8839200"/>
              <a:gd name="connsiteX1098" fmla="*/ 9151152 w 15732060"/>
              <a:gd name="connsiteY1098" fmla="*/ 8759772 h 8839200"/>
              <a:gd name="connsiteX1099" fmla="*/ 9151701 w 15732060"/>
              <a:gd name="connsiteY1099" fmla="*/ 8760045 h 8839200"/>
              <a:gd name="connsiteX1100" fmla="*/ 9151701 w 15732060"/>
              <a:gd name="connsiteY1100" fmla="*/ 8226408 h 8839200"/>
              <a:gd name="connsiteX1101" fmla="*/ 8551940 w 15732060"/>
              <a:gd name="connsiteY1101" fmla="*/ 7626647 h 8839200"/>
              <a:gd name="connsiteX1102" fmla="*/ 8551940 w 15732060"/>
              <a:gd name="connsiteY1102" fmla="*/ 7271071 h 8839200"/>
              <a:gd name="connsiteX1103" fmla="*/ 8342874 w 15732060"/>
              <a:gd name="connsiteY1103" fmla="*/ 7062005 h 8839200"/>
              <a:gd name="connsiteX1104" fmla="*/ 8562915 w 15732060"/>
              <a:gd name="connsiteY1104" fmla="*/ 5550805 h 8839200"/>
              <a:gd name="connsiteX1105" fmla="*/ 8557977 w 15732060"/>
              <a:gd name="connsiteY1105" fmla="*/ 5550805 h 8839200"/>
              <a:gd name="connsiteX1106" fmla="*/ 8557977 w 15732060"/>
              <a:gd name="connsiteY1106" fmla="*/ 6582417 h 8839200"/>
              <a:gd name="connsiteX1107" fmla="*/ 8656199 w 15732060"/>
              <a:gd name="connsiteY1107" fmla="*/ 6680639 h 8839200"/>
              <a:gd name="connsiteX1108" fmla="*/ 8656199 w 15732060"/>
              <a:gd name="connsiteY1108" fmla="*/ 6911105 h 8839200"/>
              <a:gd name="connsiteX1109" fmla="*/ 8981595 w 15732060"/>
              <a:gd name="connsiteY1109" fmla="*/ 7236501 h 8839200"/>
              <a:gd name="connsiteX1110" fmla="*/ 8981595 w 15732060"/>
              <a:gd name="connsiteY1110" fmla="*/ 7821995 h 8839200"/>
              <a:gd name="connsiteX1111" fmla="*/ 9516057 w 15732060"/>
              <a:gd name="connsiteY1111" fmla="*/ 8356457 h 8839200"/>
              <a:gd name="connsiteX1112" fmla="*/ 9516057 w 15732060"/>
              <a:gd name="connsiteY1112" fmla="*/ 8760869 h 8839200"/>
              <a:gd name="connsiteX1113" fmla="*/ 9499596 w 15732060"/>
              <a:gd name="connsiteY1113" fmla="*/ 8779526 h 8839200"/>
              <a:gd name="connsiteX1114" fmla="*/ 9518252 w 15732060"/>
              <a:gd name="connsiteY1114" fmla="*/ 8798184 h 8839200"/>
              <a:gd name="connsiteX1115" fmla="*/ 9536909 w 15732060"/>
              <a:gd name="connsiteY1115" fmla="*/ 8779526 h 8839200"/>
              <a:gd name="connsiteX1116" fmla="*/ 9520448 w 15732060"/>
              <a:gd name="connsiteY1116" fmla="*/ 8760869 h 8839200"/>
              <a:gd name="connsiteX1117" fmla="*/ 9520996 w 15732060"/>
              <a:gd name="connsiteY1117" fmla="*/ 8760321 h 8839200"/>
              <a:gd name="connsiteX1118" fmla="*/ 9520996 w 15732060"/>
              <a:gd name="connsiteY1118" fmla="*/ 8354261 h 8839200"/>
              <a:gd name="connsiteX1119" fmla="*/ 8986534 w 15732060"/>
              <a:gd name="connsiteY1119" fmla="*/ 7819799 h 8839200"/>
              <a:gd name="connsiteX1120" fmla="*/ 8986534 w 15732060"/>
              <a:gd name="connsiteY1120" fmla="*/ 7234306 h 8839200"/>
              <a:gd name="connsiteX1121" fmla="*/ 8661137 w 15732060"/>
              <a:gd name="connsiteY1121" fmla="*/ 6908909 h 8839200"/>
              <a:gd name="connsiteX1122" fmla="*/ 8661137 w 15732060"/>
              <a:gd name="connsiteY1122" fmla="*/ 6678444 h 8839200"/>
              <a:gd name="connsiteX1123" fmla="*/ 8562915 w 15732060"/>
              <a:gd name="connsiteY1123" fmla="*/ 6580221 h 8839200"/>
              <a:gd name="connsiteX1124" fmla="*/ 7981263 w 15732060"/>
              <a:gd name="connsiteY1124" fmla="*/ 5550257 h 8839200"/>
              <a:gd name="connsiteX1125" fmla="*/ 7976324 w 15732060"/>
              <a:gd name="connsiteY1125" fmla="*/ 5550257 h 8839200"/>
              <a:gd name="connsiteX1126" fmla="*/ 7976324 w 15732060"/>
              <a:gd name="connsiteY1126" fmla="*/ 7449408 h 8839200"/>
              <a:gd name="connsiteX1127" fmla="*/ 8142588 w 15732060"/>
              <a:gd name="connsiteY1127" fmla="*/ 7615673 h 8839200"/>
              <a:gd name="connsiteX1128" fmla="*/ 8142588 w 15732060"/>
              <a:gd name="connsiteY1128" fmla="*/ 8734530 h 8839200"/>
              <a:gd name="connsiteX1129" fmla="*/ 8126127 w 15732060"/>
              <a:gd name="connsiteY1129" fmla="*/ 8753187 h 8839200"/>
              <a:gd name="connsiteX1130" fmla="*/ 8144784 w 15732060"/>
              <a:gd name="connsiteY1130" fmla="*/ 8771844 h 8839200"/>
              <a:gd name="connsiteX1131" fmla="*/ 8163440 w 15732060"/>
              <a:gd name="connsiteY1131" fmla="*/ 8753187 h 8839200"/>
              <a:gd name="connsiteX1132" fmla="*/ 8158707 w 15732060"/>
              <a:gd name="connsiteY1132" fmla="*/ 8740361 h 8839200"/>
              <a:gd name="connsiteX1133" fmla="*/ 8147526 w 15732060"/>
              <a:gd name="connsiteY1133" fmla="*/ 8734803 h 8839200"/>
              <a:gd name="connsiteX1134" fmla="*/ 8147526 w 15732060"/>
              <a:gd name="connsiteY1134" fmla="*/ 8735080 h 8839200"/>
              <a:gd name="connsiteX1135" fmla="*/ 8146978 w 15732060"/>
              <a:gd name="connsiteY1135" fmla="*/ 8734530 h 8839200"/>
              <a:gd name="connsiteX1136" fmla="*/ 8147526 w 15732060"/>
              <a:gd name="connsiteY1136" fmla="*/ 8734803 h 8839200"/>
              <a:gd name="connsiteX1137" fmla="*/ 8147526 w 15732060"/>
              <a:gd name="connsiteY1137" fmla="*/ 7614027 h 8839200"/>
              <a:gd name="connsiteX1138" fmla="*/ 7981263 w 15732060"/>
              <a:gd name="connsiteY1138" fmla="*/ 7447761 h 8839200"/>
              <a:gd name="connsiteX1139" fmla="*/ 8674855 w 15732060"/>
              <a:gd name="connsiteY1139" fmla="*/ 5545867 h 8839200"/>
              <a:gd name="connsiteX1140" fmla="*/ 8669918 w 15732060"/>
              <a:gd name="connsiteY1140" fmla="*/ 5545867 h 8839200"/>
              <a:gd name="connsiteX1141" fmla="*/ 8669918 w 15732060"/>
              <a:gd name="connsiteY1141" fmla="*/ 6403530 h 8839200"/>
              <a:gd name="connsiteX1142" fmla="*/ 8878983 w 15732060"/>
              <a:gd name="connsiteY1142" fmla="*/ 6612597 h 8839200"/>
              <a:gd name="connsiteX1143" fmla="*/ 8878983 w 15732060"/>
              <a:gd name="connsiteY1143" fmla="*/ 6976953 h 8839200"/>
              <a:gd name="connsiteX1144" fmla="*/ 9308089 w 15732060"/>
              <a:gd name="connsiteY1144" fmla="*/ 7406058 h 8839200"/>
              <a:gd name="connsiteX1145" fmla="*/ 9308638 w 15732060"/>
              <a:gd name="connsiteY1145" fmla="*/ 7406058 h 8839200"/>
              <a:gd name="connsiteX1146" fmla="*/ 9581356 w 15732060"/>
              <a:gd name="connsiteY1146" fmla="*/ 7406606 h 8839200"/>
              <a:gd name="connsiteX1147" fmla="*/ 9900716 w 15732060"/>
              <a:gd name="connsiteY1147" fmla="*/ 7725968 h 8839200"/>
              <a:gd name="connsiteX1148" fmla="*/ 9900716 w 15732060"/>
              <a:gd name="connsiteY1148" fmla="*/ 8574851 h 8839200"/>
              <a:gd name="connsiteX1149" fmla="*/ 10090577 w 15732060"/>
              <a:gd name="connsiteY1149" fmla="*/ 8764710 h 8839200"/>
              <a:gd name="connsiteX1150" fmla="*/ 10092222 w 15732060"/>
              <a:gd name="connsiteY1150" fmla="*/ 8789404 h 8839200"/>
              <a:gd name="connsiteX1151" fmla="*/ 10118562 w 15732060"/>
              <a:gd name="connsiteY1151" fmla="*/ 8789404 h 8839200"/>
              <a:gd name="connsiteX1152" fmla="*/ 10118562 w 15732060"/>
              <a:gd name="connsiteY1152" fmla="*/ 8763065 h 8839200"/>
              <a:gd name="connsiteX1153" fmla="*/ 10093869 w 15732060"/>
              <a:gd name="connsiteY1153" fmla="*/ 8761418 h 8839200"/>
              <a:gd name="connsiteX1154" fmla="*/ 10093869 w 15732060"/>
              <a:gd name="connsiteY1154" fmla="*/ 8760869 h 8839200"/>
              <a:gd name="connsiteX1155" fmla="*/ 9905655 w 15732060"/>
              <a:gd name="connsiteY1155" fmla="*/ 8572655 h 8839200"/>
              <a:gd name="connsiteX1156" fmla="*/ 9905655 w 15732060"/>
              <a:gd name="connsiteY1156" fmla="*/ 7723772 h 8839200"/>
              <a:gd name="connsiteX1157" fmla="*/ 9584099 w 15732060"/>
              <a:gd name="connsiteY1157" fmla="*/ 7402218 h 8839200"/>
              <a:gd name="connsiteX1158" fmla="*/ 9583551 w 15732060"/>
              <a:gd name="connsiteY1158" fmla="*/ 7402218 h 8839200"/>
              <a:gd name="connsiteX1159" fmla="*/ 9310833 w 15732060"/>
              <a:gd name="connsiteY1159" fmla="*/ 7401669 h 8839200"/>
              <a:gd name="connsiteX1160" fmla="*/ 8883922 w 15732060"/>
              <a:gd name="connsiteY1160" fmla="*/ 6974757 h 8839200"/>
              <a:gd name="connsiteX1161" fmla="*/ 8883922 w 15732060"/>
              <a:gd name="connsiteY1161" fmla="*/ 6610401 h 8839200"/>
              <a:gd name="connsiteX1162" fmla="*/ 8674855 w 15732060"/>
              <a:gd name="connsiteY1162" fmla="*/ 6401335 h 8839200"/>
              <a:gd name="connsiteX1163" fmla="*/ 5604168 w 15732060"/>
              <a:gd name="connsiteY1163" fmla="*/ 5531600 h 8839200"/>
              <a:gd name="connsiteX1164" fmla="*/ 5585512 w 15732060"/>
              <a:gd name="connsiteY1164" fmla="*/ 5548062 h 8839200"/>
              <a:gd name="connsiteX1165" fmla="*/ 4807962 w 15732060"/>
              <a:gd name="connsiteY1165" fmla="*/ 5548062 h 8839200"/>
              <a:gd name="connsiteX1166" fmla="*/ 4635662 w 15732060"/>
              <a:gd name="connsiteY1166" fmla="*/ 5720362 h 8839200"/>
              <a:gd name="connsiteX1167" fmla="*/ 4610969 w 15732060"/>
              <a:gd name="connsiteY1167" fmla="*/ 5722009 h 8839200"/>
              <a:gd name="connsiteX1168" fmla="*/ 4610969 w 15732060"/>
              <a:gd name="connsiteY1168" fmla="*/ 5748348 h 8839200"/>
              <a:gd name="connsiteX1169" fmla="*/ 4637308 w 15732060"/>
              <a:gd name="connsiteY1169" fmla="*/ 5748348 h 8839200"/>
              <a:gd name="connsiteX1170" fmla="*/ 4638954 w 15732060"/>
              <a:gd name="connsiteY1170" fmla="*/ 5723655 h 8839200"/>
              <a:gd name="connsiteX1171" fmla="*/ 4810158 w 15732060"/>
              <a:gd name="connsiteY1171" fmla="*/ 5552452 h 8839200"/>
              <a:gd name="connsiteX1172" fmla="*/ 5585512 w 15732060"/>
              <a:gd name="connsiteY1172" fmla="*/ 5552452 h 8839200"/>
              <a:gd name="connsiteX1173" fmla="*/ 5604168 w 15732060"/>
              <a:gd name="connsiteY1173" fmla="*/ 5568914 h 8839200"/>
              <a:gd name="connsiteX1174" fmla="*/ 5622826 w 15732060"/>
              <a:gd name="connsiteY1174" fmla="*/ 5550257 h 8839200"/>
              <a:gd name="connsiteX1175" fmla="*/ 5604168 w 15732060"/>
              <a:gd name="connsiteY1175" fmla="*/ 5531600 h 8839200"/>
              <a:gd name="connsiteX1176" fmla="*/ 7615808 w 15732060"/>
              <a:gd name="connsiteY1176" fmla="*/ 5518431 h 8839200"/>
              <a:gd name="connsiteX1177" fmla="*/ 7610870 w 15732060"/>
              <a:gd name="connsiteY1177" fmla="*/ 5518431 h 8839200"/>
              <a:gd name="connsiteX1178" fmla="*/ 7610870 w 15732060"/>
              <a:gd name="connsiteY1178" fmla="*/ 6798615 h 8839200"/>
              <a:gd name="connsiteX1179" fmla="*/ 7453385 w 15732060"/>
              <a:gd name="connsiteY1179" fmla="*/ 6956101 h 8839200"/>
              <a:gd name="connsiteX1180" fmla="*/ 7453385 w 15732060"/>
              <a:gd name="connsiteY1180" fmla="*/ 7533364 h 8839200"/>
              <a:gd name="connsiteX1181" fmla="*/ 7137866 w 15732060"/>
              <a:gd name="connsiteY1181" fmla="*/ 7848882 h 8839200"/>
              <a:gd name="connsiteX1182" fmla="*/ 7137866 w 15732060"/>
              <a:gd name="connsiteY1182" fmla="*/ 8652221 h 8839200"/>
              <a:gd name="connsiteX1183" fmla="*/ 7121404 w 15732060"/>
              <a:gd name="connsiteY1183" fmla="*/ 8670878 h 8839200"/>
              <a:gd name="connsiteX1184" fmla="*/ 7140061 w 15732060"/>
              <a:gd name="connsiteY1184" fmla="*/ 8689534 h 8839200"/>
              <a:gd name="connsiteX1185" fmla="*/ 7158718 w 15732060"/>
              <a:gd name="connsiteY1185" fmla="*/ 8670878 h 8839200"/>
              <a:gd name="connsiteX1186" fmla="*/ 7142256 w 15732060"/>
              <a:gd name="connsiteY1186" fmla="*/ 8652221 h 8839200"/>
              <a:gd name="connsiteX1187" fmla="*/ 7142805 w 15732060"/>
              <a:gd name="connsiteY1187" fmla="*/ 8651672 h 8839200"/>
              <a:gd name="connsiteX1188" fmla="*/ 7142805 w 15732060"/>
              <a:gd name="connsiteY1188" fmla="*/ 7850528 h 8839200"/>
              <a:gd name="connsiteX1189" fmla="*/ 7458324 w 15732060"/>
              <a:gd name="connsiteY1189" fmla="*/ 7535010 h 8839200"/>
              <a:gd name="connsiteX1190" fmla="*/ 7458324 w 15732060"/>
              <a:gd name="connsiteY1190" fmla="*/ 6957746 h 8839200"/>
              <a:gd name="connsiteX1191" fmla="*/ 7615808 w 15732060"/>
              <a:gd name="connsiteY1191" fmla="*/ 6800261 h 8839200"/>
              <a:gd name="connsiteX1192" fmla="*/ 9293557 w 15732060"/>
              <a:gd name="connsiteY1192" fmla="*/ 5506251 h 8839200"/>
              <a:gd name="connsiteX1193" fmla="*/ 9293273 w 15732060"/>
              <a:gd name="connsiteY1193" fmla="*/ 5506359 h 8839200"/>
              <a:gd name="connsiteX1194" fmla="*/ 9293822 w 15732060"/>
              <a:gd name="connsiteY1194" fmla="*/ 5506359 h 8839200"/>
              <a:gd name="connsiteX1195" fmla="*/ 2078585 w 15732060"/>
              <a:gd name="connsiteY1195" fmla="*/ 5497577 h 8839200"/>
              <a:gd name="connsiteX1196" fmla="*/ 2059928 w 15732060"/>
              <a:gd name="connsiteY1196" fmla="*/ 5516234 h 8839200"/>
              <a:gd name="connsiteX1197" fmla="*/ 2078585 w 15732060"/>
              <a:gd name="connsiteY1197" fmla="*/ 5534891 h 8839200"/>
              <a:gd name="connsiteX1198" fmla="*/ 2078585 w 15732060"/>
              <a:gd name="connsiteY1198" fmla="*/ 5535440 h 8839200"/>
              <a:gd name="connsiteX1199" fmla="*/ 2097241 w 15732060"/>
              <a:gd name="connsiteY1199" fmla="*/ 5518978 h 8839200"/>
              <a:gd name="connsiteX1200" fmla="*/ 2858877 w 15732060"/>
              <a:gd name="connsiteY1200" fmla="*/ 5518978 h 8839200"/>
              <a:gd name="connsiteX1201" fmla="*/ 3026239 w 15732060"/>
              <a:gd name="connsiteY1201" fmla="*/ 5686340 h 8839200"/>
              <a:gd name="connsiteX1202" fmla="*/ 3026239 w 15732060"/>
              <a:gd name="connsiteY1202" fmla="*/ 5870164 h 8839200"/>
              <a:gd name="connsiteX1203" fmla="*/ 3009778 w 15732060"/>
              <a:gd name="connsiteY1203" fmla="*/ 5888821 h 8839200"/>
              <a:gd name="connsiteX1204" fmla="*/ 3028434 w 15732060"/>
              <a:gd name="connsiteY1204" fmla="*/ 5907478 h 8839200"/>
              <a:gd name="connsiteX1205" fmla="*/ 3047091 w 15732060"/>
              <a:gd name="connsiteY1205" fmla="*/ 5888821 h 8839200"/>
              <a:gd name="connsiteX1206" fmla="*/ 3030629 w 15732060"/>
              <a:gd name="connsiteY1206" fmla="*/ 5870164 h 8839200"/>
              <a:gd name="connsiteX1207" fmla="*/ 3030629 w 15732060"/>
              <a:gd name="connsiteY1207" fmla="*/ 5684145 h 8839200"/>
              <a:gd name="connsiteX1208" fmla="*/ 2861073 w 15732060"/>
              <a:gd name="connsiteY1208" fmla="*/ 5514588 h 8839200"/>
              <a:gd name="connsiteX1209" fmla="*/ 2860523 w 15732060"/>
              <a:gd name="connsiteY1209" fmla="*/ 5514588 h 8839200"/>
              <a:gd name="connsiteX1210" fmla="*/ 2097241 w 15732060"/>
              <a:gd name="connsiteY1210" fmla="*/ 5514039 h 8839200"/>
              <a:gd name="connsiteX1211" fmla="*/ 2078585 w 15732060"/>
              <a:gd name="connsiteY1211" fmla="*/ 5497577 h 8839200"/>
              <a:gd name="connsiteX1212" fmla="*/ 9293822 w 15732060"/>
              <a:gd name="connsiteY1212" fmla="*/ 5469044 h 8839200"/>
              <a:gd name="connsiteX1213" fmla="*/ 9275165 w 15732060"/>
              <a:gd name="connsiteY1213" fmla="*/ 5487702 h 8839200"/>
              <a:gd name="connsiteX1214" fmla="*/ 9280584 w 15732060"/>
              <a:gd name="connsiteY1214" fmla="*/ 5500940 h 8839200"/>
              <a:gd name="connsiteX1215" fmla="*/ 9293557 w 15732060"/>
              <a:gd name="connsiteY1215" fmla="*/ 5506251 h 8839200"/>
              <a:gd name="connsiteX1216" fmla="*/ 9305688 w 15732060"/>
              <a:gd name="connsiteY1216" fmla="*/ 5501626 h 8839200"/>
              <a:gd name="connsiteX1217" fmla="*/ 9311930 w 15732060"/>
              <a:gd name="connsiteY1217" fmla="*/ 5489897 h 8839200"/>
              <a:gd name="connsiteX1218" fmla="*/ 9486426 w 15732060"/>
              <a:gd name="connsiteY1218" fmla="*/ 5489897 h 8839200"/>
              <a:gd name="connsiteX1219" fmla="*/ 9856270 w 15732060"/>
              <a:gd name="connsiteY1219" fmla="*/ 5859741 h 8839200"/>
              <a:gd name="connsiteX1220" fmla="*/ 9856818 w 15732060"/>
              <a:gd name="connsiteY1220" fmla="*/ 5859741 h 8839200"/>
              <a:gd name="connsiteX1221" fmla="*/ 10064786 w 15732060"/>
              <a:gd name="connsiteY1221" fmla="*/ 5860289 h 8839200"/>
              <a:gd name="connsiteX1222" fmla="*/ 10083443 w 15732060"/>
              <a:gd name="connsiteY1222" fmla="*/ 5876751 h 8839200"/>
              <a:gd name="connsiteX1223" fmla="*/ 10102100 w 15732060"/>
              <a:gd name="connsiteY1223" fmla="*/ 5858094 h 8839200"/>
              <a:gd name="connsiteX1224" fmla="*/ 10083443 w 15732060"/>
              <a:gd name="connsiteY1224" fmla="*/ 5839437 h 8839200"/>
              <a:gd name="connsiteX1225" fmla="*/ 10064786 w 15732060"/>
              <a:gd name="connsiteY1225" fmla="*/ 5855899 h 8839200"/>
              <a:gd name="connsiteX1226" fmla="*/ 9859012 w 15732060"/>
              <a:gd name="connsiteY1226" fmla="*/ 5855899 h 8839200"/>
              <a:gd name="connsiteX1227" fmla="*/ 9489169 w 15732060"/>
              <a:gd name="connsiteY1227" fmla="*/ 5486055 h 8839200"/>
              <a:gd name="connsiteX1228" fmla="*/ 9488621 w 15732060"/>
              <a:gd name="connsiteY1228" fmla="*/ 5486055 h 8839200"/>
              <a:gd name="connsiteX1229" fmla="*/ 9312479 w 15732060"/>
              <a:gd name="connsiteY1229" fmla="*/ 5485507 h 8839200"/>
              <a:gd name="connsiteX1230" fmla="*/ 9293822 w 15732060"/>
              <a:gd name="connsiteY1230" fmla="*/ 5469044 h 8839200"/>
              <a:gd name="connsiteX1231" fmla="*/ 9005740 w 15732060"/>
              <a:gd name="connsiteY1231" fmla="*/ 5334058 h 8839200"/>
              <a:gd name="connsiteX1232" fmla="*/ 9005740 w 15732060"/>
              <a:gd name="connsiteY1232" fmla="*/ 5338996 h 8839200"/>
              <a:gd name="connsiteX1233" fmla="*/ 9640070 w 15732060"/>
              <a:gd name="connsiteY1233" fmla="*/ 5338996 h 8839200"/>
              <a:gd name="connsiteX1234" fmla="*/ 9835417 w 15732060"/>
              <a:gd name="connsiteY1234" fmla="*/ 5534344 h 8839200"/>
              <a:gd name="connsiteX1235" fmla="*/ 9837064 w 15732060"/>
              <a:gd name="connsiteY1235" fmla="*/ 5559036 h 8839200"/>
              <a:gd name="connsiteX1236" fmla="*/ 9837064 w 15732060"/>
              <a:gd name="connsiteY1236" fmla="*/ 5558487 h 8839200"/>
              <a:gd name="connsiteX1237" fmla="*/ 9863403 w 15732060"/>
              <a:gd name="connsiteY1237" fmla="*/ 5558487 h 8839200"/>
              <a:gd name="connsiteX1238" fmla="*/ 9863403 w 15732060"/>
              <a:gd name="connsiteY1238" fmla="*/ 5532148 h 8839200"/>
              <a:gd name="connsiteX1239" fmla="*/ 9838710 w 15732060"/>
              <a:gd name="connsiteY1239" fmla="*/ 5530503 h 8839200"/>
              <a:gd name="connsiteX1240" fmla="*/ 9642814 w 15732060"/>
              <a:gd name="connsiteY1240" fmla="*/ 5334607 h 8839200"/>
              <a:gd name="connsiteX1241" fmla="*/ 9642265 w 15732060"/>
              <a:gd name="connsiteY1241" fmla="*/ 5334607 h 8839200"/>
              <a:gd name="connsiteX1242" fmla="*/ 9005740 w 15732060"/>
              <a:gd name="connsiteY1242" fmla="*/ 5334058 h 8839200"/>
              <a:gd name="connsiteX1243" fmla="*/ 6706565 w 15732060"/>
              <a:gd name="connsiteY1243" fmla="*/ 5332960 h 8839200"/>
              <a:gd name="connsiteX1244" fmla="*/ 6511218 w 15732060"/>
              <a:gd name="connsiteY1244" fmla="*/ 5332960 h 8839200"/>
              <a:gd name="connsiteX1245" fmla="*/ 4669134 w 15732060"/>
              <a:gd name="connsiteY1245" fmla="*/ 7175043 h 8839200"/>
              <a:gd name="connsiteX1246" fmla="*/ 4276793 w 15732060"/>
              <a:gd name="connsiteY1246" fmla="*/ 7175043 h 8839200"/>
              <a:gd name="connsiteX1247" fmla="*/ 3538204 w 15732060"/>
              <a:gd name="connsiteY1247" fmla="*/ 7913632 h 8839200"/>
              <a:gd name="connsiteX1248" fmla="*/ 3006485 w 15732060"/>
              <a:gd name="connsiteY1248" fmla="*/ 7913632 h 8839200"/>
              <a:gd name="connsiteX1249" fmla="*/ 2406176 w 15732060"/>
              <a:gd name="connsiteY1249" fmla="*/ 8513942 h 8839200"/>
              <a:gd name="connsiteX1250" fmla="*/ 1628078 w 15732060"/>
              <a:gd name="connsiteY1250" fmla="*/ 8513942 h 8839200"/>
              <a:gd name="connsiteX1251" fmla="*/ 1336154 w 15732060"/>
              <a:gd name="connsiteY1251" fmla="*/ 8805865 h 8839200"/>
              <a:gd name="connsiteX1252" fmla="*/ 1311462 w 15732060"/>
              <a:gd name="connsiteY1252" fmla="*/ 8807512 h 8839200"/>
              <a:gd name="connsiteX1253" fmla="*/ 1311462 w 15732060"/>
              <a:gd name="connsiteY1253" fmla="*/ 8833851 h 8839200"/>
              <a:gd name="connsiteX1254" fmla="*/ 1337801 w 15732060"/>
              <a:gd name="connsiteY1254" fmla="*/ 8833851 h 8839200"/>
              <a:gd name="connsiteX1255" fmla="*/ 1339446 w 15732060"/>
              <a:gd name="connsiteY1255" fmla="*/ 8809158 h 8839200"/>
              <a:gd name="connsiteX1256" fmla="*/ 1629724 w 15732060"/>
              <a:gd name="connsiteY1256" fmla="*/ 8518880 h 8839200"/>
              <a:gd name="connsiteX1257" fmla="*/ 2407822 w 15732060"/>
              <a:gd name="connsiteY1257" fmla="*/ 8518880 h 8839200"/>
              <a:gd name="connsiteX1258" fmla="*/ 3008132 w 15732060"/>
              <a:gd name="connsiteY1258" fmla="*/ 7918571 h 8839200"/>
              <a:gd name="connsiteX1259" fmla="*/ 3539850 w 15732060"/>
              <a:gd name="connsiteY1259" fmla="*/ 7918571 h 8839200"/>
              <a:gd name="connsiteX1260" fmla="*/ 4278440 w 15732060"/>
              <a:gd name="connsiteY1260" fmla="*/ 7179982 h 8839200"/>
              <a:gd name="connsiteX1261" fmla="*/ 4278988 w 15732060"/>
              <a:gd name="connsiteY1261" fmla="*/ 7179982 h 8839200"/>
              <a:gd name="connsiteX1262" fmla="*/ 4671330 w 15732060"/>
              <a:gd name="connsiteY1262" fmla="*/ 7179982 h 8839200"/>
              <a:gd name="connsiteX1263" fmla="*/ 6513413 w 15732060"/>
              <a:gd name="connsiteY1263" fmla="*/ 5337899 h 8839200"/>
              <a:gd name="connsiteX1264" fmla="*/ 6706565 w 15732060"/>
              <a:gd name="connsiteY1264" fmla="*/ 5337899 h 8839200"/>
              <a:gd name="connsiteX1265" fmla="*/ 3355477 w 15732060"/>
              <a:gd name="connsiteY1265" fmla="*/ 5325413 h 8839200"/>
              <a:gd name="connsiteX1266" fmla="*/ 3342308 w 15732060"/>
              <a:gd name="connsiteY1266" fmla="*/ 5330764 h 8839200"/>
              <a:gd name="connsiteX1267" fmla="*/ 3340661 w 15732060"/>
              <a:gd name="connsiteY1267" fmla="*/ 5355456 h 8839200"/>
              <a:gd name="connsiteX1268" fmla="*/ 3109647 w 15732060"/>
              <a:gd name="connsiteY1268" fmla="*/ 5586471 h 8839200"/>
              <a:gd name="connsiteX1269" fmla="*/ 3109647 w 15732060"/>
              <a:gd name="connsiteY1269" fmla="*/ 5867420 h 8839200"/>
              <a:gd name="connsiteX1270" fmla="*/ 3093184 w 15732060"/>
              <a:gd name="connsiteY1270" fmla="*/ 5886077 h 8839200"/>
              <a:gd name="connsiteX1271" fmla="*/ 3111841 w 15732060"/>
              <a:gd name="connsiteY1271" fmla="*/ 5904734 h 8839200"/>
              <a:gd name="connsiteX1272" fmla="*/ 3130498 w 15732060"/>
              <a:gd name="connsiteY1272" fmla="*/ 5886077 h 8839200"/>
              <a:gd name="connsiteX1273" fmla="*/ 3114036 w 15732060"/>
              <a:gd name="connsiteY1273" fmla="*/ 5867420 h 8839200"/>
              <a:gd name="connsiteX1274" fmla="*/ 3114036 w 15732060"/>
              <a:gd name="connsiteY1274" fmla="*/ 5588666 h 8839200"/>
              <a:gd name="connsiteX1275" fmla="*/ 3343954 w 15732060"/>
              <a:gd name="connsiteY1275" fmla="*/ 5358749 h 8839200"/>
              <a:gd name="connsiteX1276" fmla="*/ 3368646 w 15732060"/>
              <a:gd name="connsiteY1276" fmla="*/ 5357103 h 8839200"/>
              <a:gd name="connsiteX1277" fmla="*/ 3368646 w 15732060"/>
              <a:gd name="connsiteY1277" fmla="*/ 5330764 h 8839200"/>
              <a:gd name="connsiteX1278" fmla="*/ 3355477 w 15732060"/>
              <a:gd name="connsiteY1278" fmla="*/ 5325413 h 8839200"/>
              <a:gd name="connsiteX1279" fmla="*/ 3814214 w 15732060"/>
              <a:gd name="connsiteY1279" fmla="*/ 5323629 h 8839200"/>
              <a:gd name="connsiteX1280" fmla="*/ 3795558 w 15732060"/>
              <a:gd name="connsiteY1280" fmla="*/ 5340092 h 8839200"/>
              <a:gd name="connsiteX1281" fmla="*/ 3438884 w 15732060"/>
              <a:gd name="connsiteY1281" fmla="*/ 5340092 h 8839200"/>
              <a:gd name="connsiteX1282" fmla="*/ 3191955 w 15732060"/>
              <a:gd name="connsiteY1282" fmla="*/ 5587019 h 8839200"/>
              <a:gd name="connsiteX1283" fmla="*/ 3191955 w 15732060"/>
              <a:gd name="connsiteY1283" fmla="*/ 5867970 h 8839200"/>
              <a:gd name="connsiteX1284" fmla="*/ 3192504 w 15732060"/>
              <a:gd name="connsiteY1284" fmla="*/ 5867970 h 8839200"/>
              <a:gd name="connsiteX1285" fmla="*/ 3176042 w 15732060"/>
              <a:gd name="connsiteY1285" fmla="*/ 5886626 h 8839200"/>
              <a:gd name="connsiteX1286" fmla="*/ 3194699 w 15732060"/>
              <a:gd name="connsiteY1286" fmla="*/ 5905282 h 8839200"/>
              <a:gd name="connsiteX1287" fmla="*/ 3213356 w 15732060"/>
              <a:gd name="connsiteY1287" fmla="*/ 5886626 h 8839200"/>
              <a:gd name="connsiteX1288" fmla="*/ 3196894 w 15732060"/>
              <a:gd name="connsiteY1288" fmla="*/ 5867970 h 8839200"/>
              <a:gd name="connsiteX1289" fmla="*/ 3196894 w 15732060"/>
              <a:gd name="connsiteY1289" fmla="*/ 5588666 h 8839200"/>
              <a:gd name="connsiteX1290" fmla="*/ 3441079 w 15732060"/>
              <a:gd name="connsiteY1290" fmla="*/ 5344482 h 8839200"/>
              <a:gd name="connsiteX1291" fmla="*/ 3795558 w 15732060"/>
              <a:gd name="connsiteY1291" fmla="*/ 5344482 h 8839200"/>
              <a:gd name="connsiteX1292" fmla="*/ 3814214 w 15732060"/>
              <a:gd name="connsiteY1292" fmla="*/ 5360944 h 8839200"/>
              <a:gd name="connsiteX1293" fmla="*/ 3832872 w 15732060"/>
              <a:gd name="connsiteY1293" fmla="*/ 5342287 h 8839200"/>
              <a:gd name="connsiteX1294" fmla="*/ 3814214 w 15732060"/>
              <a:gd name="connsiteY1294" fmla="*/ 5323629 h 8839200"/>
              <a:gd name="connsiteX1295" fmla="*/ 13100904 w 15732060"/>
              <a:gd name="connsiteY1295" fmla="*/ 5298390 h 8839200"/>
              <a:gd name="connsiteX1296" fmla="*/ 13082246 w 15732060"/>
              <a:gd name="connsiteY1296" fmla="*/ 5317047 h 8839200"/>
              <a:gd name="connsiteX1297" fmla="*/ 13100904 w 15732060"/>
              <a:gd name="connsiteY1297" fmla="*/ 5335704 h 8839200"/>
              <a:gd name="connsiteX1298" fmla="*/ 13119561 w 15732060"/>
              <a:gd name="connsiteY1298" fmla="*/ 5319242 h 8839200"/>
              <a:gd name="connsiteX1299" fmla="*/ 14531440 w 15732060"/>
              <a:gd name="connsiteY1299" fmla="*/ 5319242 h 8839200"/>
              <a:gd name="connsiteX1300" fmla="*/ 14688925 w 15732060"/>
              <a:gd name="connsiteY1300" fmla="*/ 5476728 h 8839200"/>
              <a:gd name="connsiteX1301" fmla="*/ 14689474 w 15732060"/>
              <a:gd name="connsiteY1301" fmla="*/ 5476728 h 8839200"/>
              <a:gd name="connsiteX1302" fmla="*/ 15652493 w 15732060"/>
              <a:gd name="connsiteY1302" fmla="*/ 5477276 h 8839200"/>
              <a:gd name="connsiteX1303" fmla="*/ 15671150 w 15732060"/>
              <a:gd name="connsiteY1303" fmla="*/ 5493738 h 8839200"/>
              <a:gd name="connsiteX1304" fmla="*/ 15689808 w 15732060"/>
              <a:gd name="connsiteY1304" fmla="*/ 5475081 h 8839200"/>
              <a:gd name="connsiteX1305" fmla="*/ 15671150 w 15732060"/>
              <a:gd name="connsiteY1305" fmla="*/ 5456424 h 8839200"/>
              <a:gd name="connsiteX1306" fmla="*/ 15652493 w 15732060"/>
              <a:gd name="connsiteY1306" fmla="*/ 5472886 h 8839200"/>
              <a:gd name="connsiteX1307" fmla="*/ 14691668 w 15732060"/>
              <a:gd name="connsiteY1307" fmla="*/ 5472886 h 8839200"/>
              <a:gd name="connsiteX1308" fmla="*/ 14534184 w 15732060"/>
              <a:gd name="connsiteY1308" fmla="*/ 5315401 h 8839200"/>
              <a:gd name="connsiteX1309" fmla="*/ 14533634 w 15732060"/>
              <a:gd name="connsiteY1309" fmla="*/ 5315401 h 8839200"/>
              <a:gd name="connsiteX1310" fmla="*/ 13119561 w 15732060"/>
              <a:gd name="connsiteY1310" fmla="*/ 5314853 h 8839200"/>
              <a:gd name="connsiteX1311" fmla="*/ 13100904 w 15732060"/>
              <a:gd name="connsiteY1311" fmla="*/ 5298390 h 8839200"/>
              <a:gd name="connsiteX1312" fmla="*/ 2501654 w 15732060"/>
              <a:gd name="connsiteY1312" fmla="*/ 5222666 h 8839200"/>
              <a:gd name="connsiteX1313" fmla="*/ 2482998 w 15732060"/>
              <a:gd name="connsiteY1313" fmla="*/ 5239127 h 8839200"/>
              <a:gd name="connsiteX1314" fmla="*/ 1538086 w 15732060"/>
              <a:gd name="connsiteY1314" fmla="*/ 5239127 h 8839200"/>
              <a:gd name="connsiteX1315" fmla="*/ 1012404 w 15732060"/>
              <a:gd name="connsiteY1315" fmla="*/ 5764810 h 8839200"/>
              <a:gd name="connsiteX1316" fmla="*/ 373684 w 15732060"/>
              <a:gd name="connsiteY1316" fmla="*/ 5764810 h 8839200"/>
              <a:gd name="connsiteX1317" fmla="*/ 355028 w 15732060"/>
              <a:gd name="connsiteY1317" fmla="*/ 5748348 h 8839200"/>
              <a:gd name="connsiteX1318" fmla="*/ 336370 w 15732060"/>
              <a:gd name="connsiteY1318" fmla="*/ 5767005 h 8839200"/>
              <a:gd name="connsiteX1319" fmla="*/ 355028 w 15732060"/>
              <a:gd name="connsiteY1319" fmla="*/ 5785662 h 8839200"/>
              <a:gd name="connsiteX1320" fmla="*/ 373684 w 15732060"/>
              <a:gd name="connsiteY1320" fmla="*/ 5769200 h 8839200"/>
              <a:gd name="connsiteX1321" fmla="*/ 1014600 w 15732060"/>
              <a:gd name="connsiteY1321" fmla="*/ 5769200 h 8839200"/>
              <a:gd name="connsiteX1322" fmla="*/ 1540282 w 15732060"/>
              <a:gd name="connsiteY1322" fmla="*/ 5243518 h 8839200"/>
              <a:gd name="connsiteX1323" fmla="*/ 2482998 w 15732060"/>
              <a:gd name="connsiteY1323" fmla="*/ 5243518 h 8839200"/>
              <a:gd name="connsiteX1324" fmla="*/ 2501654 w 15732060"/>
              <a:gd name="connsiteY1324" fmla="*/ 5259979 h 8839200"/>
              <a:gd name="connsiteX1325" fmla="*/ 2520311 w 15732060"/>
              <a:gd name="connsiteY1325" fmla="*/ 5241322 h 8839200"/>
              <a:gd name="connsiteX1326" fmla="*/ 2501654 w 15732060"/>
              <a:gd name="connsiteY1326" fmla="*/ 5222666 h 8839200"/>
              <a:gd name="connsiteX1327" fmla="*/ 6731258 w 15732060"/>
              <a:gd name="connsiteY1327" fmla="*/ 5216629 h 8839200"/>
              <a:gd name="connsiteX1328" fmla="*/ 6337270 w 15732060"/>
              <a:gd name="connsiteY1328" fmla="*/ 5216629 h 8839200"/>
              <a:gd name="connsiteX1329" fmla="*/ 5447780 w 15732060"/>
              <a:gd name="connsiteY1329" fmla="*/ 6106119 h 8839200"/>
              <a:gd name="connsiteX1330" fmla="*/ 5184390 w 15732060"/>
              <a:gd name="connsiteY1330" fmla="*/ 6106119 h 8839200"/>
              <a:gd name="connsiteX1331" fmla="*/ 4126990 w 15732060"/>
              <a:gd name="connsiteY1331" fmla="*/ 7163520 h 8839200"/>
              <a:gd name="connsiteX1332" fmla="*/ 4102298 w 15732060"/>
              <a:gd name="connsiteY1332" fmla="*/ 7165166 h 8839200"/>
              <a:gd name="connsiteX1333" fmla="*/ 4102298 w 15732060"/>
              <a:gd name="connsiteY1333" fmla="*/ 7191505 h 8839200"/>
              <a:gd name="connsiteX1334" fmla="*/ 4128636 w 15732060"/>
              <a:gd name="connsiteY1334" fmla="*/ 7191505 h 8839200"/>
              <a:gd name="connsiteX1335" fmla="*/ 4130282 w 15732060"/>
              <a:gd name="connsiteY1335" fmla="*/ 7166813 h 8839200"/>
              <a:gd name="connsiteX1336" fmla="*/ 5186586 w 15732060"/>
              <a:gd name="connsiteY1336" fmla="*/ 6110509 h 8839200"/>
              <a:gd name="connsiteX1337" fmla="*/ 5449976 w 15732060"/>
              <a:gd name="connsiteY1337" fmla="*/ 6110509 h 8839200"/>
              <a:gd name="connsiteX1338" fmla="*/ 6338917 w 15732060"/>
              <a:gd name="connsiteY1338" fmla="*/ 5221568 h 8839200"/>
              <a:gd name="connsiteX1339" fmla="*/ 6338916 w 15732060"/>
              <a:gd name="connsiteY1339" fmla="*/ 5221568 h 8839200"/>
              <a:gd name="connsiteX1340" fmla="*/ 6339465 w 15732060"/>
              <a:gd name="connsiteY1340" fmla="*/ 5221020 h 8839200"/>
              <a:gd name="connsiteX1341" fmla="*/ 6338917 w 15732060"/>
              <a:gd name="connsiteY1341" fmla="*/ 5221568 h 8839200"/>
              <a:gd name="connsiteX1342" fmla="*/ 6731258 w 15732060"/>
              <a:gd name="connsiteY1342" fmla="*/ 5221568 h 8839200"/>
              <a:gd name="connsiteX1343" fmla="*/ 5903774 w 15732060"/>
              <a:gd name="connsiteY1343" fmla="*/ 5215121 h 8839200"/>
              <a:gd name="connsiteX1344" fmla="*/ 5890605 w 15732060"/>
              <a:gd name="connsiteY1344" fmla="*/ 5220470 h 8839200"/>
              <a:gd name="connsiteX1345" fmla="*/ 5888960 w 15732060"/>
              <a:gd name="connsiteY1345" fmla="*/ 5245164 h 8839200"/>
              <a:gd name="connsiteX1346" fmla="*/ 5719401 w 15732060"/>
              <a:gd name="connsiteY1346" fmla="*/ 5414721 h 8839200"/>
              <a:gd name="connsiteX1347" fmla="*/ 5389616 w 15732060"/>
              <a:gd name="connsiteY1347" fmla="*/ 5414721 h 8839200"/>
              <a:gd name="connsiteX1348" fmla="*/ 5283162 w 15732060"/>
              <a:gd name="connsiteY1348" fmla="*/ 5308268 h 8839200"/>
              <a:gd name="connsiteX1349" fmla="*/ 5282613 w 15732060"/>
              <a:gd name="connsiteY1349" fmla="*/ 5308268 h 8839200"/>
              <a:gd name="connsiteX1350" fmla="*/ 4879298 w 15732060"/>
              <a:gd name="connsiteY1350" fmla="*/ 5307719 h 8839200"/>
              <a:gd name="connsiteX1351" fmla="*/ 3998039 w 15732060"/>
              <a:gd name="connsiteY1351" fmla="*/ 6188977 h 8839200"/>
              <a:gd name="connsiteX1352" fmla="*/ 3354380 w 15732060"/>
              <a:gd name="connsiteY1352" fmla="*/ 6188977 h 8839200"/>
              <a:gd name="connsiteX1353" fmla="*/ 3335723 w 15732060"/>
              <a:gd name="connsiteY1353" fmla="*/ 6172516 h 8839200"/>
              <a:gd name="connsiteX1354" fmla="*/ 3317066 w 15732060"/>
              <a:gd name="connsiteY1354" fmla="*/ 6191172 h 8839200"/>
              <a:gd name="connsiteX1355" fmla="*/ 3335723 w 15732060"/>
              <a:gd name="connsiteY1355" fmla="*/ 6209829 h 8839200"/>
              <a:gd name="connsiteX1356" fmla="*/ 3354380 w 15732060"/>
              <a:gd name="connsiteY1356" fmla="*/ 6193367 h 8839200"/>
              <a:gd name="connsiteX1357" fmla="*/ 4000233 w 15732060"/>
              <a:gd name="connsiteY1357" fmla="*/ 6193367 h 8839200"/>
              <a:gd name="connsiteX1358" fmla="*/ 4881492 w 15732060"/>
              <a:gd name="connsiteY1358" fmla="*/ 5312109 h 8839200"/>
              <a:gd name="connsiteX1359" fmla="*/ 5280967 w 15732060"/>
              <a:gd name="connsiteY1359" fmla="*/ 5312109 h 8839200"/>
              <a:gd name="connsiteX1360" fmla="*/ 5387420 w 15732060"/>
              <a:gd name="connsiteY1360" fmla="*/ 5418562 h 8839200"/>
              <a:gd name="connsiteX1361" fmla="*/ 5387969 w 15732060"/>
              <a:gd name="connsiteY1361" fmla="*/ 5418562 h 8839200"/>
              <a:gd name="connsiteX1362" fmla="*/ 5721596 w 15732060"/>
              <a:gd name="connsiteY1362" fmla="*/ 5419110 h 8839200"/>
              <a:gd name="connsiteX1363" fmla="*/ 5892251 w 15732060"/>
              <a:gd name="connsiteY1363" fmla="*/ 5248456 h 8839200"/>
              <a:gd name="connsiteX1364" fmla="*/ 5892251 w 15732060"/>
              <a:gd name="connsiteY1364" fmla="*/ 5248456 h 8839200"/>
              <a:gd name="connsiteX1365" fmla="*/ 5892800 w 15732060"/>
              <a:gd name="connsiteY1365" fmla="*/ 5247907 h 8839200"/>
              <a:gd name="connsiteX1366" fmla="*/ 5892251 w 15732060"/>
              <a:gd name="connsiteY1366" fmla="*/ 5248456 h 8839200"/>
              <a:gd name="connsiteX1367" fmla="*/ 5904803 w 15732060"/>
              <a:gd name="connsiteY1367" fmla="*/ 5252160 h 8839200"/>
              <a:gd name="connsiteX1368" fmla="*/ 5916944 w 15732060"/>
              <a:gd name="connsiteY1368" fmla="*/ 5246809 h 8839200"/>
              <a:gd name="connsiteX1369" fmla="*/ 5916944 w 15732060"/>
              <a:gd name="connsiteY1369" fmla="*/ 5220470 h 8839200"/>
              <a:gd name="connsiteX1370" fmla="*/ 5903774 w 15732060"/>
              <a:gd name="connsiteY1370" fmla="*/ 5215121 h 8839200"/>
              <a:gd name="connsiteX1371" fmla="*/ 14162694 w 15732060"/>
              <a:gd name="connsiteY1371" fmla="*/ 5037332 h 8839200"/>
              <a:gd name="connsiteX1372" fmla="*/ 14149524 w 15732060"/>
              <a:gd name="connsiteY1372" fmla="*/ 5042682 h 8839200"/>
              <a:gd name="connsiteX1373" fmla="*/ 14149524 w 15732060"/>
              <a:gd name="connsiteY1373" fmla="*/ 5069021 h 8839200"/>
              <a:gd name="connsiteX1374" fmla="*/ 14174217 w 15732060"/>
              <a:gd name="connsiteY1374" fmla="*/ 5070668 h 8839200"/>
              <a:gd name="connsiteX1375" fmla="*/ 14224152 w 15732060"/>
              <a:gd name="connsiteY1375" fmla="*/ 5120602 h 8839200"/>
              <a:gd name="connsiteX1376" fmla="*/ 14224701 w 15732060"/>
              <a:gd name="connsiteY1376" fmla="*/ 5120602 h 8839200"/>
              <a:gd name="connsiteX1377" fmla="*/ 15006090 w 15732060"/>
              <a:gd name="connsiteY1377" fmla="*/ 5121151 h 8839200"/>
              <a:gd name="connsiteX1378" fmla="*/ 15196500 w 15732060"/>
              <a:gd name="connsiteY1378" fmla="*/ 5311560 h 8839200"/>
              <a:gd name="connsiteX1379" fmla="*/ 15197048 w 15732060"/>
              <a:gd name="connsiteY1379" fmla="*/ 5311560 h 8839200"/>
              <a:gd name="connsiteX1380" fmla="*/ 15565794 w 15732060"/>
              <a:gd name="connsiteY1380" fmla="*/ 5312109 h 8839200"/>
              <a:gd name="connsiteX1381" fmla="*/ 15584450 w 15732060"/>
              <a:gd name="connsiteY1381" fmla="*/ 5328570 h 8839200"/>
              <a:gd name="connsiteX1382" fmla="*/ 15603108 w 15732060"/>
              <a:gd name="connsiteY1382" fmla="*/ 5309913 h 8839200"/>
              <a:gd name="connsiteX1383" fmla="*/ 15584450 w 15732060"/>
              <a:gd name="connsiteY1383" fmla="*/ 5291257 h 8839200"/>
              <a:gd name="connsiteX1384" fmla="*/ 15565794 w 15732060"/>
              <a:gd name="connsiteY1384" fmla="*/ 5307719 h 8839200"/>
              <a:gd name="connsiteX1385" fmla="*/ 15199243 w 15732060"/>
              <a:gd name="connsiteY1385" fmla="*/ 5307719 h 8839200"/>
              <a:gd name="connsiteX1386" fmla="*/ 15008834 w 15732060"/>
              <a:gd name="connsiteY1386" fmla="*/ 5117310 h 8839200"/>
              <a:gd name="connsiteX1387" fmla="*/ 15008285 w 15732060"/>
              <a:gd name="connsiteY1387" fmla="*/ 5117310 h 8839200"/>
              <a:gd name="connsiteX1388" fmla="*/ 14226895 w 15732060"/>
              <a:gd name="connsiteY1388" fmla="*/ 5116761 h 8839200"/>
              <a:gd name="connsiteX1389" fmla="*/ 14177510 w 15732060"/>
              <a:gd name="connsiteY1389" fmla="*/ 5067376 h 8839200"/>
              <a:gd name="connsiteX1390" fmla="*/ 14175863 w 15732060"/>
              <a:gd name="connsiteY1390" fmla="*/ 5042682 h 8839200"/>
              <a:gd name="connsiteX1391" fmla="*/ 14162694 w 15732060"/>
              <a:gd name="connsiteY1391" fmla="*/ 5037332 h 8839200"/>
              <a:gd name="connsiteX1392" fmla="*/ 6701626 w 15732060"/>
              <a:gd name="connsiteY1392" fmla="*/ 4985066 h 8839200"/>
              <a:gd name="connsiteX1393" fmla="*/ 6314773 w 15732060"/>
              <a:gd name="connsiteY1393" fmla="*/ 4985066 h 8839200"/>
              <a:gd name="connsiteX1394" fmla="*/ 5641482 w 15732060"/>
              <a:gd name="connsiteY1394" fmla="*/ 5658905 h 8839200"/>
              <a:gd name="connsiteX1395" fmla="*/ 4869421 w 15732060"/>
              <a:gd name="connsiteY1395" fmla="*/ 5658905 h 8839200"/>
              <a:gd name="connsiteX1396" fmla="*/ 3998039 w 15732060"/>
              <a:gd name="connsiteY1396" fmla="*/ 6530287 h 8839200"/>
              <a:gd name="connsiteX1397" fmla="*/ 3561250 w 15732060"/>
              <a:gd name="connsiteY1397" fmla="*/ 6530287 h 8839200"/>
              <a:gd name="connsiteX1398" fmla="*/ 3542594 w 15732060"/>
              <a:gd name="connsiteY1398" fmla="*/ 6513825 h 8839200"/>
              <a:gd name="connsiteX1399" fmla="*/ 3523937 w 15732060"/>
              <a:gd name="connsiteY1399" fmla="*/ 6532481 h 8839200"/>
              <a:gd name="connsiteX1400" fmla="*/ 3542594 w 15732060"/>
              <a:gd name="connsiteY1400" fmla="*/ 6551138 h 8839200"/>
              <a:gd name="connsiteX1401" fmla="*/ 3561250 w 15732060"/>
              <a:gd name="connsiteY1401" fmla="*/ 6534677 h 8839200"/>
              <a:gd name="connsiteX1402" fmla="*/ 4000233 w 15732060"/>
              <a:gd name="connsiteY1402" fmla="*/ 6534677 h 8839200"/>
              <a:gd name="connsiteX1403" fmla="*/ 4871615 w 15732060"/>
              <a:gd name="connsiteY1403" fmla="*/ 5663295 h 8839200"/>
              <a:gd name="connsiteX1404" fmla="*/ 5643678 w 15732060"/>
              <a:gd name="connsiteY1404" fmla="*/ 5663295 h 8839200"/>
              <a:gd name="connsiteX1405" fmla="*/ 5643678 w 15732060"/>
              <a:gd name="connsiteY1405" fmla="*/ 5663843 h 8839200"/>
              <a:gd name="connsiteX1406" fmla="*/ 6316967 w 15732060"/>
              <a:gd name="connsiteY1406" fmla="*/ 4990004 h 8839200"/>
              <a:gd name="connsiteX1407" fmla="*/ 6701626 w 15732060"/>
              <a:gd name="connsiteY1407" fmla="*/ 4990004 h 8839200"/>
              <a:gd name="connsiteX1408" fmla="*/ 8990924 w 15732060"/>
              <a:gd name="connsiteY1408" fmla="*/ 4884100 h 8839200"/>
              <a:gd name="connsiteX1409" fmla="*/ 8990924 w 15732060"/>
              <a:gd name="connsiteY1409" fmla="*/ 4889039 h 8839200"/>
              <a:gd name="connsiteX1410" fmla="*/ 10502123 w 15732060"/>
              <a:gd name="connsiteY1410" fmla="*/ 4889039 h 8839200"/>
              <a:gd name="connsiteX1411" fmla="*/ 10710640 w 15732060"/>
              <a:gd name="connsiteY1411" fmla="*/ 5097556 h 8839200"/>
              <a:gd name="connsiteX1412" fmla="*/ 10711189 w 15732060"/>
              <a:gd name="connsiteY1412" fmla="*/ 5097556 h 8839200"/>
              <a:gd name="connsiteX1413" fmla="*/ 11067314 w 15732060"/>
              <a:gd name="connsiteY1413" fmla="*/ 5098104 h 8839200"/>
              <a:gd name="connsiteX1414" fmla="*/ 11665978 w 15732060"/>
              <a:gd name="connsiteY1414" fmla="*/ 5696767 h 8839200"/>
              <a:gd name="connsiteX1415" fmla="*/ 11666525 w 15732060"/>
              <a:gd name="connsiteY1415" fmla="*/ 5696767 h 8839200"/>
              <a:gd name="connsiteX1416" fmla="*/ 12664664 w 15732060"/>
              <a:gd name="connsiteY1416" fmla="*/ 5696767 h 8839200"/>
              <a:gd name="connsiteX1417" fmla="*/ 12683321 w 15732060"/>
              <a:gd name="connsiteY1417" fmla="*/ 5713229 h 8839200"/>
              <a:gd name="connsiteX1418" fmla="*/ 12701979 w 15732060"/>
              <a:gd name="connsiteY1418" fmla="*/ 5694572 h 8839200"/>
              <a:gd name="connsiteX1419" fmla="*/ 12683321 w 15732060"/>
              <a:gd name="connsiteY1419" fmla="*/ 5675916 h 8839200"/>
              <a:gd name="connsiteX1420" fmla="*/ 12664664 w 15732060"/>
              <a:gd name="connsiteY1420" fmla="*/ 5692378 h 8839200"/>
              <a:gd name="connsiteX1421" fmla="*/ 11668172 w 15732060"/>
              <a:gd name="connsiteY1421" fmla="*/ 5692378 h 8839200"/>
              <a:gd name="connsiteX1422" fmla="*/ 11069509 w 15732060"/>
              <a:gd name="connsiteY1422" fmla="*/ 5093715 h 8839200"/>
              <a:gd name="connsiteX1423" fmla="*/ 11068960 w 15732060"/>
              <a:gd name="connsiteY1423" fmla="*/ 5093715 h 8839200"/>
              <a:gd name="connsiteX1424" fmla="*/ 10712835 w 15732060"/>
              <a:gd name="connsiteY1424" fmla="*/ 5093165 h 8839200"/>
              <a:gd name="connsiteX1425" fmla="*/ 10504318 w 15732060"/>
              <a:gd name="connsiteY1425" fmla="*/ 4884648 h 8839200"/>
              <a:gd name="connsiteX1426" fmla="*/ 10503770 w 15732060"/>
              <a:gd name="connsiteY1426" fmla="*/ 4884648 h 8839200"/>
              <a:gd name="connsiteX1427" fmla="*/ 8990924 w 15732060"/>
              <a:gd name="connsiteY1427" fmla="*/ 4884100 h 8839200"/>
              <a:gd name="connsiteX1428" fmla="*/ 6691750 w 15732060"/>
              <a:gd name="connsiteY1428" fmla="*/ 4867090 h 8839200"/>
              <a:gd name="connsiteX1429" fmla="*/ 6359219 w 15732060"/>
              <a:gd name="connsiteY1429" fmla="*/ 4867090 h 8839200"/>
              <a:gd name="connsiteX1430" fmla="*/ 6139180 w 15732060"/>
              <a:gd name="connsiteY1430" fmla="*/ 5087130 h 8839200"/>
              <a:gd name="connsiteX1431" fmla="*/ 4979166 w 15732060"/>
              <a:gd name="connsiteY1431" fmla="*/ 5087130 h 8839200"/>
              <a:gd name="connsiteX1432" fmla="*/ 4126441 w 15732060"/>
              <a:gd name="connsiteY1432" fmla="*/ 5939855 h 8839200"/>
              <a:gd name="connsiteX1433" fmla="*/ 3354380 w 15732060"/>
              <a:gd name="connsiteY1433" fmla="*/ 5939855 h 8839200"/>
              <a:gd name="connsiteX1434" fmla="*/ 3335723 w 15732060"/>
              <a:gd name="connsiteY1434" fmla="*/ 5923392 h 8839200"/>
              <a:gd name="connsiteX1435" fmla="*/ 3317066 w 15732060"/>
              <a:gd name="connsiteY1435" fmla="*/ 5942050 h 8839200"/>
              <a:gd name="connsiteX1436" fmla="*/ 3335723 w 15732060"/>
              <a:gd name="connsiteY1436" fmla="*/ 5960706 h 8839200"/>
              <a:gd name="connsiteX1437" fmla="*/ 3354380 w 15732060"/>
              <a:gd name="connsiteY1437" fmla="*/ 5944244 h 8839200"/>
              <a:gd name="connsiteX1438" fmla="*/ 4128636 w 15732060"/>
              <a:gd name="connsiteY1438" fmla="*/ 5944244 h 8839200"/>
              <a:gd name="connsiteX1439" fmla="*/ 4981361 w 15732060"/>
              <a:gd name="connsiteY1439" fmla="*/ 5091519 h 8839200"/>
              <a:gd name="connsiteX1440" fmla="*/ 6141374 w 15732060"/>
              <a:gd name="connsiteY1440" fmla="*/ 5091519 h 8839200"/>
              <a:gd name="connsiteX1441" fmla="*/ 6361414 w 15732060"/>
              <a:gd name="connsiteY1441" fmla="*/ 4871479 h 8839200"/>
              <a:gd name="connsiteX1442" fmla="*/ 6360866 w 15732060"/>
              <a:gd name="connsiteY1442" fmla="*/ 4872028 h 8839200"/>
              <a:gd name="connsiteX1443" fmla="*/ 6691750 w 15732060"/>
              <a:gd name="connsiteY1443" fmla="*/ 4872028 h 8839200"/>
              <a:gd name="connsiteX1444" fmla="*/ 11528247 w 15732060"/>
              <a:gd name="connsiteY1444" fmla="*/ 4844729 h 8839200"/>
              <a:gd name="connsiteX1445" fmla="*/ 11515077 w 15732060"/>
              <a:gd name="connsiteY1445" fmla="*/ 4850079 h 8839200"/>
              <a:gd name="connsiteX1446" fmla="*/ 11515077 w 15732060"/>
              <a:gd name="connsiteY1446" fmla="*/ 4876418 h 8839200"/>
              <a:gd name="connsiteX1447" fmla="*/ 11539770 w 15732060"/>
              <a:gd name="connsiteY1447" fmla="*/ 4878064 h 8839200"/>
              <a:gd name="connsiteX1448" fmla="*/ 11636345 w 15732060"/>
              <a:gd name="connsiteY1448" fmla="*/ 4974640 h 8839200"/>
              <a:gd name="connsiteX1449" fmla="*/ 11636345 w 15732060"/>
              <a:gd name="connsiteY1449" fmla="*/ 5197973 h 8839200"/>
              <a:gd name="connsiteX1450" fmla="*/ 11880530 w 15732060"/>
              <a:gd name="connsiteY1450" fmla="*/ 5442157 h 8839200"/>
              <a:gd name="connsiteX1451" fmla="*/ 11881079 w 15732060"/>
              <a:gd name="connsiteY1451" fmla="*/ 5442157 h 8839200"/>
              <a:gd name="connsiteX1452" fmla="*/ 13668290 w 15732060"/>
              <a:gd name="connsiteY1452" fmla="*/ 5442705 h 8839200"/>
              <a:gd name="connsiteX1453" fmla="*/ 13953628 w 15732060"/>
              <a:gd name="connsiteY1453" fmla="*/ 5728046 h 8839200"/>
              <a:gd name="connsiteX1454" fmla="*/ 13954178 w 15732060"/>
              <a:gd name="connsiteY1454" fmla="*/ 5728046 h 8839200"/>
              <a:gd name="connsiteX1455" fmla="*/ 15683771 w 15732060"/>
              <a:gd name="connsiteY1455" fmla="*/ 5728594 h 8839200"/>
              <a:gd name="connsiteX1456" fmla="*/ 15702428 w 15732060"/>
              <a:gd name="connsiteY1456" fmla="*/ 5745056 h 8839200"/>
              <a:gd name="connsiteX1457" fmla="*/ 15702428 w 15732060"/>
              <a:gd name="connsiteY1457" fmla="*/ 5744507 h 8839200"/>
              <a:gd name="connsiteX1458" fmla="*/ 15721085 w 15732060"/>
              <a:gd name="connsiteY1458" fmla="*/ 5725850 h 8839200"/>
              <a:gd name="connsiteX1459" fmla="*/ 15702428 w 15732060"/>
              <a:gd name="connsiteY1459" fmla="*/ 5707193 h 8839200"/>
              <a:gd name="connsiteX1460" fmla="*/ 15683771 w 15732060"/>
              <a:gd name="connsiteY1460" fmla="*/ 5723655 h 8839200"/>
              <a:gd name="connsiteX1461" fmla="*/ 13955824 w 15732060"/>
              <a:gd name="connsiteY1461" fmla="*/ 5723655 h 8839200"/>
              <a:gd name="connsiteX1462" fmla="*/ 13670485 w 15732060"/>
              <a:gd name="connsiteY1462" fmla="*/ 5438316 h 8839200"/>
              <a:gd name="connsiteX1463" fmla="*/ 13669935 w 15732060"/>
              <a:gd name="connsiteY1463" fmla="*/ 5438316 h 8839200"/>
              <a:gd name="connsiteX1464" fmla="*/ 11882726 w 15732060"/>
              <a:gd name="connsiteY1464" fmla="*/ 5437767 h 8839200"/>
              <a:gd name="connsiteX1465" fmla="*/ 11640736 w 15732060"/>
              <a:gd name="connsiteY1465" fmla="*/ 5195778 h 8839200"/>
              <a:gd name="connsiteX1466" fmla="*/ 11640736 w 15732060"/>
              <a:gd name="connsiteY1466" fmla="*/ 4972445 h 8839200"/>
              <a:gd name="connsiteX1467" fmla="*/ 11543061 w 15732060"/>
              <a:gd name="connsiteY1467" fmla="*/ 4874772 h 8839200"/>
              <a:gd name="connsiteX1468" fmla="*/ 11541416 w 15732060"/>
              <a:gd name="connsiteY1468" fmla="*/ 4850079 h 8839200"/>
              <a:gd name="connsiteX1469" fmla="*/ 11528247 w 15732060"/>
              <a:gd name="connsiteY1469" fmla="*/ 4844729 h 8839200"/>
              <a:gd name="connsiteX1470" fmla="*/ 3694591 w 15732060"/>
              <a:gd name="connsiteY1470" fmla="*/ 4724420 h 8839200"/>
              <a:gd name="connsiteX1471" fmla="*/ 3675934 w 15732060"/>
              <a:gd name="connsiteY1471" fmla="*/ 4740882 h 8839200"/>
              <a:gd name="connsiteX1472" fmla="*/ 2397397 w 15732060"/>
              <a:gd name="connsiteY1472" fmla="*/ 4740882 h 8839200"/>
              <a:gd name="connsiteX1473" fmla="*/ 2225096 w 15732060"/>
              <a:gd name="connsiteY1473" fmla="*/ 4913183 h 8839200"/>
              <a:gd name="connsiteX1474" fmla="*/ 2200402 w 15732060"/>
              <a:gd name="connsiteY1474" fmla="*/ 4914828 h 8839200"/>
              <a:gd name="connsiteX1475" fmla="*/ 2200402 w 15732060"/>
              <a:gd name="connsiteY1475" fmla="*/ 4941167 h 8839200"/>
              <a:gd name="connsiteX1476" fmla="*/ 2226741 w 15732060"/>
              <a:gd name="connsiteY1476" fmla="*/ 4941167 h 8839200"/>
              <a:gd name="connsiteX1477" fmla="*/ 2228388 w 15732060"/>
              <a:gd name="connsiteY1477" fmla="*/ 4916475 h 8839200"/>
              <a:gd name="connsiteX1478" fmla="*/ 2399591 w 15732060"/>
              <a:gd name="connsiteY1478" fmla="*/ 4745271 h 8839200"/>
              <a:gd name="connsiteX1479" fmla="*/ 3675934 w 15732060"/>
              <a:gd name="connsiteY1479" fmla="*/ 4745271 h 8839200"/>
              <a:gd name="connsiteX1480" fmla="*/ 3694591 w 15732060"/>
              <a:gd name="connsiteY1480" fmla="*/ 4761734 h 8839200"/>
              <a:gd name="connsiteX1481" fmla="*/ 3713248 w 15732060"/>
              <a:gd name="connsiteY1481" fmla="*/ 4743076 h 8839200"/>
              <a:gd name="connsiteX1482" fmla="*/ 3694591 w 15732060"/>
              <a:gd name="connsiteY1482" fmla="*/ 4724420 h 8839200"/>
              <a:gd name="connsiteX1483" fmla="*/ 8991472 w 15732060"/>
              <a:gd name="connsiteY1483" fmla="*/ 4634977 h 8839200"/>
              <a:gd name="connsiteX1484" fmla="*/ 8991472 w 15732060"/>
              <a:gd name="connsiteY1484" fmla="*/ 4639915 h 8839200"/>
              <a:gd name="connsiteX1485" fmla="*/ 10625039 w 15732060"/>
              <a:gd name="connsiteY1485" fmla="*/ 4639915 h 8839200"/>
              <a:gd name="connsiteX1486" fmla="*/ 10771549 w 15732060"/>
              <a:gd name="connsiteY1486" fmla="*/ 4786426 h 8839200"/>
              <a:gd name="connsiteX1487" fmla="*/ 10772098 w 15732060"/>
              <a:gd name="connsiteY1487" fmla="*/ 4786426 h 8839200"/>
              <a:gd name="connsiteX1488" fmla="*/ 11577632 w 15732060"/>
              <a:gd name="connsiteY1488" fmla="*/ 4786975 h 8839200"/>
              <a:gd name="connsiteX1489" fmla="*/ 12118130 w 15732060"/>
              <a:gd name="connsiteY1489" fmla="*/ 5327473 h 8839200"/>
              <a:gd name="connsiteX1490" fmla="*/ 12118679 w 15732060"/>
              <a:gd name="connsiteY1490" fmla="*/ 5327473 h 8839200"/>
              <a:gd name="connsiteX1491" fmla="*/ 12693747 w 15732060"/>
              <a:gd name="connsiteY1491" fmla="*/ 5328022 h 8839200"/>
              <a:gd name="connsiteX1492" fmla="*/ 12712404 w 15732060"/>
              <a:gd name="connsiteY1492" fmla="*/ 5344484 h 8839200"/>
              <a:gd name="connsiteX1493" fmla="*/ 12731060 w 15732060"/>
              <a:gd name="connsiteY1493" fmla="*/ 5325826 h 8839200"/>
              <a:gd name="connsiteX1494" fmla="*/ 12712404 w 15732060"/>
              <a:gd name="connsiteY1494" fmla="*/ 5307169 h 8839200"/>
              <a:gd name="connsiteX1495" fmla="*/ 12693747 w 15732060"/>
              <a:gd name="connsiteY1495" fmla="*/ 5323632 h 8839200"/>
              <a:gd name="connsiteX1496" fmla="*/ 12693198 w 15732060"/>
              <a:gd name="connsiteY1496" fmla="*/ 5323083 h 8839200"/>
              <a:gd name="connsiteX1497" fmla="*/ 12120326 w 15732060"/>
              <a:gd name="connsiteY1497" fmla="*/ 5323083 h 8839200"/>
              <a:gd name="connsiteX1498" fmla="*/ 11579827 w 15732060"/>
              <a:gd name="connsiteY1498" fmla="*/ 4782585 h 8839200"/>
              <a:gd name="connsiteX1499" fmla="*/ 11579279 w 15732060"/>
              <a:gd name="connsiteY1499" fmla="*/ 4782585 h 8839200"/>
              <a:gd name="connsiteX1500" fmla="*/ 10773744 w 15732060"/>
              <a:gd name="connsiteY1500" fmla="*/ 4782036 h 8839200"/>
              <a:gd name="connsiteX1501" fmla="*/ 10627234 w 15732060"/>
              <a:gd name="connsiteY1501" fmla="*/ 4635526 h 8839200"/>
              <a:gd name="connsiteX1502" fmla="*/ 10626685 w 15732060"/>
              <a:gd name="connsiteY1502" fmla="*/ 4635526 h 8839200"/>
              <a:gd name="connsiteX1503" fmla="*/ 8991472 w 15732060"/>
              <a:gd name="connsiteY1503" fmla="*/ 4634977 h 8839200"/>
              <a:gd name="connsiteX1504" fmla="*/ 6695042 w 15732060"/>
              <a:gd name="connsiteY1504" fmla="*/ 4618513 h 8839200"/>
              <a:gd name="connsiteX1505" fmla="*/ 6676386 w 15732060"/>
              <a:gd name="connsiteY1505" fmla="*/ 4634975 h 8839200"/>
              <a:gd name="connsiteX1506" fmla="*/ 6045896 w 15732060"/>
              <a:gd name="connsiteY1506" fmla="*/ 4634975 h 8839200"/>
              <a:gd name="connsiteX1507" fmla="*/ 5800614 w 15732060"/>
              <a:gd name="connsiteY1507" fmla="*/ 4880257 h 8839200"/>
              <a:gd name="connsiteX1508" fmla="*/ 4406842 w 15732060"/>
              <a:gd name="connsiteY1508" fmla="*/ 4880257 h 8839200"/>
              <a:gd name="connsiteX1509" fmla="*/ 3872928 w 15732060"/>
              <a:gd name="connsiteY1509" fmla="*/ 5414171 h 8839200"/>
              <a:gd name="connsiteX1510" fmla="*/ 3545886 w 15732060"/>
              <a:gd name="connsiteY1510" fmla="*/ 5414171 h 8839200"/>
              <a:gd name="connsiteX1511" fmla="*/ 3275363 w 15732060"/>
              <a:gd name="connsiteY1511" fmla="*/ 5684694 h 8839200"/>
              <a:gd name="connsiteX1512" fmla="*/ 3275363 w 15732060"/>
              <a:gd name="connsiteY1512" fmla="*/ 5867970 h 8839200"/>
              <a:gd name="connsiteX1513" fmla="*/ 3258900 w 15732060"/>
              <a:gd name="connsiteY1513" fmla="*/ 5886626 h 8839200"/>
              <a:gd name="connsiteX1514" fmla="*/ 3277557 w 15732060"/>
              <a:gd name="connsiteY1514" fmla="*/ 5905282 h 8839200"/>
              <a:gd name="connsiteX1515" fmla="*/ 3296214 w 15732060"/>
              <a:gd name="connsiteY1515" fmla="*/ 5886626 h 8839200"/>
              <a:gd name="connsiteX1516" fmla="*/ 3279752 w 15732060"/>
              <a:gd name="connsiteY1516" fmla="*/ 5867970 h 8839200"/>
              <a:gd name="connsiteX1517" fmla="*/ 3279752 w 15732060"/>
              <a:gd name="connsiteY1517" fmla="*/ 5686888 h 8839200"/>
              <a:gd name="connsiteX1518" fmla="*/ 3546984 w 15732060"/>
              <a:gd name="connsiteY1518" fmla="*/ 5419657 h 8839200"/>
              <a:gd name="connsiteX1519" fmla="*/ 3874026 w 15732060"/>
              <a:gd name="connsiteY1519" fmla="*/ 5419657 h 8839200"/>
              <a:gd name="connsiteX1520" fmla="*/ 4407940 w 15732060"/>
              <a:gd name="connsiteY1520" fmla="*/ 4885744 h 8839200"/>
              <a:gd name="connsiteX1521" fmla="*/ 5801711 w 15732060"/>
              <a:gd name="connsiteY1521" fmla="*/ 4885744 h 8839200"/>
              <a:gd name="connsiteX1522" fmla="*/ 6046994 w 15732060"/>
              <a:gd name="connsiteY1522" fmla="*/ 4640462 h 8839200"/>
              <a:gd name="connsiteX1523" fmla="*/ 6675288 w 15732060"/>
              <a:gd name="connsiteY1523" fmla="*/ 4640462 h 8839200"/>
              <a:gd name="connsiteX1524" fmla="*/ 6693944 w 15732060"/>
              <a:gd name="connsiteY1524" fmla="*/ 4656924 h 8839200"/>
              <a:gd name="connsiteX1525" fmla="*/ 6712601 w 15732060"/>
              <a:gd name="connsiteY1525" fmla="*/ 4638267 h 8839200"/>
              <a:gd name="connsiteX1526" fmla="*/ 6693944 w 15732060"/>
              <a:gd name="connsiteY1526" fmla="*/ 4619610 h 8839200"/>
              <a:gd name="connsiteX1527" fmla="*/ 8991472 w 15732060"/>
              <a:gd name="connsiteY1527" fmla="*/ 4523584 h 8839200"/>
              <a:gd name="connsiteX1528" fmla="*/ 8991472 w 15732060"/>
              <a:gd name="connsiteY1528" fmla="*/ 4528523 h 8839200"/>
              <a:gd name="connsiteX1529" fmla="*/ 10888977 w 15732060"/>
              <a:gd name="connsiteY1529" fmla="*/ 4528523 h 8839200"/>
              <a:gd name="connsiteX1530" fmla="*/ 11054145 w 15732060"/>
              <a:gd name="connsiteY1530" fmla="*/ 4693691 h 8839200"/>
              <a:gd name="connsiteX1531" fmla="*/ 11054693 w 15732060"/>
              <a:gd name="connsiteY1531" fmla="*/ 4693691 h 8839200"/>
              <a:gd name="connsiteX1532" fmla="*/ 12657531 w 15732060"/>
              <a:gd name="connsiteY1532" fmla="*/ 4694240 h 8839200"/>
              <a:gd name="connsiteX1533" fmla="*/ 12816113 w 15732060"/>
              <a:gd name="connsiteY1533" fmla="*/ 4852823 h 8839200"/>
              <a:gd name="connsiteX1534" fmla="*/ 12816662 w 15732060"/>
              <a:gd name="connsiteY1534" fmla="*/ 4852823 h 8839200"/>
              <a:gd name="connsiteX1535" fmla="*/ 13567872 w 15732060"/>
              <a:gd name="connsiteY1535" fmla="*/ 4852823 h 8839200"/>
              <a:gd name="connsiteX1536" fmla="*/ 13586529 w 15732060"/>
              <a:gd name="connsiteY1536" fmla="*/ 4869284 h 8839200"/>
              <a:gd name="connsiteX1537" fmla="*/ 13605186 w 15732060"/>
              <a:gd name="connsiteY1537" fmla="*/ 4850627 h 8839200"/>
              <a:gd name="connsiteX1538" fmla="*/ 13586529 w 15732060"/>
              <a:gd name="connsiteY1538" fmla="*/ 4831970 h 8839200"/>
              <a:gd name="connsiteX1539" fmla="*/ 13567872 w 15732060"/>
              <a:gd name="connsiteY1539" fmla="*/ 4848433 h 8839200"/>
              <a:gd name="connsiteX1540" fmla="*/ 12818856 w 15732060"/>
              <a:gd name="connsiteY1540" fmla="*/ 4848433 h 8839200"/>
              <a:gd name="connsiteX1541" fmla="*/ 12660274 w 15732060"/>
              <a:gd name="connsiteY1541" fmla="*/ 4689849 h 8839200"/>
              <a:gd name="connsiteX1542" fmla="*/ 12659725 w 15732060"/>
              <a:gd name="connsiteY1542" fmla="*/ 4689849 h 8839200"/>
              <a:gd name="connsiteX1543" fmla="*/ 11056888 w 15732060"/>
              <a:gd name="connsiteY1543" fmla="*/ 4689301 h 8839200"/>
              <a:gd name="connsiteX1544" fmla="*/ 10891721 w 15732060"/>
              <a:gd name="connsiteY1544" fmla="*/ 4524134 h 8839200"/>
              <a:gd name="connsiteX1545" fmla="*/ 10891172 w 15732060"/>
              <a:gd name="connsiteY1545" fmla="*/ 4524134 h 8839200"/>
              <a:gd name="connsiteX1546" fmla="*/ 8991472 w 15732060"/>
              <a:gd name="connsiteY1546" fmla="*/ 4523584 h 8839200"/>
              <a:gd name="connsiteX1547" fmla="*/ 6703822 w 15732060"/>
              <a:gd name="connsiteY1547" fmla="*/ 4402864 h 8839200"/>
              <a:gd name="connsiteX1548" fmla="*/ 5683734 w 15732060"/>
              <a:gd name="connsiteY1548" fmla="*/ 4402864 h 8839200"/>
              <a:gd name="connsiteX1549" fmla="*/ 5552040 w 15732060"/>
              <a:gd name="connsiteY1549" fmla="*/ 4534559 h 8839200"/>
              <a:gd name="connsiteX1550" fmla="*/ 4131380 w 15732060"/>
              <a:gd name="connsiteY1550" fmla="*/ 4534559 h 8839200"/>
              <a:gd name="connsiteX1551" fmla="*/ 3723126 w 15732060"/>
              <a:gd name="connsiteY1551" fmla="*/ 4942814 h 8839200"/>
              <a:gd name="connsiteX1552" fmla="*/ 2970818 w 15732060"/>
              <a:gd name="connsiteY1552" fmla="*/ 4942814 h 8839200"/>
              <a:gd name="connsiteX1553" fmla="*/ 2818820 w 15732060"/>
              <a:gd name="connsiteY1553" fmla="*/ 5094812 h 8839200"/>
              <a:gd name="connsiteX1554" fmla="*/ 1509552 w 15732060"/>
              <a:gd name="connsiteY1554" fmla="*/ 5094812 h 8839200"/>
              <a:gd name="connsiteX1555" fmla="*/ 1163304 w 15732060"/>
              <a:gd name="connsiteY1555" fmla="*/ 5441060 h 8839200"/>
              <a:gd name="connsiteX1556" fmla="*/ 321006 w 15732060"/>
              <a:gd name="connsiteY1556" fmla="*/ 5441060 h 8839200"/>
              <a:gd name="connsiteX1557" fmla="*/ 59810 w 15732060"/>
              <a:gd name="connsiteY1557" fmla="*/ 5702254 h 8839200"/>
              <a:gd name="connsiteX1558" fmla="*/ 35118 w 15732060"/>
              <a:gd name="connsiteY1558" fmla="*/ 5703901 h 8839200"/>
              <a:gd name="connsiteX1559" fmla="*/ 35118 w 15732060"/>
              <a:gd name="connsiteY1559" fmla="*/ 5730240 h 8839200"/>
              <a:gd name="connsiteX1560" fmla="*/ 61458 w 15732060"/>
              <a:gd name="connsiteY1560" fmla="*/ 5730240 h 8839200"/>
              <a:gd name="connsiteX1561" fmla="*/ 63102 w 15732060"/>
              <a:gd name="connsiteY1561" fmla="*/ 5705547 h 8839200"/>
              <a:gd name="connsiteX1562" fmla="*/ 323200 w 15732060"/>
              <a:gd name="connsiteY1562" fmla="*/ 5445449 h 8839200"/>
              <a:gd name="connsiteX1563" fmla="*/ 1165500 w 15732060"/>
              <a:gd name="connsiteY1563" fmla="*/ 5445449 h 8839200"/>
              <a:gd name="connsiteX1564" fmla="*/ 1511748 w 15732060"/>
              <a:gd name="connsiteY1564" fmla="*/ 5099201 h 8839200"/>
              <a:gd name="connsiteX1565" fmla="*/ 2821015 w 15732060"/>
              <a:gd name="connsiteY1565" fmla="*/ 5099201 h 8839200"/>
              <a:gd name="connsiteX1566" fmla="*/ 2973012 w 15732060"/>
              <a:gd name="connsiteY1566" fmla="*/ 4947204 h 8839200"/>
              <a:gd name="connsiteX1567" fmla="*/ 3725320 w 15732060"/>
              <a:gd name="connsiteY1567" fmla="*/ 4947204 h 8839200"/>
              <a:gd name="connsiteX1568" fmla="*/ 3725320 w 15732060"/>
              <a:gd name="connsiteY1568" fmla="*/ 4947752 h 8839200"/>
              <a:gd name="connsiteX1569" fmla="*/ 4133575 w 15732060"/>
              <a:gd name="connsiteY1569" fmla="*/ 4539498 h 8839200"/>
              <a:gd name="connsiteX1570" fmla="*/ 5554234 w 15732060"/>
              <a:gd name="connsiteY1570" fmla="*/ 4539498 h 8839200"/>
              <a:gd name="connsiteX1571" fmla="*/ 5685930 w 15732060"/>
              <a:gd name="connsiteY1571" fmla="*/ 4407804 h 8839200"/>
              <a:gd name="connsiteX1572" fmla="*/ 6703822 w 15732060"/>
              <a:gd name="connsiteY1572" fmla="*/ 4407804 h 8839200"/>
              <a:gd name="connsiteX1573" fmla="*/ 2547199 w 15732060"/>
              <a:gd name="connsiteY1573" fmla="*/ 4266779 h 8839200"/>
              <a:gd name="connsiteX1574" fmla="*/ 2528542 w 15732060"/>
              <a:gd name="connsiteY1574" fmla="*/ 4283241 h 8839200"/>
              <a:gd name="connsiteX1575" fmla="*/ 2284358 w 15732060"/>
              <a:gd name="connsiteY1575" fmla="*/ 4283241 h 8839200"/>
              <a:gd name="connsiteX1576" fmla="*/ 1833302 w 15732060"/>
              <a:gd name="connsiteY1576" fmla="*/ 4734845 h 8839200"/>
              <a:gd name="connsiteX1577" fmla="*/ 518000 w 15732060"/>
              <a:gd name="connsiteY1577" fmla="*/ 4734845 h 8839200"/>
              <a:gd name="connsiteX1578" fmla="*/ 301800 w 15732060"/>
              <a:gd name="connsiteY1578" fmla="*/ 4951045 h 8839200"/>
              <a:gd name="connsiteX1579" fmla="*/ 47738 w 15732060"/>
              <a:gd name="connsiteY1579" fmla="*/ 4951045 h 8839200"/>
              <a:gd name="connsiteX1580" fmla="*/ 29082 w 15732060"/>
              <a:gd name="connsiteY1580" fmla="*/ 4934583 h 8839200"/>
              <a:gd name="connsiteX1581" fmla="*/ 10424 w 15732060"/>
              <a:gd name="connsiteY1581" fmla="*/ 4953239 h 8839200"/>
              <a:gd name="connsiteX1582" fmla="*/ 29082 w 15732060"/>
              <a:gd name="connsiteY1582" fmla="*/ 4971896 h 8839200"/>
              <a:gd name="connsiteX1583" fmla="*/ 29630 w 15732060"/>
              <a:gd name="connsiteY1583" fmla="*/ 4971348 h 8839200"/>
              <a:gd name="connsiteX1584" fmla="*/ 48288 w 15732060"/>
              <a:gd name="connsiteY1584" fmla="*/ 4954886 h 8839200"/>
              <a:gd name="connsiteX1585" fmla="*/ 303996 w 15732060"/>
              <a:gd name="connsiteY1585" fmla="*/ 4954886 h 8839200"/>
              <a:gd name="connsiteX1586" fmla="*/ 520194 w 15732060"/>
              <a:gd name="connsiteY1586" fmla="*/ 4738686 h 8839200"/>
              <a:gd name="connsiteX1587" fmla="*/ 1835498 w 15732060"/>
              <a:gd name="connsiteY1587" fmla="*/ 4738686 h 8839200"/>
              <a:gd name="connsiteX1588" fmla="*/ 2286553 w 15732060"/>
              <a:gd name="connsiteY1588" fmla="*/ 4287631 h 8839200"/>
              <a:gd name="connsiteX1589" fmla="*/ 2528542 w 15732060"/>
              <a:gd name="connsiteY1589" fmla="*/ 4287631 h 8839200"/>
              <a:gd name="connsiteX1590" fmla="*/ 2547199 w 15732060"/>
              <a:gd name="connsiteY1590" fmla="*/ 4304093 h 8839200"/>
              <a:gd name="connsiteX1591" fmla="*/ 2565856 w 15732060"/>
              <a:gd name="connsiteY1591" fmla="*/ 4285437 h 8839200"/>
              <a:gd name="connsiteX1592" fmla="*/ 2547199 w 15732060"/>
              <a:gd name="connsiteY1592" fmla="*/ 4266779 h 8839200"/>
              <a:gd name="connsiteX1593" fmla="*/ 42800 w 15732060"/>
              <a:gd name="connsiteY1593" fmla="*/ 4115331 h 8839200"/>
              <a:gd name="connsiteX1594" fmla="*/ 24144 w 15732060"/>
              <a:gd name="connsiteY1594" fmla="*/ 4133987 h 8839200"/>
              <a:gd name="connsiteX1595" fmla="*/ 42800 w 15732060"/>
              <a:gd name="connsiteY1595" fmla="*/ 4152644 h 8839200"/>
              <a:gd name="connsiteX1596" fmla="*/ 61458 w 15732060"/>
              <a:gd name="connsiteY1596" fmla="*/ 4136182 h 8839200"/>
              <a:gd name="connsiteX1597" fmla="*/ 351734 w 15732060"/>
              <a:gd name="connsiteY1597" fmla="*/ 4136182 h 8839200"/>
              <a:gd name="connsiteX1598" fmla="*/ 547630 w 15732060"/>
              <a:gd name="connsiteY1598" fmla="*/ 4332078 h 8839200"/>
              <a:gd name="connsiteX1599" fmla="*/ 1194034 w 15732060"/>
              <a:gd name="connsiteY1599" fmla="*/ 4332078 h 8839200"/>
              <a:gd name="connsiteX1600" fmla="*/ 1378955 w 15732060"/>
              <a:gd name="connsiteY1600" fmla="*/ 4147157 h 8839200"/>
              <a:gd name="connsiteX1601" fmla="*/ 2154310 w 15732060"/>
              <a:gd name="connsiteY1601" fmla="*/ 4147157 h 8839200"/>
              <a:gd name="connsiteX1602" fmla="*/ 2172966 w 15732060"/>
              <a:gd name="connsiteY1602" fmla="*/ 4163619 h 8839200"/>
              <a:gd name="connsiteX1603" fmla="*/ 2191623 w 15732060"/>
              <a:gd name="connsiteY1603" fmla="*/ 4144962 h 8839200"/>
              <a:gd name="connsiteX1604" fmla="*/ 2172966 w 15732060"/>
              <a:gd name="connsiteY1604" fmla="*/ 4126305 h 8839200"/>
              <a:gd name="connsiteX1605" fmla="*/ 2154310 w 15732060"/>
              <a:gd name="connsiteY1605" fmla="*/ 4142767 h 8839200"/>
              <a:gd name="connsiteX1606" fmla="*/ 1376760 w 15732060"/>
              <a:gd name="connsiteY1606" fmla="*/ 4142767 h 8839200"/>
              <a:gd name="connsiteX1607" fmla="*/ 1191838 w 15732060"/>
              <a:gd name="connsiteY1607" fmla="*/ 4327689 h 8839200"/>
              <a:gd name="connsiteX1608" fmla="*/ 549276 w 15732060"/>
              <a:gd name="connsiteY1608" fmla="*/ 4327689 h 8839200"/>
              <a:gd name="connsiteX1609" fmla="*/ 353380 w 15732060"/>
              <a:gd name="connsiteY1609" fmla="*/ 4131792 h 8839200"/>
              <a:gd name="connsiteX1610" fmla="*/ 61458 w 15732060"/>
              <a:gd name="connsiteY1610" fmla="*/ 4131792 h 8839200"/>
              <a:gd name="connsiteX1611" fmla="*/ 42800 w 15732060"/>
              <a:gd name="connsiteY1611" fmla="*/ 4115331 h 8839200"/>
              <a:gd name="connsiteX1612" fmla="*/ 15685417 w 15732060"/>
              <a:gd name="connsiteY1612" fmla="*/ 3827248 h 8839200"/>
              <a:gd name="connsiteX1613" fmla="*/ 15666760 w 15732060"/>
              <a:gd name="connsiteY1613" fmla="*/ 3843710 h 8839200"/>
              <a:gd name="connsiteX1614" fmla="*/ 15063708 w 15732060"/>
              <a:gd name="connsiteY1614" fmla="*/ 3843710 h 8839200"/>
              <a:gd name="connsiteX1615" fmla="*/ 14576985 w 15732060"/>
              <a:gd name="connsiteY1615" fmla="*/ 4330432 h 8839200"/>
              <a:gd name="connsiteX1616" fmla="*/ 14109469 w 15732060"/>
              <a:gd name="connsiteY1616" fmla="*/ 4330432 h 8839200"/>
              <a:gd name="connsiteX1617" fmla="*/ 14090811 w 15732060"/>
              <a:gd name="connsiteY1617" fmla="*/ 4313970 h 8839200"/>
              <a:gd name="connsiteX1618" fmla="*/ 14072154 w 15732060"/>
              <a:gd name="connsiteY1618" fmla="*/ 4332627 h 8839200"/>
              <a:gd name="connsiteX1619" fmla="*/ 14090811 w 15732060"/>
              <a:gd name="connsiteY1619" fmla="*/ 4351285 h 8839200"/>
              <a:gd name="connsiteX1620" fmla="*/ 14109469 w 15732060"/>
              <a:gd name="connsiteY1620" fmla="*/ 4334822 h 8839200"/>
              <a:gd name="connsiteX1621" fmla="*/ 14579180 w 15732060"/>
              <a:gd name="connsiteY1621" fmla="*/ 4334822 h 8839200"/>
              <a:gd name="connsiteX1622" fmla="*/ 15065902 w 15732060"/>
              <a:gd name="connsiteY1622" fmla="*/ 3848100 h 8839200"/>
              <a:gd name="connsiteX1623" fmla="*/ 15666760 w 15732060"/>
              <a:gd name="connsiteY1623" fmla="*/ 3848100 h 8839200"/>
              <a:gd name="connsiteX1624" fmla="*/ 15685417 w 15732060"/>
              <a:gd name="connsiteY1624" fmla="*/ 3864561 h 8839200"/>
              <a:gd name="connsiteX1625" fmla="*/ 15704074 w 15732060"/>
              <a:gd name="connsiteY1625" fmla="*/ 3845904 h 8839200"/>
              <a:gd name="connsiteX1626" fmla="*/ 15685417 w 15732060"/>
              <a:gd name="connsiteY1626" fmla="*/ 3827248 h 8839200"/>
              <a:gd name="connsiteX1627" fmla="*/ 77370 w 15732060"/>
              <a:gd name="connsiteY1627" fmla="*/ 3732318 h 8839200"/>
              <a:gd name="connsiteX1628" fmla="*/ 58714 w 15732060"/>
              <a:gd name="connsiteY1628" fmla="*/ 3750975 h 8839200"/>
              <a:gd name="connsiteX1629" fmla="*/ 77370 w 15732060"/>
              <a:gd name="connsiteY1629" fmla="*/ 3769631 h 8839200"/>
              <a:gd name="connsiteX1630" fmla="*/ 96026 w 15732060"/>
              <a:gd name="connsiteY1630" fmla="*/ 3753169 h 8839200"/>
              <a:gd name="connsiteX1631" fmla="*/ 340760 w 15732060"/>
              <a:gd name="connsiteY1631" fmla="*/ 3753169 h 8839200"/>
              <a:gd name="connsiteX1632" fmla="*/ 531168 w 15732060"/>
              <a:gd name="connsiteY1632" fmla="*/ 3943578 h 8839200"/>
              <a:gd name="connsiteX1633" fmla="*/ 2615241 w 15732060"/>
              <a:gd name="connsiteY1633" fmla="*/ 3943578 h 8839200"/>
              <a:gd name="connsiteX1634" fmla="*/ 2970818 w 15732060"/>
              <a:gd name="connsiteY1634" fmla="*/ 4299155 h 8839200"/>
              <a:gd name="connsiteX1635" fmla="*/ 2970818 w 15732060"/>
              <a:gd name="connsiteY1635" fmla="*/ 4299703 h 8839200"/>
              <a:gd name="connsiteX1636" fmla="*/ 3600210 w 15732060"/>
              <a:gd name="connsiteY1636" fmla="*/ 4299703 h 8839200"/>
              <a:gd name="connsiteX1637" fmla="*/ 3896524 w 15732060"/>
              <a:gd name="connsiteY1637" fmla="*/ 4003390 h 8839200"/>
              <a:gd name="connsiteX1638" fmla="*/ 4295998 w 15732060"/>
              <a:gd name="connsiteY1638" fmla="*/ 4003390 h 8839200"/>
              <a:gd name="connsiteX1639" fmla="*/ 4389282 w 15732060"/>
              <a:gd name="connsiteY1639" fmla="*/ 4096674 h 8839200"/>
              <a:gd name="connsiteX1640" fmla="*/ 4390928 w 15732060"/>
              <a:gd name="connsiteY1640" fmla="*/ 4121366 h 8839200"/>
              <a:gd name="connsiteX1641" fmla="*/ 4417268 w 15732060"/>
              <a:gd name="connsiteY1641" fmla="*/ 4121366 h 8839200"/>
              <a:gd name="connsiteX1642" fmla="*/ 4417268 w 15732060"/>
              <a:gd name="connsiteY1642" fmla="*/ 4095027 h 8839200"/>
              <a:gd name="connsiteX1643" fmla="*/ 4392575 w 15732060"/>
              <a:gd name="connsiteY1643" fmla="*/ 4093381 h 8839200"/>
              <a:gd name="connsiteX1644" fmla="*/ 4297645 w 15732060"/>
              <a:gd name="connsiteY1644" fmla="*/ 3998450 h 8839200"/>
              <a:gd name="connsiteX1645" fmla="*/ 3894328 w 15732060"/>
              <a:gd name="connsiteY1645" fmla="*/ 3998450 h 8839200"/>
              <a:gd name="connsiteX1646" fmla="*/ 3598016 w 15732060"/>
              <a:gd name="connsiteY1646" fmla="*/ 4294765 h 8839200"/>
              <a:gd name="connsiteX1647" fmla="*/ 2972464 w 15732060"/>
              <a:gd name="connsiteY1647" fmla="*/ 4294765 h 8839200"/>
              <a:gd name="connsiteX1648" fmla="*/ 2616888 w 15732060"/>
              <a:gd name="connsiteY1648" fmla="*/ 3939189 h 8839200"/>
              <a:gd name="connsiteX1649" fmla="*/ 533364 w 15732060"/>
              <a:gd name="connsiteY1649" fmla="*/ 3939189 h 8839200"/>
              <a:gd name="connsiteX1650" fmla="*/ 342954 w 15732060"/>
              <a:gd name="connsiteY1650" fmla="*/ 3748779 h 8839200"/>
              <a:gd name="connsiteX1651" fmla="*/ 96026 w 15732060"/>
              <a:gd name="connsiteY1651" fmla="*/ 3748779 h 8839200"/>
              <a:gd name="connsiteX1652" fmla="*/ 77370 w 15732060"/>
              <a:gd name="connsiteY1652" fmla="*/ 3732318 h 8839200"/>
              <a:gd name="connsiteX1653" fmla="*/ 15683771 w 15732060"/>
              <a:gd name="connsiteY1653" fmla="*/ 3693357 h 8839200"/>
              <a:gd name="connsiteX1654" fmla="*/ 15683222 w 15732060"/>
              <a:gd name="connsiteY1654" fmla="*/ 3693357 h 8839200"/>
              <a:gd name="connsiteX1655" fmla="*/ 15664565 w 15732060"/>
              <a:gd name="connsiteY1655" fmla="*/ 3709820 h 8839200"/>
              <a:gd name="connsiteX1656" fmla="*/ 14817329 w 15732060"/>
              <a:gd name="connsiteY1656" fmla="*/ 3709820 h 8839200"/>
              <a:gd name="connsiteX1657" fmla="*/ 14361884 w 15732060"/>
              <a:gd name="connsiteY1657" fmla="*/ 4165265 h 8839200"/>
              <a:gd name="connsiteX1658" fmla="*/ 12428711 w 15732060"/>
              <a:gd name="connsiteY1658" fmla="*/ 4165265 h 8839200"/>
              <a:gd name="connsiteX1659" fmla="*/ 12247081 w 15732060"/>
              <a:gd name="connsiteY1659" fmla="*/ 4346894 h 8839200"/>
              <a:gd name="connsiteX1660" fmla="*/ 11035488 w 15732060"/>
              <a:gd name="connsiteY1660" fmla="*/ 4346894 h 8839200"/>
              <a:gd name="connsiteX1661" fmla="*/ 10969092 w 15732060"/>
              <a:gd name="connsiteY1661" fmla="*/ 4413290 h 8839200"/>
              <a:gd name="connsiteX1662" fmla="*/ 10944399 w 15732060"/>
              <a:gd name="connsiteY1662" fmla="*/ 4414936 h 8839200"/>
              <a:gd name="connsiteX1663" fmla="*/ 10944399 w 15732060"/>
              <a:gd name="connsiteY1663" fmla="*/ 4441275 h 8839200"/>
              <a:gd name="connsiteX1664" fmla="*/ 10970738 w 15732060"/>
              <a:gd name="connsiteY1664" fmla="*/ 4441275 h 8839200"/>
              <a:gd name="connsiteX1665" fmla="*/ 10972384 w 15732060"/>
              <a:gd name="connsiteY1665" fmla="*/ 4416583 h 8839200"/>
              <a:gd name="connsiteX1666" fmla="*/ 11037683 w 15732060"/>
              <a:gd name="connsiteY1666" fmla="*/ 4351285 h 8839200"/>
              <a:gd name="connsiteX1667" fmla="*/ 12249277 w 15732060"/>
              <a:gd name="connsiteY1667" fmla="*/ 4351285 h 8839200"/>
              <a:gd name="connsiteX1668" fmla="*/ 12430906 w 15732060"/>
              <a:gd name="connsiteY1668" fmla="*/ 4169655 h 8839200"/>
              <a:gd name="connsiteX1669" fmla="*/ 14364078 w 15732060"/>
              <a:gd name="connsiteY1669" fmla="*/ 4169655 h 8839200"/>
              <a:gd name="connsiteX1670" fmla="*/ 14819523 w 15732060"/>
              <a:gd name="connsiteY1670" fmla="*/ 3714209 h 8839200"/>
              <a:gd name="connsiteX1671" fmla="*/ 15665115 w 15732060"/>
              <a:gd name="connsiteY1671" fmla="*/ 3714209 h 8839200"/>
              <a:gd name="connsiteX1672" fmla="*/ 15683771 w 15732060"/>
              <a:gd name="connsiteY1672" fmla="*/ 3730671 h 8839200"/>
              <a:gd name="connsiteX1673" fmla="*/ 15702428 w 15732060"/>
              <a:gd name="connsiteY1673" fmla="*/ 3712015 h 8839200"/>
              <a:gd name="connsiteX1674" fmla="*/ 15683771 w 15732060"/>
              <a:gd name="connsiteY1674" fmla="*/ 3693357 h 8839200"/>
              <a:gd name="connsiteX1675" fmla="*/ 12974696 w 15732060"/>
              <a:gd name="connsiteY1675" fmla="*/ 3689105 h 8839200"/>
              <a:gd name="connsiteX1676" fmla="*/ 12961526 w 15732060"/>
              <a:gd name="connsiteY1676" fmla="*/ 3694456 h 8839200"/>
              <a:gd name="connsiteX1677" fmla="*/ 12959881 w 15732060"/>
              <a:gd name="connsiteY1677" fmla="*/ 3719148 h 8839200"/>
              <a:gd name="connsiteX1678" fmla="*/ 12852330 w 15732060"/>
              <a:gd name="connsiteY1678" fmla="*/ 3826699 h 8839200"/>
              <a:gd name="connsiteX1679" fmla="*/ 11751031 w 15732060"/>
              <a:gd name="connsiteY1679" fmla="*/ 3826699 h 8839200"/>
              <a:gd name="connsiteX1680" fmla="*/ 11448681 w 15732060"/>
              <a:gd name="connsiteY1680" fmla="*/ 4129048 h 8839200"/>
              <a:gd name="connsiteX1681" fmla="*/ 10415972 w 15732060"/>
              <a:gd name="connsiteY1681" fmla="*/ 4129048 h 8839200"/>
              <a:gd name="connsiteX1682" fmla="*/ 10258488 w 15732060"/>
              <a:gd name="connsiteY1682" fmla="*/ 4286533 h 8839200"/>
              <a:gd name="connsiteX1683" fmla="*/ 10257938 w 15732060"/>
              <a:gd name="connsiteY1683" fmla="*/ 4286533 h 8839200"/>
              <a:gd name="connsiteX1684" fmla="*/ 9040309 w 15732060"/>
              <a:gd name="connsiteY1684" fmla="*/ 4286533 h 8839200"/>
              <a:gd name="connsiteX1685" fmla="*/ 9040309 w 15732060"/>
              <a:gd name="connsiteY1685" fmla="*/ 4291473 h 8839200"/>
              <a:gd name="connsiteX1686" fmla="*/ 10260134 w 15732060"/>
              <a:gd name="connsiteY1686" fmla="*/ 4291473 h 8839200"/>
              <a:gd name="connsiteX1687" fmla="*/ 10417619 w 15732060"/>
              <a:gd name="connsiteY1687" fmla="*/ 4133987 h 8839200"/>
              <a:gd name="connsiteX1688" fmla="*/ 11450327 w 15732060"/>
              <a:gd name="connsiteY1688" fmla="*/ 4133987 h 8839200"/>
              <a:gd name="connsiteX1689" fmla="*/ 11752677 w 15732060"/>
              <a:gd name="connsiteY1689" fmla="*/ 3831637 h 8839200"/>
              <a:gd name="connsiteX1690" fmla="*/ 12853976 w 15732060"/>
              <a:gd name="connsiteY1690" fmla="*/ 3831637 h 8839200"/>
              <a:gd name="connsiteX1691" fmla="*/ 12963172 w 15732060"/>
              <a:gd name="connsiteY1691" fmla="*/ 3722440 h 8839200"/>
              <a:gd name="connsiteX1692" fmla="*/ 12987866 w 15732060"/>
              <a:gd name="connsiteY1692" fmla="*/ 3720795 h 8839200"/>
              <a:gd name="connsiteX1693" fmla="*/ 12987866 w 15732060"/>
              <a:gd name="connsiteY1693" fmla="*/ 3694456 h 8839200"/>
              <a:gd name="connsiteX1694" fmla="*/ 12974696 w 15732060"/>
              <a:gd name="connsiteY1694" fmla="*/ 3689105 h 8839200"/>
              <a:gd name="connsiteX1695" fmla="*/ 12164772 w 15732060"/>
              <a:gd name="connsiteY1695" fmla="*/ 3515569 h 8839200"/>
              <a:gd name="connsiteX1696" fmla="*/ 12146116 w 15732060"/>
              <a:gd name="connsiteY1696" fmla="*/ 3534226 h 8839200"/>
              <a:gd name="connsiteX1697" fmla="*/ 12164772 w 15732060"/>
              <a:gd name="connsiteY1697" fmla="*/ 3552883 h 8839200"/>
              <a:gd name="connsiteX1698" fmla="*/ 12183430 w 15732060"/>
              <a:gd name="connsiteY1698" fmla="*/ 3536421 h 8839200"/>
              <a:gd name="connsiteX1699" fmla="*/ 13138217 w 15732060"/>
              <a:gd name="connsiteY1699" fmla="*/ 3536421 h 8839200"/>
              <a:gd name="connsiteX1700" fmla="*/ 13656218 w 15732060"/>
              <a:gd name="connsiteY1700" fmla="*/ 4054421 h 8839200"/>
              <a:gd name="connsiteX1701" fmla="*/ 14248295 w 15732060"/>
              <a:gd name="connsiteY1701" fmla="*/ 4054421 h 8839200"/>
              <a:gd name="connsiteX1702" fmla="*/ 14525953 w 15732060"/>
              <a:gd name="connsiteY1702" fmla="*/ 3776765 h 8839200"/>
              <a:gd name="connsiteX1703" fmla="*/ 14550645 w 15732060"/>
              <a:gd name="connsiteY1703" fmla="*/ 3775118 h 8839200"/>
              <a:gd name="connsiteX1704" fmla="*/ 14550645 w 15732060"/>
              <a:gd name="connsiteY1704" fmla="*/ 3748779 h 8839200"/>
              <a:gd name="connsiteX1705" fmla="*/ 14524306 w 15732060"/>
              <a:gd name="connsiteY1705" fmla="*/ 3748779 h 8839200"/>
              <a:gd name="connsiteX1706" fmla="*/ 14522660 w 15732060"/>
              <a:gd name="connsiteY1706" fmla="*/ 3773472 h 8839200"/>
              <a:gd name="connsiteX1707" fmla="*/ 14246650 w 15732060"/>
              <a:gd name="connsiteY1707" fmla="*/ 4049483 h 8839200"/>
              <a:gd name="connsiteX1708" fmla="*/ 13658961 w 15732060"/>
              <a:gd name="connsiteY1708" fmla="*/ 4049483 h 8839200"/>
              <a:gd name="connsiteX1709" fmla="*/ 13657864 w 15732060"/>
              <a:gd name="connsiteY1709" fmla="*/ 4050031 h 8839200"/>
              <a:gd name="connsiteX1710" fmla="*/ 13139863 w 15732060"/>
              <a:gd name="connsiteY1710" fmla="*/ 3532031 h 8839200"/>
              <a:gd name="connsiteX1711" fmla="*/ 12183430 w 15732060"/>
              <a:gd name="connsiteY1711" fmla="*/ 3532031 h 8839200"/>
              <a:gd name="connsiteX1712" fmla="*/ 12164772 w 15732060"/>
              <a:gd name="connsiteY1712" fmla="*/ 3515569 h 8839200"/>
              <a:gd name="connsiteX1713" fmla="*/ 12627351 w 15732060"/>
              <a:gd name="connsiteY1713" fmla="*/ 3354791 h 8839200"/>
              <a:gd name="connsiteX1714" fmla="*/ 12608695 w 15732060"/>
              <a:gd name="connsiteY1714" fmla="*/ 3371254 h 8839200"/>
              <a:gd name="connsiteX1715" fmla="*/ 12074781 w 15732060"/>
              <a:gd name="connsiteY1715" fmla="*/ 3371254 h 8839200"/>
              <a:gd name="connsiteX1716" fmla="*/ 11893151 w 15732060"/>
              <a:gd name="connsiteY1716" fmla="*/ 3552883 h 8839200"/>
              <a:gd name="connsiteX1717" fmla="*/ 10993784 w 15732060"/>
              <a:gd name="connsiteY1717" fmla="*/ 3552883 h 8839200"/>
              <a:gd name="connsiteX1718" fmla="*/ 10697472 w 15732060"/>
              <a:gd name="connsiteY1718" fmla="*/ 3849197 h 8839200"/>
              <a:gd name="connsiteX1719" fmla="*/ 10672778 w 15732060"/>
              <a:gd name="connsiteY1719" fmla="*/ 3850842 h 8839200"/>
              <a:gd name="connsiteX1720" fmla="*/ 10672778 w 15732060"/>
              <a:gd name="connsiteY1720" fmla="*/ 3877181 h 8839200"/>
              <a:gd name="connsiteX1721" fmla="*/ 10699117 w 15732060"/>
              <a:gd name="connsiteY1721" fmla="*/ 3877181 h 8839200"/>
              <a:gd name="connsiteX1722" fmla="*/ 10700763 w 15732060"/>
              <a:gd name="connsiteY1722" fmla="*/ 3852489 h 8839200"/>
              <a:gd name="connsiteX1723" fmla="*/ 10995430 w 15732060"/>
              <a:gd name="connsiteY1723" fmla="*/ 3557821 h 8839200"/>
              <a:gd name="connsiteX1724" fmla="*/ 11894797 w 15732060"/>
              <a:gd name="connsiteY1724" fmla="*/ 3557821 h 8839200"/>
              <a:gd name="connsiteX1725" fmla="*/ 12076427 w 15732060"/>
              <a:gd name="connsiteY1725" fmla="*/ 3376192 h 8839200"/>
              <a:gd name="connsiteX1726" fmla="*/ 12608145 w 15732060"/>
              <a:gd name="connsiteY1726" fmla="*/ 3376192 h 8839200"/>
              <a:gd name="connsiteX1727" fmla="*/ 12626801 w 15732060"/>
              <a:gd name="connsiteY1727" fmla="*/ 3392655 h 8839200"/>
              <a:gd name="connsiteX1728" fmla="*/ 12645459 w 15732060"/>
              <a:gd name="connsiteY1728" fmla="*/ 3373997 h 8839200"/>
              <a:gd name="connsiteX1729" fmla="*/ 12626801 w 15732060"/>
              <a:gd name="connsiteY1729" fmla="*/ 3355341 h 8839200"/>
              <a:gd name="connsiteX1730" fmla="*/ 4118210 w 15732060"/>
              <a:gd name="connsiteY1730" fmla="*/ 3273032 h 8839200"/>
              <a:gd name="connsiteX1731" fmla="*/ 4099554 w 15732060"/>
              <a:gd name="connsiteY1731" fmla="*/ 3291688 h 8839200"/>
              <a:gd name="connsiteX1732" fmla="*/ 4118210 w 15732060"/>
              <a:gd name="connsiteY1732" fmla="*/ 3310345 h 8839200"/>
              <a:gd name="connsiteX1733" fmla="*/ 4136867 w 15732060"/>
              <a:gd name="connsiteY1733" fmla="*/ 3293883 h 8839200"/>
              <a:gd name="connsiteX1734" fmla="*/ 4675719 w 15732060"/>
              <a:gd name="connsiteY1734" fmla="*/ 3293883 h 8839200"/>
              <a:gd name="connsiteX1735" fmla="*/ 5210181 w 15732060"/>
              <a:gd name="connsiteY1735" fmla="*/ 3828345 h 8839200"/>
              <a:gd name="connsiteX1736" fmla="*/ 5211826 w 15732060"/>
              <a:gd name="connsiteY1736" fmla="*/ 3853038 h 8839200"/>
              <a:gd name="connsiteX1737" fmla="*/ 5238166 w 15732060"/>
              <a:gd name="connsiteY1737" fmla="*/ 3853038 h 8839200"/>
              <a:gd name="connsiteX1738" fmla="*/ 5238166 w 15732060"/>
              <a:gd name="connsiteY1738" fmla="*/ 3826699 h 8839200"/>
              <a:gd name="connsiteX1739" fmla="*/ 5213474 w 15732060"/>
              <a:gd name="connsiteY1739" fmla="*/ 3825052 h 8839200"/>
              <a:gd name="connsiteX1740" fmla="*/ 4677366 w 15732060"/>
              <a:gd name="connsiteY1740" fmla="*/ 3288944 h 8839200"/>
              <a:gd name="connsiteX1741" fmla="*/ 4136585 w 15732060"/>
              <a:gd name="connsiteY1741" fmla="*/ 3288944 h 8839200"/>
              <a:gd name="connsiteX1742" fmla="*/ 4136867 w 15732060"/>
              <a:gd name="connsiteY1742" fmla="*/ 3289493 h 8839200"/>
              <a:gd name="connsiteX1743" fmla="*/ 4136319 w 15732060"/>
              <a:gd name="connsiteY1743" fmla="*/ 3288944 h 8839200"/>
              <a:gd name="connsiteX1744" fmla="*/ 4136585 w 15732060"/>
              <a:gd name="connsiteY1744" fmla="*/ 3288944 h 8839200"/>
              <a:gd name="connsiteX1745" fmla="*/ 4130831 w 15732060"/>
              <a:gd name="connsiteY1745" fmla="*/ 3277764 h 8839200"/>
              <a:gd name="connsiteX1746" fmla="*/ 4118210 w 15732060"/>
              <a:gd name="connsiteY1746" fmla="*/ 3273032 h 8839200"/>
              <a:gd name="connsiteX1747" fmla="*/ 4958864 w 15732060"/>
              <a:gd name="connsiteY1747" fmla="*/ 3183177 h 8839200"/>
              <a:gd name="connsiteX1748" fmla="*/ 4945694 w 15732060"/>
              <a:gd name="connsiteY1748" fmla="*/ 3188527 h 8839200"/>
              <a:gd name="connsiteX1749" fmla="*/ 4945694 w 15732060"/>
              <a:gd name="connsiteY1749" fmla="*/ 3214866 h 8839200"/>
              <a:gd name="connsiteX1750" fmla="*/ 4970386 w 15732060"/>
              <a:gd name="connsiteY1750" fmla="*/ 3216512 h 8839200"/>
              <a:gd name="connsiteX1751" fmla="*/ 5116348 w 15732060"/>
              <a:gd name="connsiteY1751" fmla="*/ 3362475 h 8839200"/>
              <a:gd name="connsiteX1752" fmla="*/ 5342424 w 15732060"/>
              <a:gd name="connsiteY1752" fmla="*/ 3362475 h 8839200"/>
              <a:gd name="connsiteX1753" fmla="*/ 5723792 w 15732060"/>
              <a:gd name="connsiteY1753" fmla="*/ 3743841 h 8839200"/>
              <a:gd name="connsiteX1754" fmla="*/ 5725438 w 15732060"/>
              <a:gd name="connsiteY1754" fmla="*/ 3768533 h 8839200"/>
              <a:gd name="connsiteX1755" fmla="*/ 5751776 w 15732060"/>
              <a:gd name="connsiteY1755" fmla="*/ 3768533 h 8839200"/>
              <a:gd name="connsiteX1756" fmla="*/ 5751776 w 15732060"/>
              <a:gd name="connsiteY1756" fmla="*/ 3742195 h 8839200"/>
              <a:gd name="connsiteX1757" fmla="*/ 5727084 w 15732060"/>
              <a:gd name="connsiteY1757" fmla="*/ 3740549 h 8839200"/>
              <a:gd name="connsiteX1758" fmla="*/ 5344071 w 15732060"/>
              <a:gd name="connsiteY1758" fmla="*/ 3357535 h 8839200"/>
              <a:gd name="connsiteX1759" fmla="*/ 5117995 w 15732060"/>
              <a:gd name="connsiteY1759" fmla="*/ 3357535 h 8839200"/>
              <a:gd name="connsiteX1760" fmla="*/ 4973678 w 15732060"/>
              <a:gd name="connsiteY1760" fmla="*/ 3213220 h 8839200"/>
              <a:gd name="connsiteX1761" fmla="*/ 4972033 w 15732060"/>
              <a:gd name="connsiteY1761" fmla="*/ 3188527 h 8839200"/>
              <a:gd name="connsiteX1762" fmla="*/ 4958864 w 15732060"/>
              <a:gd name="connsiteY1762" fmla="*/ 3183177 h 8839200"/>
              <a:gd name="connsiteX1763" fmla="*/ 55970 w 15732060"/>
              <a:gd name="connsiteY1763" fmla="*/ 2984400 h 8839200"/>
              <a:gd name="connsiteX1764" fmla="*/ 37312 w 15732060"/>
              <a:gd name="connsiteY1764" fmla="*/ 3003057 h 8839200"/>
              <a:gd name="connsiteX1765" fmla="*/ 55970 w 15732060"/>
              <a:gd name="connsiteY1765" fmla="*/ 3021714 h 8839200"/>
              <a:gd name="connsiteX1766" fmla="*/ 74626 w 15732060"/>
              <a:gd name="connsiteY1766" fmla="*/ 3005251 h 8839200"/>
              <a:gd name="connsiteX1767" fmla="*/ 544888 w 15732060"/>
              <a:gd name="connsiteY1767" fmla="*/ 3005251 h 8839200"/>
              <a:gd name="connsiteX1768" fmla="*/ 1083738 w 15732060"/>
              <a:gd name="connsiteY1768" fmla="*/ 3544103 h 8839200"/>
              <a:gd name="connsiteX1769" fmla="*/ 1490347 w 15732060"/>
              <a:gd name="connsiteY1769" fmla="*/ 3544103 h 8839200"/>
              <a:gd name="connsiteX1770" fmla="*/ 1594606 w 15732060"/>
              <a:gd name="connsiteY1770" fmla="*/ 3439845 h 8839200"/>
              <a:gd name="connsiteX1771" fmla="*/ 3079466 w 15732060"/>
              <a:gd name="connsiteY1771" fmla="*/ 3439845 h 8839200"/>
              <a:gd name="connsiteX1772" fmla="*/ 3098124 w 15732060"/>
              <a:gd name="connsiteY1772" fmla="*/ 3456306 h 8839200"/>
              <a:gd name="connsiteX1773" fmla="*/ 3116780 w 15732060"/>
              <a:gd name="connsiteY1773" fmla="*/ 3437650 h 8839200"/>
              <a:gd name="connsiteX1774" fmla="*/ 3098124 w 15732060"/>
              <a:gd name="connsiteY1774" fmla="*/ 3418993 h 8839200"/>
              <a:gd name="connsiteX1775" fmla="*/ 3079466 w 15732060"/>
              <a:gd name="connsiteY1775" fmla="*/ 3435455 h 8839200"/>
              <a:gd name="connsiteX1776" fmla="*/ 1592960 w 15732060"/>
              <a:gd name="connsiteY1776" fmla="*/ 3435455 h 8839200"/>
              <a:gd name="connsiteX1777" fmla="*/ 1488701 w 15732060"/>
              <a:gd name="connsiteY1777" fmla="*/ 3539714 h 8839200"/>
              <a:gd name="connsiteX1778" fmla="*/ 1085934 w 15732060"/>
              <a:gd name="connsiteY1778" fmla="*/ 3539714 h 8839200"/>
              <a:gd name="connsiteX1779" fmla="*/ 547082 w 15732060"/>
              <a:gd name="connsiteY1779" fmla="*/ 3000861 h 8839200"/>
              <a:gd name="connsiteX1780" fmla="*/ 74626 w 15732060"/>
              <a:gd name="connsiteY1780" fmla="*/ 3000861 h 8839200"/>
              <a:gd name="connsiteX1781" fmla="*/ 55970 w 15732060"/>
              <a:gd name="connsiteY1781" fmla="*/ 2984400 h 8839200"/>
              <a:gd name="connsiteX1782" fmla="*/ 15666760 w 15732060"/>
              <a:gd name="connsiteY1782" fmla="*/ 2930076 h 8839200"/>
              <a:gd name="connsiteX1783" fmla="*/ 15648104 w 15732060"/>
              <a:gd name="connsiteY1783" fmla="*/ 2946538 h 8839200"/>
              <a:gd name="connsiteX1784" fmla="*/ 15219546 w 15732060"/>
              <a:gd name="connsiteY1784" fmla="*/ 2946538 h 8839200"/>
              <a:gd name="connsiteX1785" fmla="*/ 14996213 w 15732060"/>
              <a:gd name="connsiteY1785" fmla="*/ 3169870 h 8839200"/>
              <a:gd name="connsiteX1786" fmla="*/ 14421694 w 15732060"/>
              <a:gd name="connsiteY1786" fmla="*/ 3169870 h 8839200"/>
              <a:gd name="connsiteX1787" fmla="*/ 14403039 w 15732060"/>
              <a:gd name="connsiteY1787" fmla="*/ 3153409 h 8839200"/>
              <a:gd name="connsiteX1788" fmla="*/ 14384381 w 15732060"/>
              <a:gd name="connsiteY1788" fmla="*/ 3172065 h 8839200"/>
              <a:gd name="connsiteX1789" fmla="*/ 14403039 w 15732060"/>
              <a:gd name="connsiteY1789" fmla="*/ 3190722 h 8839200"/>
              <a:gd name="connsiteX1790" fmla="*/ 14421694 w 15732060"/>
              <a:gd name="connsiteY1790" fmla="*/ 3174261 h 8839200"/>
              <a:gd name="connsiteX1791" fmla="*/ 14998409 w 15732060"/>
              <a:gd name="connsiteY1791" fmla="*/ 3174261 h 8839200"/>
              <a:gd name="connsiteX1792" fmla="*/ 15221742 w 15732060"/>
              <a:gd name="connsiteY1792" fmla="*/ 2950927 h 8839200"/>
              <a:gd name="connsiteX1793" fmla="*/ 15648104 w 15732060"/>
              <a:gd name="connsiteY1793" fmla="*/ 2950927 h 8839200"/>
              <a:gd name="connsiteX1794" fmla="*/ 15666760 w 15732060"/>
              <a:gd name="connsiteY1794" fmla="*/ 2967389 h 8839200"/>
              <a:gd name="connsiteX1795" fmla="*/ 15685417 w 15732060"/>
              <a:gd name="connsiteY1795" fmla="*/ 2948732 h 8839200"/>
              <a:gd name="connsiteX1796" fmla="*/ 15666760 w 15732060"/>
              <a:gd name="connsiteY1796" fmla="*/ 2930076 h 8839200"/>
              <a:gd name="connsiteX1797" fmla="*/ 3441628 w 15732060"/>
              <a:gd name="connsiteY1797" fmla="*/ 2777529 h 8839200"/>
              <a:gd name="connsiteX1798" fmla="*/ 3441079 w 15732060"/>
              <a:gd name="connsiteY1798" fmla="*/ 2777529 h 8839200"/>
              <a:gd name="connsiteX1799" fmla="*/ 3441344 w 15732060"/>
              <a:gd name="connsiteY1799" fmla="*/ 2777637 h 8839200"/>
              <a:gd name="connsiteX1800" fmla="*/ 11909613 w 15732060"/>
              <a:gd name="connsiteY1800" fmla="*/ 2741313 h 8839200"/>
              <a:gd name="connsiteX1801" fmla="*/ 11890957 w 15732060"/>
              <a:gd name="connsiteY1801" fmla="*/ 2757775 h 8839200"/>
              <a:gd name="connsiteX1802" fmla="*/ 11273637 w 15732060"/>
              <a:gd name="connsiteY1802" fmla="*/ 2757775 h 8839200"/>
              <a:gd name="connsiteX1803" fmla="*/ 11254979 w 15732060"/>
              <a:gd name="connsiteY1803" fmla="*/ 2741313 h 8839200"/>
              <a:gd name="connsiteX1804" fmla="*/ 11236322 w 15732060"/>
              <a:gd name="connsiteY1804" fmla="*/ 2759970 h 8839200"/>
              <a:gd name="connsiteX1805" fmla="*/ 11254979 w 15732060"/>
              <a:gd name="connsiteY1805" fmla="*/ 2778626 h 8839200"/>
              <a:gd name="connsiteX1806" fmla="*/ 11273637 w 15732060"/>
              <a:gd name="connsiteY1806" fmla="*/ 2762165 h 8839200"/>
              <a:gd name="connsiteX1807" fmla="*/ 11890957 w 15732060"/>
              <a:gd name="connsiteY1807" fmla="*/ 2762165 h 8839200"/>
              <a:gd name="connsiteX1808" fmla="*/ 11909613 w 15732060"/>
              <a:gd name="connsiteY1808" fmla="*/ 2778626 h 8839200"/>
              <a:gd name="connsiteX1809" fmla="*/ 11928271 w 15732060"/>
              <a:gd name="connsiteY1809" fmla="*/ 2759970 h 8839200"/>
              <a:gd name="connsiteX1810" fmla="*/ 11909613 w 15732060"/>
              <a:gd name="connsiteY1810" fmla="*/ 2741313 h 8839200"/>
              <a:gd name="connsiteX1811" fmla="*/ 9326745 w 15732060"/>
              <a:gd name="connsiteY1811" fmla="*/ 2650910 h 8839200"/>
              <a:gd name="connsiteX1812" fmla="*/ 9313576 w 15732060"/>
              <a:gd name="connsiteY1812" fmla="*/ 2656260 h 8839200"/>
              <a:gd name="connsiteX1813" fmla="*/ 9311930 w 15732060"/>
              <a:gd name="connsiteY1813" fmla="*/ 2680953 h 8839200"/>
              <a:gd name="connsiteX1814" fmla="*/ 9167066 w 15732060"/>
              <a:gd name="connsiteY1814" fmla="*/ 2825817 h 8839200"/>
              <a:gd name="connsiteX1815" fmla="*/ 9166518 w 15732060"/>
              <a:gd name="connsiteY1815" fmla="*/ 2825817 h 8839200"/>
              <a:gd name="connsiteX1816" fmla="*/ 9165968 w 15732060"/>
              <a:gd name="connsiteY1816" fmla="*/ 2827463 h 8839200"/>
              <a:gd name="connsiteX1817" fmla="*/ 9165968 w 15732060"/>
              <a:gd name="connsiteY1817" fmla="*/ 3018421 h 8839200"/>
              <a:gd name="connsiteX1818" fmla="*/ 8996411 w 15732060"/>
              <a:gd name="connsiteY1818" fmla="*/ 3187978 h 8839200"/>
              <a:gd name="connsiteX1819" fmla="*/ 8971718 w 15732060"/>
              <a:gd name="connsiteY1819" fmla="*/ 3189625 h 8839200"/>
              <a:gd name="connsiteX1820" fmla="*/ 8971718 w 15732060"/>
              <a:gd name="connsiteY1820" fmla="*/ 3215963 h 8839200"/>
              <a:gd name="connsiteX1821" fmla="*/ 8998057 w 15732060"/>
              <a:gd name="connsiteY1821" fmla="*/ 3215963 h 8839200"/>
              <a:gd name="connsiteX1822" fmla="*/ 8999703 w 15732060"/>
              <a:gd name="connsiteY1822" fmla="*/ 3191271 h 8839200"/>
              <a:gd name="connsiteX1823" fmla="*/ 9170358 w 15732060"/>
              <a:gd name="connsiteY1823" fmla="*/ 3020616 h 8839200"/>
              <a:gd name="connsiteX1824" fmla="*/ 9170906 w 15732060"/>
              <a:gd name="connsiteY1824" fmla="*/ 3020616 h 8839200"/>
              <a:gd name="connsiteX1825" fmla="*/ 9170906 w 15732060"/>
              <a:gd name="connsiteY1825" fmla="*/ 2828561 h 8839200"/>
              <a:gd name="connsiteX1826" fmla="*/ 9315223 w 15732060"/>
              <a:gd name="connsiteY1826" fmla="*/ 2684245 h 8839200"/>
              <a:gd name="connsiteX1827" fmla="*/ 9339916 w 15732060"/>
              <a:gd name="connsiteY1827" fmla="*/ 2682599 h 8839200"/>
              <a:gd name="connsiteX1828" fmla="*/ 9339916 w 15732060"/>
              <a:gd name="connsiteY1828" fmla="*/ 2656260 h 8839200"/>
              <a:gd name="connsiteX1829" fmla="*/ 9326745 w 15732060"/>
              <a:gd name="connsiteY1829" fmla="*/ 2650910 h 8839200"/>
              <a:gd name="connsiteX1830" fmla="*/ 2008896 w 15732060"/>
              <a:gd name="connsiteY1830" fmla="*/ 2464342 h 8839200"/>
              <a:gd name="connsiteX1831" fmla="*/ 1995727 w 15732060"/>
              <a:gd name="connsiteY1831" fmla="*/ 2469692 h 8839200"/>
              <a:gd name="connsiteX1832" fmla="*/ 1995727 w 15732060"/>
              <a:gd name="connsiteY1832" fmla="*/ 2496031 h 8839200"/>
              <a:gd name="connsiteX1833" fmla="*/ 2020419 w 15732060"/>
              <a:gd name="connsiteY1833" fmla="*/ 2497678 h 8839200"/>
              <a:gd name="connsiteX1834" fmla="*/ 2146627 w 15732060"/>
              <a:gd name="connsiteY1834" fmla="*/ 2623885 h 8839200"/>
              <a:gd name="connsiteX1835" fmla="*/ 2602621 w 15732060"/>
              <a:gd name="connsiteY1835" fmla="*/ 2623885 h 8839200"/>
              <a:gd name="connsiteX1836" fmla="*/ 2807846 w 15732060"/>
              <a:gd name="connsiteY1836" fmla="*/ 2829110 h 8839200"/>
              <a:gd name="connsiteX1837" fmla="*/ 2809492 w 15732060"/>
              <a:gd name="connsiteY1837" fmla="*/ 2853802 h 8839200"/>
              <a:gd name="connsiteX1838" fmla="*/ 2835831 w 15732060"/>
              <a:gd name="connsiteY1838" fmla="*/ 2853802 h 8839200"/>
              <a:gd name="connsiteX1839" fmla="*/ 2835831 w 15732060"/>
              <a:gd name="connsiteY1839" fmla="*/ 2827463 h 8839200"/>
              <a:gd name="connsiteX1840" fmla="*/ 2811138 w 15732060"/>
              <a:gd name="connsiteY1840" fmla="*/ 2825817 h 8839200"/>
              <a:gd name="connsiteX1841" fmla="*/ 2604266 w 15732060"/>
              <a:gd name="connsiteY1841" fmla="*/ 2618947 h 8839200"/>
              <a:gd name="connsiteX1842" fmla="*/ 2148273 w 15732060"/>
              <a:gd name="connsiteY1842" fmla="*/ 2618947 h 8839200"/>
              <a:gd name="connsiteX1843" fmla="*/ 2023712 w 15732060"/>
              <a:gd name="connsiteY1843" fmla="*/ 2494385 h 8839200"/>
              <a:gd name="connsiteX1844" fmla="*/ 2022066 w 15732060"/>
              <a:gd name="connsiteY1844" fmla="*/ 2469692 h 8839200"/>
              <a:gd name="connsiteX1845" fmla="*/ 2008896 w 15732060"/>
              <a:gd name="connsiteY1845" fmla="*/ 2464342 h 8839200"/>
              <a:gd name="connsiteX1846" fmla="*/ 77370 w 15732060"/>
              <a:gd name="connsiteY1846" fmla="*/ 2377506 h 8839200"/>
              <a:gd name="connsiteX1847" fmla="*/ 58714 w 15732060"/>
              <a:gd name="connsiteY1847" fmla="*/ 2396163 h 8839200"/>
              <a:gd name="connsiteX1848" fmla="*/ 77370 w 15732060"/>
              <a:gd name="connsiteY1848" fmla="*/ 2414820 h 8839200"/>
              <a:gd name="connsiteX1849" fmla="*/ 96026 w 15732060"/>
              <a:gd name="connsiteY1849" fmla="*/ 2398357 h 8839200"/>
              <a:gd name="connsiteX1850" fmla="*/ 935582 w 15732060"/>
              <a:gd name="connsiteY1850" fmla="*/ 2398357 h 8839200"/>
              <a:gd name="connsiteX1851" fmla="*/ 1728496 w 15732060"/>
              <a:gd name="connsiteY1851" fmla="*/ 3191271 h 8839200"/>
              <a:gd name="connsiteX1852" fmla="*/ 3514060 w 15732060"/>
              <a:gd name="connsiteY1852" fmla="*/ 3191271 h 8839200"/>
              <a:gd name="connsiteX1853" fmla="*/ 3938776 w 15732060"/>
              <a:gd name="connsiteY1853" fmla="*/ 3615987 h 8839200"/>
              <a:gd name="connsiteX1854" fmla="*/ 4752542 w 15732060"/>
              <a:gd name="connsiteY1854" fmla="*/ 3615987 h 8839200"/>
              <a:gd name="connsiteX1855" fmla="*/ 5081230 w 15732060"/>
              <a:gd name="connsiteY1855" fmla="*/ 3944675 h 8839200"/>
              <a:gd name="connsiteX1856" fmla="*/ 6690103 w 15732060"/>
              <a:gd name="connsiteY1856" fmla="*/ 3944675 h 8839200"/>
              <a:gd name="connsiteX1857" fmla="*/ 6690103 w 15732060"/>
              <a:gd name="connsiteY1857" fmla="*/ 3939737 h 8839200"/>
              <a:gd name="connsiteX1858" fmla="*/ 5082876 w 15732060"/>
              <a:gd name="connsiteY1858" fmla="*/ 3939737 h 8839200"/>
              <a:gd name="connsiteX1859" fmla="*/ 4754188 w 15732060"/>
              <a:gd name="connsiteY1859" fmla="*/ 3611049 h 8839200"/>
              <a:gd name="connsiteX1860" fmla="*/ 3940422 w 15732060"/>
              <a:gd name="connsiteY1860" fmla="*/ 3611049 h 8839200"/>
              <a:gd name="connsiteX1861" fmla="*/ 3515706 w 15732060"/>
              <a:gd name="connsiteY1861" fmla="*/ 3186331 h 8839200"/>
              <a:gd name="connsiteX1862" fmla="*/ 3515706 w 15732060"/>
              <a:gd name="connsiteY1862" fmla="*/ 3186881 h 8839200"/>
              <a:gd name="connsiteX1863" fmla="*/ 1730142 w 15732060"/>
              <a:gd name="connsiteY1863" fmla="*/ 3186881 h 8839200"/>
              <a:gd name="connsiteX1864" fmla="*/ 937228 w 15732060"/>
              <a:gd name="connsiteY1864" fmla="*/ 2393968 h 8839200"/>
              <a:gd name="connsiteX1865" fmla="*/ 96026 w 15732060"/>
              <a:gd name="connsiteY1865" fmla="*/ 2393968 h 8839200"/>
              <a:gd name="connsiteX1866" fmla="*/ 77370 w 15732060"/>
              <a:gd name="connsiteY1866" fmla="*/ 2377506 h 8839200"/>
              <a:gd name="connsiteX1867" fmla="*/ 12415254 w 15732060"/>
              <a:gd name="connsiteY1867" fmla="*/ 2285761 h 8839200"/>
              <a:gd name="connsiteX1868" fmla="*/ 12414993 w 15732060"/>
              <a:gd name="connsiteY1868" fmla="*/ 2285868 h 8839200"/>
              <a:gd name="connsiteX1869" fmla="*/ 12415540 w 15732060"/>
              <a:gd name="connsiteY1869" fmla="*/ 2285868 h 8839200"/>
              <a:gd name="connsiteX1870" fmla="*/ 12414993 w 15732060"/>
              <a:gd name="connsiteY1870" fmla="*/ 2248554 h 8839200"/>
              <a:gd name="connsiteX1871" fmla="*/ 12396335 w 15732060"/>
              <a:gd name="connsiteY1871" fmla="*/ 2265017 h 8839200"/>
              <a:gd name="connsiteX1872" fmla="*/ 11202302 w 15732060"/>
              <a:gd name="connsiteY1872" fmla="*/ 2265017 h 8839200"/>
              <a:gd name="connsiteX1873" fmla="*/ 11135905 w 15732060"/>
              <a:gd name="connsiteY1873" fmla="*/ 2331412 h 8839200"/>
              <a:gd name="connsiteX1874" fmla="*/ 11111212 w 15732060"/>
              <a:gd name="connsiteY1874" fmla="*/ 2333059 h 8839200"/>
              <a:gd name="connsiteX1875" fmla="*/ 11111212 w 15732060"/>
              <a:gd name="connsiteY1875" fmla="*/ 2359398 h 8839200"/>
              <a:gd name="connsiteX1876" fmla="*/ 11137551 w 15732060"/>
              <a:gd name="connsiteY1876" fmla="*/ 2359398 h 8839200"/>
              <a:gd name="connsiteX1877" fmla="*/ 11139198 w 15732060"/>
              <a:gd name="connsiteY1877" fmla="*/ 2334705 h 8839200"/>
              <a:gd name="connsiteX1878" fmla="*/ 11204496 w 15732060"/>
              <a:gd name="connsiteY1878" fmla="*/ 2269406 h 8839200"/>
              <a:gd name="connsiteX1879" fmla="*/ 12396885 w 15732060"/>
              <a:gd name="connsiteY1879" fmla="*/ 2269406 h 8839200"/>
              <a:gd name="connsiteX1880" fmla="*/ 12402921 w 15732060"/>
              <a:gd name="connsiteY1880" fmla="*/ 2281135 h 8839200"/>
              <a:gd name="connsiteX1881" fmla="*/ 12415254 w 15732060"/>
              <a:gd name="connsiteY1881" fmla="*/ 2285761 h 8839200"/>
              <a:gd name="connsiteX1882" fmla="*/ 12428230 w 15732060"/>
              <a:gd name="connsiteY1882" fmla="*/ 2280449 h 8839200"/>
              <a:gd name="connsiteX1883" fmla="*/ 12433649 w 15732060"/>
              <a:gd name="connsiteY1883" fmla="*/ 2267211 h 8839200"/>
              <a:gd name="connsiteX1884" fmla="*/ 12414993 w 15732060"/>
              <a:gd name="connsiteY1884" fmla="*/ 2248554 h 8839200"/>
              <a:gd name="connsiteX1885" fmla="*/ 3602405 w 15732060"/>
              <a:gd name="connsiteY1885" fmla="*/ 1914516 h 8839200"/>
              <a:gd name="connsiteX1886" fmla="*/ 3589235 w 15732060"/>
              <a:gd name="connsiteY1886" fmla="*/ 1919866 h 8839200"/>
              <a:gd name="connsiteX1887" fmla="*/ 3589235 w 15732060"/>
              <a:gd name="connsiteY1887" fmla="*/ 1946205 h 8839200"/>
              <a:gd name="connsiteX1888" fmla="*/ 3613928 w 15732060"/>
              <a:gd name="connsiteY1888" fmla="*/ 1947850 h 8839200"/>
              <a:gd name="connsiteX1889" fmla="*/ 3759891 w 15732060"/>
              <a:gd name="connsiteY1889" fmla="*/ 2093813 h 8839200"/>
              <a:gd name="connsiteX1890" fmla="*/ 3985967 w 15732060"/>
              <a:gd name="connsiteY1890" fmla="*/ 2093813 h 8839200"/>
              <a:gd name="connsiteX1891" fmla="*/ 4367334 w 15732060"/>
              <a:gd name="connsiteY1891" fmla="*/ 2475180 h 8839200"/>
              <a:gd name="connsiteX1892" fmla="*/ 4368980 w 15732060"/>
              <a:gd name="connsiteY1892" fmla="*/ 2499872 h 8839200"/>
              <a:gd name="connsiteX1893" fmla="*/ 4395319 w 15732060"/>
              <a:gd name="connsiteY1893" fmla="*/ 2499872 h 8839200"/>
              <a:gd name="connsiteX1894" fmla="*/ 4395319 w 15732060"/>
              <a:gd name="connsiteY1894" fmla="*/ 2473533 h 8839200"/>
              <a:gd name="connsiteX1895" fmla="*/ 4370626 w 15732060"/>
              <a:gd name="connsiteY1895" fmla="*/ 2471887 h 8839200"/>
              <a:gd name="connsiteX1896" fmla="*/ 3987613 w 15732060"/>
              <a:gd name="connsiteY1896" fmla="*/ 2088874 h 8839200"/>
              <a:gd name="connsiteX1897" fmla="*/ 3761536 w 15732060"/>
              <a:gd name="connsiteY1897" fmla="*/ 2088874 h 8839200"/>
              <a:gd name="connsiteX1898" fmla="*/ 3617221 w 15732060"/>
              <a:gd name="connsiteY1898" fmla="*/ 1944558 h 8839200"/>
              <a:gd name="connsiteX1899" fmla="*/ 3615574 w 15732060"/>
              <a:gd name="connsiteY1899" fmla="*/ 1919866 h 8839200"/>
              <a:gd name="connsiteX1900" fmla="*/ 3602405 w 15732060"/>
              <a:gd name="connsiteY1900" fmla="*/ 1914516 h 8839200"/>
              <a:gd name="connsiteX1901" fmla="*/ 15702977 w 15732060"/>
              <a:gd name="connsiteY1901" fmla="*/ 1721226 h 8839200"/>
              <a:gd name="connsiteX1902" fmla="*/ 15684320 w 15732060"/>
              <a:gd name="connsiteY1902" fmla="*/ 1737688 h 8839200"/>
              <a:gd name="connsiteX1903" fmla="*/ 15352887 w 15732060"/>
              <a:gd name="connsiteY1903" fmla="*/ 1737688 h 8839200"/>
              <a:gd name="connsiteX1904" fmla="*/ 13998624 w 15732060"/>
              <a:gd name="connsiteY1904" fmla="*/ 3091951 h 8839200"/>
              <a:gd name="connsiteX1905" fmla="*/ 13998624 w 15732060"/>
              <a:gd name="connsiteY1905" fmla="*/ 3091402 h 8839200"/>
              <a:gd name="connsiteX1906" fmla="*/ 12688260 w 15732060"/>
              <a:gd name="connsiteY1906" fmla="*/ 3091402 h 8839200"/>
              <a:gd name="connsiteX1907" fmla="*/ 12532421 w 15732060"/>
              <a:gd name="connsiteY1907" fmla="*/ 3247241 h 8839200"/>
              <a:gd name="connsiteX1908" fmla="*/ 11067863 w 15732060"/>
              <a:gd name="connsiteY1908" fmla="*/ 3247241 h 8839200"/>
              <a:gd name="connsiteX1909" fmla="*/ 10414875 w 15732060"/>
              <a:gd name="connsiteY1909" fmla="*/ 3900228 h 8839200"/>
              <a:gd name="connsiteX1910" fmla="*/ 10259037 w 15732060"/>
              <a:gd name="connsiteY1910" fmla="*/ 3900228 h 8839200"/>
              <a:gd name="connsiteX1911" fmla="*/ 10101551 w 15732060"/>
              <a:gd name="connsiteY1911" fmla="*/ 4057714 h 8839200"/>
              <a:gd name="connsiteX1912" fmla="*/ 9039760 w 15732060"/>
              <a:gd name="connsiteY1912" fmla="*/ 4057714 h 8839200"/>
              <a:gd name="connsiteX1913" fmla="*/ 9039760 w 15732060"/>
              <a:gd name="connsiteY1913" fmla="*/ 4062653 h 8839200"/>
              <a:gd name="connsiteX1914" fmla="*/ 10103746 w 15732060"/>
              <a:gd name="connsiteY1914" fmla="*/ 4062653 h 8839200"/>
              <a:gd name="connsiteX1915" fmla="*/ 10261232 w 15732060"/>
              <a:gd name="connsiteY1915" fmla="*/ 3905167 h 8839200"/>
              <a:gd name="connsiteX1916" fmla="*/ 10417070 w 15732060"/>
              <a:gd name="connsiteY1916" fmla="*/ 3905167 h 8839200"/>
              <a:gd name="connsiteX1917" fmla="*/ 11070058 w 15732060"/>
              <a:gd name="connsiteY1917" fmla="*/ 3252180 h 8839200"/>
              <a:gd name="connsiteX1918" fmla="*/ 12534616 w 15732060"/>
              <a:gd name="connsiteY1918" fmla="*/ 3252180 h 8839200"/>
              <a:gd name="connsiteX1919" fmla="*/ 12690455 w 15732060"/>
              <a:gd name="connsiteY1919" fmla="*/ 3096341 h 8839200"/>
              <a:gd name="connsiteX1920" fmla="*/ 14000819 w 15732060"/>
              <a:gd name="connsiteY1920" fmla="*/ 3096341 h 8839200"/>
              <a:gd name="connsiteX1921" fmla="*/ 15355083 w 15732060"/>
              <a:gd name="connsiteY1921" fmla="*/ 1742078 h 8839200"/>
              <a:gd name="connsiteX1922" fmla="*/ 15684320 w 15732060"/>
              <a:gd name="connsiteY1922" fmla="*/ 1742078 h 8839200"/>
              <a:gd name="connsiteX1923" fmla="*/ 15702977 w 15732060"/>
              <a:gd name="connsiteY1923" fmla="*/ 1758539 h 8839200"/>
              <a:gd name="connsiteX1924" fmla="*/ 15721633 w 15732060"/>
              <a:gd name="connsiteY1924" fmla="*/ 1739882 h 8839200"/>
              <a:gd name="connsiteX1925" fmla="*/ 15702977 w 15732060"/>
              <a:gd name="connsiteY1925" fmla="*/ 1721226 h 8839200"/>
              <a:gd name="connsiteX1926" fmla="*/ 12427065 w 15732060"/>
              <a:gd name="connsiteY1926" fmla="*/ 1718071 h 8839200"/>
              <a:gd name="connsiteX1927" fmla="*/ 12413896 w 15732060"/>
              <a:gd name="connsiteY1927" fmla="*/ 1723421 h 8839200"/>
              <a:gd name="connsiteX1928" fmla="*/ 12412249 w 15732060"/>
              <a:gd name="connsiteY1928" fmla="*/ 1748113 h 8839200"/>
              <a:gd name="connsiteX1929" fmla="*/ 12160931 w 15732060"/>
              <a:gd name="connsiteY1929" fmla="*/ 1999431 h 8839200"/>
              <a:gd name="connsiteX1930" fmla="*/ 10934521 w 15732060"/>
              <a:gd name="connsiteY1930" fmla="*/ 1999431 h 8839200"/>
              <a:gd name="connsiteX1931" fmla="*/ 10934521 w 15732060"/>
              <a:gd name="connsiteY1931" fmla="*/ 1998883 h 8839200"/>
              <a:gd name="connsiteX1932" fmla="*/ 10088382 w 15732060"/>
              <a:gd name="connsiteY1932" fmla="*/ 2845023 h 8839200"/>
              <a:gd name="connsiteX1933" fmla="*/ 10087833 w 15732060"/>
              <a:gd name="connsiteY1933" fmla="*/ 2845023 h 8839200"/>
              <a:gd name="connsiteX1934" fmla="*/ 10087833 w 15732060"/>
              <a:gd name="connsiteY1934" fmla="*/ 3320222 h 8839200"/>
              <a:gd name="connsiteX1935" fmla="*/ 9699333 w 15732060"/>
              <a:gd name="connsiteY1935" fmla="*/ 3708721 h 8839200"/>
              <a:gd name="connsiteX1936" fmla="*/ 8995314 w 15732060"/>
              <a:gd name="connsiteY1936" fmla="*/ 3708721 h 8839200"/>
              <a:gd name="connsiteX1937" fmla="*/ 8995314 w 15732060"/>
              <a:gd name="connsiteY1937" fmla="*/ 3713661 h 8839200"/>
              <a:gd name="connsiteX1938" fmla="*/ 9701528 w 15732060"/>
              <a:gd name="connsiteY1938" fmla="*/ 3713661 h 8839200"/>
              <a:gd name="connsiteX1939" fmla="*/ 10092222 w 15732060"/>
              <a:gd name="connsiteY1939" fmla="*/ 3322966 h 8839200"/>
              <a:gd name="connsiteX1940" fmla="*/ 10092771 w 15732060"/>
              <a:gd name="connsiteY1940" fmla="*/ 3322966 h 8839200"/>
              <a:gd name="connsiteX1941" fmla="*/ 10092771 w 15732060"/>
              <a:gd name="connsiteY1941" fmla="*/ 2847767 h 8839200"/>
              <a:gd name="connsiteX1942" fmla="*/ 10936717 w 15732060"/>
              <a:gd name="connsiteY1942" fmla="*/ 2003821 h 8839200"/>
              <a:gd name="connsiteX1943" fmla="*/ 12163125 w 15732060"/>
              <a:gd name="connsiteY1943" fmla="*/ 2003821 h 8839200"/>
              <a:gd name="connsiteX1944" fmla="*/ 12415540 w 15732060"/>
              <a:gd name="connsiteY1944" fmla="*/ 1751406 h 8839200"/>
              <a:gd name="connsiteX1945" fmla="*/ 12440234 w 15732060"/>
              <a:gd name="connsiteY1945" fmla="*/ 1749760 h 8839200"/>
              <a:gd name="connsiteX1946" fmla="*/ 12440234 w 15732060"/>
              <a:gd name="connsiteY1946" fmla="*/ 1723421 h 8839200"/>
              <a:gd name="connsiteX1947" fmla="*/ 12427065 w 15732060"/>
              <a:gd name="connsiteY1947" fmla="*/ 1718071 h 8839200"/>
              <a:gd name="connsiteX1948" fmla="*/ 3845149 w 15732060"/>
              <a:gd name="connsiteY1948" fmla="*/ 1685353 h 8839200"/>
              <a:gd name="connsiteX1949" fmla="*/ 3831774 w 15732060"/>
              <a:gd name="connsiteY1949" fmla="*/ 1690497 h 8839200"/>
              <a:gd name="connsiteX1950" fmla="*/ 3831774 w 15732060"/>
              <a:gd name="connsiteY1950" fmla="*/ 1716836 h 8839200"/>
              <a:gd name="connsiteX1951" fmla="*/ 3856466 w 15732060"/>
              <a:gd name="connsiteY1951" fmla="*/ 1718482 h 8839200"/>
              <a:gd name="connsiteX1952" fmla="*/ 4202166 w 15732060"/>
              <a:gd name="connsiteY1952" fmla="*/ 2064181 h 8839200"/>
              <a:gd name="connsiteX1953" fmla="*/ 4745408 w 15732060"/>
              <a:gd name="connsiteY1953" fmla="*/ 2064181 h 8839200"/>
              <a:gd name="connsiteX1954" fmla="*/ 5736961 w 15732060"/>
              <a:gd name="connsiteY1954" fmla="*/ 3055735 h 8839200"/>
              <a:gd name="connsiteX1955" fmla="*/ 5738606 w 15732060"/>
              <a:gd name="connsiteY1955" fmla="*/ 3080427 h 8839200"/>
              <a:gd name="connsiteX1956" fmla="*/ 5764946 w 15732060"/>
              <a:gd name="connsiteY1956" fmla="*/ 3080427 h 8839200"/>
              <a:gd name="connsiteX1957" fmla="*/ 5764946 w 15732060"/>
              <a:gd name="connsiteY1957" fmla="*/ 3054088 h 8839200"/>
              <a:gd name="connsiteX1958" fmla="*/ 5740254 w 15732060"/>
              <a:gd name="connsiteY1958" fmla="*/ 3052442 h 8839200"/>
              <a:gd name="connsiteX1959" fmla="*/ 4747054 w 15732060"/>
              <a:gd name="connsiteY1959" fmla="*/ 2059243 h 8839200"/>
              <a:gd name="connsiteX1960" fmla="*/ 4203812 w 15732060"/>
              <a:gd name="connsiteY1960" fmla="*/ 2059243 h 8839200"/>
              <a:gd name="connsiteX1961" fmla="*/ 3859759 w 15732060"/>
              <a:gd name="connsiteY1961" fmla="*/ 1715189 h 8839200"/>
              <a:gd name="connsiteX1962" fmla="*/ 3858113 w 15732060"/>
              <a:gd name="connsiteY1962" fmla="*/ 1690497 h 8839200"/>
              <a:gd name="connsiteX1963" fmla="*/ 3845149 w 15732060"/>
              <a:gd name="connsiteY1963" fmla="*/ 1685353 h 8839200"/>
              <a:gd name="connsiteX1964" fmla="*/ 13497086 w 15732060"/>
              <a:gd name="connsiteY1964" fmla="*/ 1506124 h 8839200"/>
              <a:gd name="connsiteX1965" fmla="*/ 13478430 w 15732060"/>
              <a:gd name="connsiteY1965" fmla="*/ 1522586 h 8839200"/>
              <a:gd name="connsiteX1966" fmla="*/ 12637776 w 15732060"/>
              <a:gd name="connsiteY1966" fmla="*/ 1522586 h 8839200"/>
              <a:gd name="connsiteX1967" fmla="*/ 12571381 w 15732060"/>
              <a:gd name="connsiteY1967" fmla="*/ 1588982 h 8839200"/>
              <a:gd name="connsiteX1968" fmla="*/ 12546688 w 15732060"/>
              <a:gd name="connsiteY1968" fmla="*/ 1590628 h 8839200"/>
              <a:gd name="connsiteX1969" fmla="*/ 12546688 w 15732060"/>
              <a:gd name="connsiteY1969" fmla="*/ 1616967 h 8839200"/>
              <a:gd name="connsiteX1970" fmla="*/ 12573027 w 15732060"/>
              <a:gd name="connsiteY1970" fmla="*/ 1616967 h 8839200"/>
              <a:gd name="connsiteX1971" fmla="*/ 12574673 w 15732060"/>
              <a:gd name="connsiteY1971" fmla="*/ 1592275 h 8839200"/>
              <a:gd name="connsiteX1972" fmla="*/ 12639972 w 15732060"/>
              <a:gd name="connsiteY1972" fmla="*/ 1526976 h 8839200"/>
              <a:gd name="connsiteX1973" fmla="*/ 13478430 w 15732060"/>
              <a:gd name="connsiteY1973" fmla="*/ 1526976 h 8839200"/>
              <a:gd name="connsiteX1974" fmla="*/ 13497086 w 15732060"/>
              <a:gd name="connsiteY1974" fmla="*/ 1543438 h 8839200"/>
              <a:gd name="connsiteX1975" fmla="*/ 13515743 w 15732060"/>
              <a:gd name="connsiteY1975" fmla="*/ 1524781 h 8839200"/>
              <a:gd name="connsiteX1976" fmla="*/ 13497086 w 15732060"/>
              <a:gd name="connsiteY1976" fmla="*/ 1506124 h 8839200"/>
              <a:gd name="connsiteX1977" fmla="*/ 6641266 w 15732060"/>
              <a:gd name="connsiteY1977" fmla="*/ 1485410 h 8839200"/>
              <a:gd name="connsiteX1978" fmla="*/ 6628097 w 15732060"/>
              <a:gd name="connsiteY1978" fmla="*/ 1490760 h 8839200"/>
              <a:gd name="connsiteX1979" fmla="*/ 6628097 w 15732060"/>
              <a:gd name="connsiteY1979" fmla="*/ 1517099 h 8839200"/>
              <a:gd name="connsiteX1980" fmla="*/ 6652789 w 15732060"/>
              <a:gd name="connsiteY1980" fmla="*/ 1518744 h 8839200"/>
              <a:gd name="connsiteX1981" fmla="*/ 6797106 w 15732060"/>
              <a:gd name="connsiteY1981" fmla="*/ 1663061 h 8839200"/>
              <a:gd name="connsiteX1982" fmla="*/ 6797106 w 15732060"/>
              <a:gd name="connsiteY1982" fmla="*/ 1889137 h 8839200"/>
              <a:gd name="connsiteX1983" fmla="*/ 7180118 w 15732060"/>
              <a:gd name="connsiteY1983" fmla="*/ 2272150 h 8839200"/>
              <a:gd name="connsiteX1984" fmla="*/ 7181764 w 15732060"/>
              <a:gd name="connsiteY1984" fmla="*/ 2296842 h 8839200"/>
              <a:gd name="connsiteX1985" fmla="*/ 7208103 w 15732060"/>
              <a:gd name="connsiteY1985" fmla="*/ 2296842 h 8839200"/>
              <a:gd name="connsiteX1986" fmla="*/ 7208103 w 15732060"/>
              <a:gd name="connsiteY1986" fmla="*/ 2270503 h 8839200"/>
              <a:gd name="connsiteX1987" fmla="*/ 7183411 w 15732060"/>
              <a:gd name="connsiteY1987" fmla="*/ 2268858 h 8839200"/>
              <a:gd name="connsiteX1988" fmla="*/ 6802044 w 15732060"/>
              <a:gd name="connsiteY1988" fmla="*/ 1887490 h 8839200"/>
              <a:gd name="connsiteX1989" fmla="*/ 6802044 w 15732060"/>
              <a:gd name="connsiteY1989" fmla="*/ 1661414 h 8839200"/>
              <a:gd name="connsiteX1990" fmla="*/ 6656082 w 15732060"/>
              <a:gd name="connsiteY1990" fmla="*/ 1515452 h 8839200"/>
              <a:gd name="connsiteX1991" fmla="*/ 6654436 w 15732060"/>
              <a:gd name="connsiteY1991" fmla="*/ 1490760 h 8839200"/>
              <a:gd name="connsiteX1992" fmla="*/ 6641266 w 15732060"/>
              <a:gd name="connsiteY1992" fmla="*/ 1485410 h 8839200"/>
              <a:gd name="connsiteX1993" fmla="*/ 33472 w 15732060"/>
              <a:gd name="connsiteY1993" fmla="*/ 1395830 h 8839200"/>
              <a:gd name="connsiteX1994" fmla="*/ 14814 w 15732060"/>
              <a:gd name="connsiteY1994" fmla="*/ 1414487 h 8839200"/>
              <a:gd name="connsiteX1995" fmla="*/ 33472 w 15732060"/>
              <a:gd name="connsiteY1995" fmla="*/ 1433143 h 8839200"/>
              <a:gd name="connsiteX1996" fmla="*/ 52128 w 15732060"/>
              <a:gd name="connsiteY1996" fmla="*/ 1416681 h 8839200"/>
              <a:gd name="connsiteX1997" fmla="*/ 219492 w 15732060"/>
              <a:gd name="connsiteY1997" fmla="*/ 1416681 h 8839200"/>
              <a:gd name="connsiteX1998" fmla="*/ 796206 w 15732060"/>
              <a:gd name="connsiteY1998" fmla="*/ 1993396 h 8839200"/>
              <a:gd name="connsiteX1999" fmla="*/ 1512845 w 15732060"/>
              <a:gd name="connsiteY1999" fmla="*/ 1993396 h 8839200"/>
              <a:gd name="connsiteX2000" fmla="*/ 1769651 w 15732060"/>
              <a:gd name="connsiteY2000" fmla="*/ 2250201 h 8839200"/>
              <a:gd name="connsiteX2001" fmla="*/ 2471474 w 15732060"/>
              <a:gd name="connsiteY2001" fmla="*/ 2250201 h 8839200"/>
              <a:gd name="connsiteX2002" fmla="*/ 3019655 w 15732060"/>
              <a:gd name="connsiteY2002" fmla="*/ 2798381 h 8839200"/>
              <a:gd name="connsiteX2003" fmla="*/ 3422422 w 15732060"/>
              <a:gd name="connsiteY2003" fmla="*/ 2798381 h 8839200"/>
              <a:gd name="connsiteX2004" fmla="*/ 3441079 w 15732060"/>
              <a:gd name="connsiteY2004" fmla="*/ 2814843 h 8839200"/>
              <a:gd name="connsiteX2005" fmla="*/ 3459736 w 15732060"/>
              <a:gd name="connsiteY2005" fmla="*/ 2796186 h 8839200"/>
              <a:gd name="connsiteX2006" fmla="*/ 3454317 w 15732060"/>
              <a:gd name="connsiteY2006" fmla="*/ 2782948 h 8839200"/>
              <a:gd name="connsiteX2007" fmla="*/ 3441344 w 15732060"/>
              <a:gd name="connsiteY2007" fmla="*/ 2777637 h 8839200"/>
              <a:gd name="connsiteX2008" fmla="*/ 3429212 w 15732060"/>
              <a:gd name="connsiteY2008" fmla="*/ 2782262 h 8839200"/>
              <a:gd name="connsiteX2009" fmla="*/ 3422971 w 15732060"/>
              <a:gd name="connsiteY2009" fmla="*/ 2793991 h 8839200"/>
              <a:gd name="connsiteX2010" fmla="*/ 3021849 w 15732060"/>
              <a:gd name="connsiteY2010" fmla="*/ 2793991 h 8839200"/>
              <a:gd name="connsiteX2011" fmla="*/ 2473670 w 15732060"/>
              <a:gd name="connsiteY2011" fmla="*/ 2245811 h 8839200"/>
              <a:gd name="connsiteX2012" fmla="*/ 1771845 w 15732060"/>
              <a:gd name="connsiteY2012" fmla="*/ 2245811 h 8839200"/>
              <a:gd name="connsiteX2013" fmla="*/ 1515040 w 15732060"/>
              <a:gd name="connsiteY2013" fmla="*/ 1989005 h 8839200"/>
              <a:gd name="connsiteX2014" fmla="*/ 798400 w 15732060"/>
              <a:gd name="connsiteY2014" fmla="*/ 1989005 h 8839200"/>
              <a:gd name="connsiteX2015" fmla="*/ 221686 w 15732060"/>
              <a:gd name="connsiteY2015" fmla="*/ 1412291 h 8839200"/>
              <a:gd name="connsiteX2016" fmla="*/ 52128 w 15732060"/>
              <a:gd name="connsiteY2016" fmla="*/ 1412291 h 8839200"/>
              <a:gd name="connsiteX2017" fmla="*/ 33472 w 15732060"/>
              <a:gd name="connsiteY2017" fmla="*/ 1395830 h 8839200"/>
              <a:gd name="connsiteX2018" fmla="*/ 9174747 w 15732060"/>
              <a:gd name="connsiteY2018" fmla="*/ 1151234 h 8839200"/>
              <a:gd name="connsiteX2019" fmla="*/ 9161578 w 15732060"/>
              <a:gd name="connsiteY2019" fmla="*/ 1156584 h 8839200"/>
              <a:gd name="connsiteX2020" fmla="*/ 9159932 w 15732060"/>
              <a:gd name="connsiteY2020" fmla="*/ 1181277 h 8839200"/>
              <a:gd name="connsiteX2021" fmla="*/ 8988180 w 15732060"/>
              <a:gd name="connsiteY2021" fmla="*/ 1353028 h 8839200"/>
              <a:gd name="connsiteX2022" fmla="*/ 8987631 w 15732060"/>
              <a:gd name="connsiteY2022" fmla="*/ 1353028 h 8839200"/>
              <a:gd name="connsiteX2023" fmla="*/ 8987631 w 15732060"/>
              <a:gd name="connsiteY2023" fmla="*/ 1353577 h 8839200"/>
              <a:gd name="connsiteX2024" fmla="*/ 8987631 w 15732060"/>
              <a:gd name="connsiteY2024" fmla="*/ 2131126 h 8839200"/>
              <a:gd name="connsiteX2025" fmla="*/ 8971169 w 15732060"/>
              <a:gd name="connsiteY2025" fmla="*/ 2149783 h 8839200"/>
              <a:gd name="connsiteX2026" fmla="*/ 8989826 w 15732060"/>
              <a:gd name="connsiteY2026" fmla="*/ 2168440 h 8839200"/>
              <a:gd name="connsiteX2027" fmla="*/ 9008483 w 15732060"/>
              <a:gd name="connsiteY2027" fmla="*/ 2149783 h 8839200"/>
              <a:gd name="connsiteX2028" fmla="*/ 8992021 w 15732060"/>
              <a:gd name="connsiteY2028" fmla="*/ 2131126 h 8839200"/>
              <a:gd name="connsiteX2029" fmla="*/ 8992021 w 15732060"/>
              <a:gd name="connsiteY2029" fmla="*/ 1355772 h 8839200"/>
              <a:gd name="connsiteX2030" fmla="*/ 9163224 w 15732060"/>
              <a:gd name="connsiteY2030" fmla="*/ 1184568 h 8839200"/>
              <a:gd name="connsiteX2031" fmla="*/ 9187917 w 15732060"/>
              <a:gd name="connsiteY2031" fmla="*/ 1182923 h 8839200"/>
              <a:gd name="connsiteX2032" fmla="*/ 9187917 w 15732060"/>
              <a:gd name="connsiteY2032" fmla="*/ 1156584 h 8839200"/>
              <a:gd name="connsiteX2033" fmla="*/ 9174747 w 15732060"/>
              <a:gd name="connsiteY2033" fmla="*/ 1151234 h 8839200"/>
              <a:gd name="connsiteX2034" fmla="*/ 15646457 w 15732060"/>
              <a:gd name="connsiteY2034" fmla="*/ 1093480 h 8839200"/>
              <a:gd name="connsiteX2035" fmla="*/ 15627801 w 15732060"/>
              <a:gd name="connsiteY2035" fmla="*/ 1109942 h 8839200"/>
              <a:gd name="connsiteX2036" fmla="*/ 15261799 w 15732060"/>
              <a:gd name="connsiteY2036" fmla="*/ 1109942 h 8839200"/>
              <a:gd name="connsiteX2037" fmla="*/ 14370115 w 15732060"/>
              <a:gd name="connsiteY2037" fmla="*/ 2001627 h 8839200"/>
              <a:gd name="connsiteX2038" fmla="*/ 12913787 w 15732060"/>
              <a:gd name="connsiteY2038" fmla="*/ 2001627 h 8839200"/>
              <a:gd name="connsiteX2039" fmla="*/ 12637776 w 15732060"/>
              <a:gd name="connsiteY2039" fmla="*/ 2277637 h 8839200"/>
              <a:gd name="connsiteX2040" fmla="*/ 12613083 w 15732060"/>
              <a:gd name="connsiteY2040" fmla="*/ 2279283 h 8839200"/>
              <a:gd name="connsiteX2041" fmla="*/ 12613083 w 15732060"/>
              <a:gd name="connsiteY2041" fmla="*/ 2305623 h 8839200"/>
              <a:gd name="connsiteX2042" fmla="*/ 12639422 w 15732060"/>
              <a:gd name="connsiteY2042" fmla="*/ 2305623 h 8839200"/>
              <a:gd name="connsiteX2043" fmla="*/ 12641069 w 15732060"/>
              <a:gd name="connsiteY2043" fmla="*/ 2280929 h 8839200"/>
              <a:gd name="connsiteX2044" fmla="*/ 12915982 w 15732060"/>
              <a:gd name="connsiteY2044" fmla="*/ 2006016 h 8839200"/>
              <a:gd name="connsiteX2045" fmla="*/ 14372309 w 15732060"/>
              <a:gd name="connsiteY2045" fmla="*/ 2006016 h 8839200"/>
              <a:gd name="connsiteX2046" fmla="*/ 15263994 w 15732060"/>
              <a:gd name="connsiteY2046" fmla="*/ 1114332 h 8839200"/>
              <a:gd name="connsiteX2047" fmla="*/ 15627801 w 15732060"/>
              <a:gd name="connsiteY2047" fmla="*/ 1114332 h 8839200"/>
              <a:gd name="connsiteX2048" fmla="*/ 15646457 w 15732060"/>
              <a:gd name="connsiteY2048" fmla="*/ 1130793 h 8839200"/>
              <a:gd name="connsiteX2049" fmla="*/ 15665115 w 15732060"/>
              <a:gd name="connsiteY2049" fmla="*/ 1112137 h 8839200"/>
              <a:gd name="connsiteX2050" fmla="*/ 15646457 w 15732060"/>
              <a:gd name="connsiteY2050" fmla="*/ 1093480 h 8839200"/>
              <a:gd name="connsiteX2051" fmla="*/ 10528462 w 15732060"/>
              <a:gd name="connsiteY2051" fmla="*/ 910342 h 8839200"/>
              <a:gd name="connsiteX2052" fmla="*/ 10515293 w 15732060"/>
              <a:gd name="connsiteY2052" fmla="*/ 915692 h 8839200"/>
              <a:gd name="connsiteX2053" fmla="*/ 10513647 w 15732060"/>
              <a:gd name="connsiteY2053" fmla="*/ 940385 h 8839200"/>
              <a:gd name="connsiteX2054" fmla="*/ 10258488 w 15732060"/>
              <a:gd name="connsiteY2054" fmla="*/ 1195543 h 8839200"/>
              <a:gd name="connsiteX2055" fmla="*/ 10258488 w 15732060"/>
              <a:gd name="connsiteY2055" fmla="*/ 1450154 h 8839200"/>
              <a:gd name="connsiteX2056" fmla="*/ 9748718 w 15732060"/>
              <a:gd name="connsiteY2056" fmla="*/ 1959923 h 8839200"/>
              <a:gd name="connsiteX2057" fmla="*/ 9724026 w 15732060"/>
              <a:gd name="connsiteY2057" fmla="*/ 1961569 h 8839200"/>
              <a:gd name="connsiteX2058" fmla="*/ 9724026 w 15732060"/>
              <a:gd name="connsiteY2058" fmla="*/ 1987908 h 8839200"/>
              <a:gd name="connsiteX2059" fmla="*/ 9750364 w 15732060"/>
              <a:gd name="connsiteY2059" fmla="*/ 1987908 h 8839200"/>
              <a:gd name="connsiteX2060" fmla="*/ 9752011 w 15732060"/>
              <a:gd name="connsiteY2060" fmla="*/ 1963215 h 8839200"/>
              <a:gd name="connsiteX2061" fmla="*/ 10262329 w 15732060"/>
              <a:gd name="connsiteY2061" fmla="*/ 1452897 h 8839200"/>
              <a:gd name="connsiteX2062" fmla="*/ 10262878 w 15732060"/>
              <a:gd name="connsiteY2062" fmla="*/ 1452897 h 8839200"/>
              <a:gd name="connsiteX2063" fmla="*/ 10262878 w 15732060"/>
              <a:gd name="connsiteY2063" fmla="*/ 1197738 h 8839200"/>
              <a:gd name="connsiteX2064" fmla="*/ 10516939 w 15732060"/>
              <a:gd name="connsiteY2064" fmla="*/ 943676 h 8839200"/>
              <a:gd name="connsiteX2065" fmla="*/ 10541632 w 15732060"/>
              <a:gd name="connsiteY2065" fmla="*/ 942031 h 8839200"/>
              <a:gd name="connsiteX2066" fmla="*/ 10541632 w 15732060"/>
              <a:gd name="connsiteY2066" fmla="*/ 915692 h 8839200"/>
              <a:gd name="connsiteX2067" fmla="*/ 10528462 w 15732060"/>
              <a:gd name="connsiteY2067" fmla="*/ 910342 h 8839200"/>
              <a:gd name="connsiteX2068" fmla="*/ 11855289 w 15732060"/>
              <a:gd name="connsiteY2068" fmla="*/ 888804 h 8839200"/>
              <a:gd name="connsiteX2069" fmla="*/ 11836631 w 15732060"/>
              <a:gd name="connsiteY2069" fmla="*/ 905266 h 8839200"/>
              <a:gd name="connsiteX2070" fmla="*/ 10989943 w 15732060"/>
              <a:gd name="connsiteY2070" fmla="*/ 905266 h 8839200"/>
              <a:gd name="connsiteX2071" fmla="*/ 10868674 w 15732060"/>
              <a:gd name="connsiteY2071" fmla="*/ 1026535 h 8839200"/>
              <a:gd name="connsiteX2072" fmla="*/ 10843981 w 15732060"/>
              <a:gd name="connsiteY2072" fmla="*/ 1028181 h 8839200"/>
              <a:gd name="connsiteX2073" fmla="*/ 10843981 w 15732060"/>
              <a:gd name="connsiteY2073" fmla="*/ 1054520 h 8839200"/>
              <a:gd name="connsiteX2074" fmla="*/ 10870320 w 15732060"/>
              <a:gd name="connsiteY2074" fmla="*/ 1054520 h 8839200"/>
              <a:gd name="connsiteX2075" fmla="*/ 10871966 w 15732060"/>
              <a:gd name="connsiteY2075" fmla="*/ 1029827 h 8839200"/>
              <a:gd name="connsiteX2076" fmla="*/ 10992139 w 15732060"/>
              <a:gd name="connsiteY2076" fmla="*/ 909655 h 8839200"/>
              <a:gd name="connsiteX2077" fmla="*/ 11836631 w 15732060"/>
              <a:gd name="connsiteY2077" fmla="*/ 909655 h 8839200"/>
              <a:gd name="connsiteX2078" fmla="*/ 11855289 w 15732060"/>
              <a:gd name="connsiteY2078" fmla="*/ 926118 h 8839200"/>
              <a:gd name="connsiteX2079" fmla="*/ 11873946 w 15732060"/>
              <a:gd name="connsiteY2079" fmla="*/ 907461 h 8839200"/>
              <a:gd name="connsiteX2080" fmla="*/ 11855289 w 15732060"/>
              <a:gd name="connsiteY2080" fmla="*/ 888804 h 8839200"/>
              <a:gd name="connsiteX2081" fmla="*/ 2058830 w 15732060"/>
              <a:gd name="connsiteY2081" fmla="*/ 752856 h 8839200"/>
              <a:gd name="connsiteX2082" fmla="*/ 2045661 w 15732060"/>
              <a:gd name="connsiteY2082" fmla="*/ 758206 h 8839200"/>
              <a:gd name="connsiteX2083" fmla="*/ 2045661 w 15732060"/>
              <a:gd name="connsiteY2083" fmla="*/ 784545 h 8839200"/>
              <a:gd name="connsiteX2084" fmla="*/ 2070354 w 15732060"/>
              <a:gd name="connsiteY2084" fmla="*/ 786192 h 8839200"/>
              <a:gd name="connsiteX2085" fmla="*/ 2323318 w 15732060"/>
              <a:gd name="connsiteY2085" fmla="*/ 1039156 h 8839200"/>
              <a:gd name="connsiteX2086" fmla="*/ 3025142 w 15732060"/>
              <a:gd name="connsiteY2086" fmla="*/ 1039156 h 8839200"/>
              <a:gd name="connsiteX2087" fmla="*/ 3043799 w 15732060"/>
              <a:gd name="connsiteY2087" fmla="*/ 1055617 h 8839200"/>
              <a:gd name="connsiteX2088" fmla="*/ 3062456 w 15732060"/>
              <a:gd name="connsiteY2088" fmla="*/ 1036961 h 8839200"/>
              <a:gd name="connsiteX2089" fmla="*/ 3043799 w 15732060"/>
              <a:gd name="connsiteY2089" fmla="*/ 1018304 h 8839200"/>
              <a:gd name="connsiteX2090" fmla="*/ 3025142 w 15732060"/>
              <a:gd name="connsiteY2090" fmla="*/ 1034766 h 8839200"/>
              <a:gd name="connsiteX2091" fmla="*/ 2325512 w 15732060"/>
              <a:gd name="connsiteY2091" fmla="*/ 1034766 h 8839200"/>
              <a:gd name="connsiteX2092" fmla="*/ 2073647 w 15732060"/>
              <a:gd name="connsiteY2092" fmla="*/ 782900 h 8839200"/>
              <a:gd name="connsiteX2093" fmla="*/ 2072000 w 15732060"/>
              <a:gd name="connsiteY2093" fmla="*/ 758206 h 8839200"/>
              <a:gd name="connsiteX2094" fmla="*/ 2058830 w 15732060"/>
              <a:gd name="connsiteY2094" fmla="*/ 752856 h 8839200"/>
              <a:gd name="connsiteX2095" fmla="*/ 9086952 w 15732060"/>
              <a:gd name="connsiteY2095" fmla="*/ 747780 h 8839200"/>
              <a:gd name="connsiteX2096" fmla="*/ 9068294 w 15732060"/>
              <a:gd name="connsiteY2096" fmla="*/ 766437 h 8839200"/>
              <a:gd name="connsiteX2097" fmla="*/ 9084757 w 15732060"/>
              <a:gd name="connsiteY2097" fmla="*/ 785094 h 8839200"/>
              <a:gd name="connsiteX2098" fmla="*/ 9084757 w 15732060"/>
              <a:gd name="connsiteY2098" fmla="*/ 966724 h 8839200"/>
              <a:gd name="connsiteX2099" fmla="*/ 8528345 w 15732060"/>
              <a:gd name="connsiteY2099" fmla="*/ 1523134 h 8839200"/>
              <a:gd name="connsiteX2100" fmla="*/ 8527797 w 15732060"/>
              <a:gd name="connsiteY2100" fmla="*/ 1523134 h 8839200"/>
              <a:gd name="connsiteX2101" fmla="*/ 8527248 w 15732060"/>
              <a:gd name="connsiteY2101" fmla="*/ 1523134 h 8839200"/>
              <a:gd name="connsiteX2102" fmla="*/ 8527248 w 15732060"/>
              <a:gd name="connsiteY2102" fmla="*/ 2683696 h 8839200"/>
              <a:gd name="connsiteX2103" fmla="*/ 8318730 w 15732060"/>
              <a:gd name="connsiteY2103" fmla="*/ 2892213 h 8839200"/>
              <a:gd name="connsiteX2104" fmla="*/ 8318182 w 15732060"/>
              <a:gd name="connsiteY2104" fmla="*/ 2892213 h 8839200"/>
              <a:gd name="connsiteX2105" fmla="*/ 8318182 w 15732060"/>
              <a:gd name="connsiteY2105" fmla="*/ 3225840 h 8839200"/>
              <a:gd name="connsiteX2106" fmla="*/ 8323120 w 15732060"/>
              <a:gd name="connsiteY2106" fmla="*/ 3225840 h 8839200"/>
              <a:gd name="connsiteX2107" fmla="*/ 8323120 w 15732060"/>
              <a:gd name="connsiteY2107" fmla="*/ 2894957 h 8839200"/>
              <a:gd name="connsiteX2108" fmla="*/ 8531638 w 15732060"/>
              <a:gd name="connsiteY2108" fmla="*/ 2686440 h 8839200"/>
              <a:gd name="connsiteX2109" fmla="*/ 8532186 w 15732060"/>
              <a:gd name="connsiteY2109" fmla="*/ 2686440 h 8839200"/>
              <a:gd name="connsiteX2110" fmla="*/ 8532186 w 15732060"/>
              <a:gd name="connsiteY2110" fmla="*/ 1525878 h 8839200"/>
              <a:gd name="connsiteX2111" fmla="*/ 9088598 w 15732060"/>
              <a:gd name="connsiteY2111" fmla="*/ 969467 h 8839200"/>
              <a:gd name="connsiteX2112" fmla="*/ 9089146 w 15732060"/>
              <a:gd name="connsiteY2112" fmla="*/ 969467 h 8839200"/>
              <a:gd name="connsiteX2113" fmla="*/ 9089146 w 15732060"/>
              <a:gd name="connsiteY2113" fmla="*/ 785094 h 8839200"/>
              <a:gd name="connsiteX2114" fmla="*/ 9105608 w 15732060"/>
              <a:gd name="connsiteY2114" fmla="*/ 766437 h 8839200"/>
              <a:gd name="connsiteX2115" fmla="*/ 9086952 w 15732060"/>
              <a:gd name="connsiteY2115" fmla="*/ 747780 h 8839200"/>
              <a:gd name="connsiteX2116" fmla="*/ 9961625 w 15732060"/>
              <a:gd name="connsiteY2116" fmla="*/ 705117 h 8839200"/>
              <a:gd name="connsiteX2117" fmla="*/ 9948456 w 15732060"/>
              <a:gd name="connsiteY2117" fmla="*/ 710467 h 8839200"/>
              <a:gd name="connsiteX2118" fmla="*/ 9946810 w 15732060"/>
              <a:gd name="connsiteY2118" fmla="*/ 735160 h 8839200"/>
              <a:gd name="connsiteX2119" fmla="*/ 9173650 w 15732060"/>
              <a:gd name="connsiteY2119" fmla="*/ 1508318 h 8839200"/>
              <a:gd name="connsiteX2120" fmla="*/ 9173650 w 15732060"/>
              <a:gd name="connsiteY2120" fmla="*/ 1507770 h 8839200"/>
              <a:gd name="connsiteX2121" fmla="*/ 9173102 w 15732060"/>
              <a:gd name="connsiteY2121" fmla="*/ 1507770 h 8839200"/>
              <a:gd name="connsiteX2122" fmla="*/ 9173102 w 15732060"/>
              <a:gd name="connsiteY2122" fmla="*/ 1703666 h 8839200"/>
              <a:gd name="connsiteX2123" fmla="*/ 9293273 w 15732060"/>
              <a:gd name="connsiteY2123" fmla="*/ 1823838 h 8839200"/>
              <a:gd name="connsiteX2124" fmla="*/ 9293273 w 15732060"/>
              <a:gd name="connsiteY2124" fmla="*/ 2141004 h 8839200"/>
              <a:gd name="connsiteX2125" fmla="*/ 8559074 w 15732060"/>
              <a:gd name="connsiteY2125" fmla="*/ 2875203 h 8839200"/>
              <a:gd name="connsiteX2126" fmla="*/ 8558525 w 15732060"/>
              <a:gd name="connsiteY2126" fmla="*/ 2875203 h 8839200"/>
              <a:gd name="connsiteX2127" fmla="*/ 8558525 w 15732060"/>
              <a:gd name="connsiteY2127" fmla="*/ 3232426 h 8839200"/>
              <a:gd name="connsiteX2128" fmla="*/ 8563464 w 15732060"/>
              <a:gd name="connsiteY2128" fmla="*/ 3232426 h 8839200"/>
              <a:gd name="connsiteX2129" fmla="*/ 8563464 w 15732060"/>
              <a:gd name="connsiteY2129" fmla="*/ 2877947 h 8839200"/>
              <a:gd name="connsiteX2130" fmla="*/ 9297663 w 15732060"/>
              <a:gd name="connsiteY2130" fmla="*/ 2143748 h 8839200"/>
              <a:gd name="connsiteX2131" fmla="*/ 9298212 w 15732060"/>
              <a:gd name="connsiteY2131" fmla="*/ 2143748 h 8839200"/>
              <a:gd name="connsiteX2132" fmla="*/ 9298212 w 15732060"/>
              <a:gd name="connsiteY2132" fmla="*/ 1822192 h 8839200"/>
              <a:gd name="connsiteX2133" fmla="*/ 9178041 w 15732060"/>
              <a:gd name="connsiteY2133" fmla="*/ 1702020 h 8839200"/>
              <a:gd name="connsiteX2134" fmla="*/ 9178041 w 15732060"/>
              <a:gd name="connsiteY2134" fmla="*/ 1510514 h 8839200"/>
              <a:gd name="connsiteX2135" fmla="*/ 9950101 w 15732060"/>
              <a:gd name="connsiteY2135" fmla="*/ 738452 h 8839200"/>
              <a:gd name="connsiteX2136" fmla="*/ 9974795 w 15732060"/>
              <a:gd name="connsiteY2136" fmla="*/ 736806 h 8839200"/>
              <a:gd name="connsiteX2137" fmla="*/ 9974795 w 15732060"/>
              <a:gd name="connsiteY2137" fmla="*/ 710467 h 8839200"/>
              <a:gd name="connsiteX2138" fmla="*/ 9961625 w 15732060"/>
              <a:gd name="connsiteY2138" fmla="*/ 705117 h 8839200"/>
              <a:gd name="connsiteX2139" fmla="*/ 6732354 w 15732060"/>
              <a:gd name="connsiteY2139" fmla="*/ 645717 h 8839200"/>
              <a:gd name="connsiteX2140" fmla="*/ 6713699 w 15732060"/>
              <a:gd name="connsiteY2140" fmla="*/ 664374 h 8839200"/>
              <a:gd name="connsiteX2141" fmla="*/ 6718432 w 15732060"/>
              <a:gd name="connsiteY2141" fmla="*/ 677200 h 8839200"/>
              <a:gd name="connsiteX2142" fmla="*/ 6729612 w 15732060"/>
              <a:gd name="connsiteY2142" fmla="*/ 682758 h 8839200"/>
              <a:gd name="connsiteX2143" fmla="*/ 6729612 w 15732060"/>
              <a:gd name="connsiteY2143" fmla="*/ 682482 h 8839200"/>
              <a:gd name="connsiteX2144" fmla="*/ 6730160 w 15732060"/>
              <a:gd name="connsiteY2144" fmla="*/ 683030 h 8839200"/>
              <a:gd name="connsiteX2145" fmla="*/ 6729612 w 15732060"/>
              <a:gd name="connsiteY2145" fmla="*/ 682758 h 8839200"/>
              <a:gd name="connsiteX2146" fmla="*/ 6729612 w 15732060"/>
              <a:gd name="connsiteY2146" fmla="*/ 1223529 h 8839200"/>
              <a:gd name="connsiteX2147" fmla="*/ 7265720 w 15732060"/>
              <a:gd name="connsiteY2147" fmla="*/ 1759636 h 8839200"/>
              <a:gd name="connsiteX2148" fmla="*/ 7267366 w 15732060"/>
              <a:gd name="connsiteY2148" fmla="*/ 1784330 h 8839200"/>
              <a:gd name="connsiteX2149" fmla="*/ 7293705 w 15732060"/>
              <a:gd name="connsiteY2149" fmla="*/ 1784330 h 8839200"/>
              <a:gd name="connsiteX2150" fmla="*/ 7293705 w 15732060"/>
              <a:gd name="connsiteY2150" fmla="*/ 1757991 h 8839200"/>
              <a:gd name="connsiteX2151" fmla="*/ 7269012 w 15732060"/>
              <a:gd name="connsiteY2151" fmla="*/ 1756344 h 8839200"/>
              <a:gd name="connsiteX2152" fmla="*/ 6734550 w 15732060"/>
              <a:gd name="connsiteY2152" fmla="*/ 1221882 h 8839200"/>
              <a:gd name="connsiteX2153" fmla="*/ 6734550 w 15732060"/>
              <a:gd name="connsiteY2153" fmla="*/ 683030 h 8839200"/>
              <a:gd name="connsiteX2154" fmla="*/ 6751012 w 15732060"/>
              <a:gd name="connsiteY2154" fmla="*/ 664374 h 8839200"/>
              <a:gd name="connsiteX2155" fmla="*/ 6732354 w 15732060"/>
              <a:gd name="connsiteY2155" fmla="*/ 645717 h 8839200"/>
              <a:gd name="connsiteX2156" fmla="*/ 10619003 w 15732060"/>
              <a:gd name="connsiteY2156" fmla="*/ 642013 h 8839200"/>
              <a:gd name="connsiteX2157" fmla="*/ 10605833 w 15732060"/>
              <a:gd name="connsiteY2157" fmla="*/ 647363 h 8839200"/>
              <a:gd name="connsiteX2158" fmla="*/ 10604187 w 15732060"/>
              <a:gd name="connsiteY2158" fmla="*/ 672056 h 8839200"/>
              <a:gd name="connsiteX2159" fmla="*/ 9547334 w 15732060"/>
              <a:gd name="connsiteY2159" fmla="*/ 1728908 h 8839200"/>
              <a:gd name="connsiteX2160" fmla="*/ 9546786 w 15732060"/>
              <a:gd name="connsiteY2160" fmla="*/ 1728908 h 8839200"/>
              <a:gd name="connsiteX2161" fmla="*/ 9546237 w 15732060"/>
              <a:gd name="connsiteY2161" fmla="*/ 1728908 h 8839200"/>
              <a:gd name="connsiteX2162" fmla="*/ 9546237 w 15732060"/>
              <a:gd name="connsiteY2162" fmla="*/ 1992846 h 8839200"/>
              <a:gd name="connsiteX2163" fmla="*/ 8674855 w 15732060"/>
              <a:gd name="connsiteY2163" fmla="*/ 2864228 h 8839200"/>
              <a:gd name="connsiteX2164" fmla="*/ 8674306 w 15732060"/>
              <a:gd name="connsiteY2164" fmla="*/ 2864228 h 8839200"/>
              <a:gd name="connsiteX2165" fmla="*/ 8674306 w 15732060"/>
              <a:gd name="connsiteY2165" fmla="*/ 3259313 h 8839200"/>
              <a:gd name="connsiteX2166" fmla="*/ 8679246 w 15732060"/>
              <a:gd name="connsiteY2166" fmla="*/ 3259313 h 8839200"/>
              <a:gd name="connsiteX2167" fmla="*/ 8679246 w 15732060"/>
              <a:gd name="connsiteY2167" fmla="*/ 2866972 h 8839200"/>
              <a:gd name="connsiteX2168" fmla="*/ 9550628 w 15732060"/>
              <a:gd name="connsiteY2168" fmla="*/ 1995590 h 8839200"/>
              <a:gd name="connsiteX2169" fmla="*/ 9551176 w 15732060"/>
              <a:gd name="connsiteY2169" fmla="*/ 1995590 h 8839200"/>
              <a:gd name="connsiteX2170" fmla="*/ 9551176 w 15732060"/>
              <a:gd name="connsiteY2170" fmla="*/ 1731652 h 8839200"/>
              <a:gd name="connsiteX2171" fmla="*/ 10607479 w 15732060"/>
              <a:gd name="connsiteY2171" fmla="*/ 675348 h 8839200"/>
              <a:gd name="connsiteX2172" fmla="*/ 10632172 w 15732060"/>
              <a:gd name="connsiteY2172" fmla="*/ 673703 h 8839200"/>
              <a:gd name="connsiteX2173" fmla="*/ 10632172 w 15732060"/>
              <a:gd name="connsiteY2173" fmla="*/ 647363 h 8839200"/>
              <a:gd name="connsiteX2174" fmla="*/ 10619003 w 15732060"/>
              <a:gd name="connsiteY2174" fmla="*/ 642013 h 8839200"/>
              <a:gd name="connsiteX2175" fmla="*/ 8361532 w 15732060"/>
              <a:gd name="connsiteY2175" fmla="*/ 559155 h 8839200"/>
              <a:gd name="connsiteX2176" fmla="*/ 8348362 w 15732060"/>
              <a:gd name="connsiteY2176" fmla="*/ 564506 h 8839200"/>
              <a:gd name="connsiteX2177" fmla="*/ 8346716 w 15732060"/>
              <a:gd name="connsiteY2177" fmla="*/ 589198 h 8839200"/>
              <a:gd name="connsiteX2178" fmla="*/ 8076192 w 15732060"/>
              <a:gd name="connsiteY2178" fmla="*/ 859721 h 8839200"/>
              <a:gd name="connsiteX2179" fmla="*/ 8075643 w 15732060"/>
              <a:gd name="connsiteY2179" fmla="*/ 859721 h 8839200"/>
              <a:gd name="connsiteX2180" fmla="*/ 8075643 w 15732060"/>
              <a:gd name="connsiteY2180" fmla="*/ 1055617 h 8839200"/>
              <a:gd name="connsiteX2181" fmla="*/ 8195816 w 15732060"/>
              <a:gd name="connsiteY2181" fmla="*/ 1175789 h 8839200"/>
              <a:gd name="connsiteX2182" fmla="*/ 8195816 w 15732060"/>
              <a:gd name="connsiteY2182" fmla="*/ 2295745 h 8839200"/>
              <a:gd name="connsiteX2183" fmla="*/ 8195268 w 15732060"/>
              <a:gd name="connsiteY2183" fmla="*/ 2295745 h 8839200"/>
              <a:gd name="connsiteX2184" fmla="*/ 7973032 w 15732060"/>
              <a:gd name="connsiteY2184" fmla="*/ 2517980 h 8839200"/>
              <a:gd name="connsiteX2185" fmla="*/ 7972482 w 15732060"/>
              <a:gd name="connsiteY2185" fmla="*/ 2517980 h 8839200"/>
              <a:gd name="connsiteX2186" fmla="*/ 7972482 w 15732060"/>
              <a:gd name="connsiteY2186" fmla="*/ 3202245 h 8839200"/>
              <a:gd name="connsiteX2187" fmla="*/ 7977421 w 15732060"/>
              <a:gd name="connsiteY2187" fmla="*/ 3202245 h 8839200"/>
              <a:gd name="connsiteX2188" fmla="*/ 7977421 w 15732060"/>
              <a:gd name="connsiteY2188" fmla="*/ 2520724 h 8839200"/>
              <a:gd name="connsiteX2189" fmla="*/ 8199656 w 15732060"/>
              <a:gd name="connsiteY2189" fmla="*/ 2298489 h 8839200"/>
              <a:gd name="connsiteX2190" fmla="*/ 8200204 w 15732060"/>
              <a:gd name="connsiteY2190" fmla="*/ 2298489 h 8839200"/>
              <a:gd name="connsiteX2191" fmla="*/ 8200204 w 15732060"/>
              <a:gd name="connsiteY2191" fmla="*/ 1174143 h 8839200"/>
              <a:gd name="connsiteX2192" fmla="*/ 8080034 w 15732060"/>
              <a:gd name="connsiteY2192" fmla="*/ 1053972 h 8839200"/>
              <a:gd name="connsiteX2193" fmla="*/ 8080034 w 15732060"/>
              <a:gd name="connsiteY2193" fmla="*/ 862465 h 8839200"/>
              <a:gd name="connsiteX2194" fmla="*/ 8350008 w 15732060"/>
              <a:gd name="connsiteY2194" fmla="*/ 592490 h 8839200"/>
              <a:gd name="connsiteX2195" fmla="*/ 8374701 w 15732060"/>
              <a:gd name="connsiteY2195" fmla="*/ 590844 h 8839200"/>
              <a:gd name="connsiteX2196" fmla="*/ 8374701 w 15732060"/>
              <a:gd name="connsiteY2196" fmla="*/ 564506 h 8839200"/>
              <a:gd name="connsiteX2197" fmla="*/ 8361532 w 15732060"/>
              <a:gd name="connsiteY2197" fmla="*/ 559155 h 8839200"/>
              <a:gd name="connsiteX2198" fmla="*/ 9196696 w 15732060"/>
              <a:gd name="connsiteY2198" fmla="*/ 544202 h 8839200"/>
              <a:gd name="connsiteX2199" fmla="*/ 9196148 w 15732060"/>
              <a:gd name="connsiteY2199" fmla="*/ 544202 h 8839200"/>
              <a:gd name="connsiteX2200" fmla="*/ 9196148 w 15732060"/>
              <a:gd name="connsiteY2200" fmla="*/ 544750 h 8839200"/>
              <a:gd name="connsiteX2201" fmla="*/ 9731159 w 15732060"/>
              <a:gd name="connsiteY2201" fmla="*/ 425265 h 8839200"/>
              <a:gd name="connsiteX2202" fmla="*/ 9717990 w 15732060"/>
              <a:gd name="connsiteY2202" fmla="*/ 430615 h 8839200"/>
              <a:gd name="connsiteX2203" fmla="*/ 9716344 w 15732060"/>
              <a:gd name="connsiteY2203" fmla="*/ 455308 h 8839200"/>
              <a:gd name="connsiteX2204" fmla="*/ 8747837 w 15732060"/>
              <a:gd name="connsiteY2204" fmla="*/ 1423815 h 8839200"/>
              <a:gd name="connsiteX2205" fmla="*/ 8747288 w 15732060"/>
              <a:gd name="connsiteY2205" fmla="*/ 1423815 h 8839200"/>
              <a:gd name="connsiteX2206" fmla="*/ 8747288 w 15732060"/>
              <a:gd name="connsiteY2206" fmla="*/ 1828228 h 8839200"/>
              <a:gd name="connsiteX2207" fmla="*/ 8854291 w 15732060"/>
              <a:gd name="connsiteY2207" fmla="*/ 1935230 h 8839200"/>
              <a:gd name="connsiteX2208" fmla="*/ 8854291 w 15732060"/>
              <a:gd name="connsiteY2208" fmla="*/ 2265017 h 8839200"/>
              <a:gd name="connsiteX2209" fmla="*/ 8684733 w 15732060"/>
              <a:gd name="connsiteY2209" fmla="*/ 2434574 h 8839200"/>
              <a:gd name="connsiteX2210" fmla="*/ 8660040 w 15732060"/>
              <a:gd name="connsiteY2210" fmla="*/ 2436219 h 8839200"/>
              <a:gd name="connsiteX2211" fmla="*/ 8660040 w 15732060"/>
              <a:gd name="connsiteY2211" fmla="*/ 2462558 h 8839200"/>
              <a:gd name="connsiteX2212" fmla="*/ 8686379 w 15732060"/>
              <a:gd name="connsiteY2212" fmla="*/ 2462558 h 8839200"/>
              <a:gd name="connsiteX2213" fmla="*/ 8688025 w 15732060"/>
              <a:gd name="connsiteY2213" fmla="*/ 2437866 h 8839200"/>
              <a:gd name="connsiteX2214" fmla="*/ 8858679 w 15732060"/>
              <a:gd name="connsiteY2214" fmla="*/ 2267211 h 8839200"/>
              <a:gd name="connsiteX2215" fmla="*/ 8859229 w 15732060"/>
              <a:gd name="connsiteY2215" fmla="*/ 2267211 h 8839200"/>
              <a:gd name="connsiteX2216" fmla="*/ 8859229 w 15732060"/>
              <a:gd name="connsiteY2216" fmla="*/ 1932486 h 8839200"/>
              <a:gd name="connsiteX2217" fmla="*/ 8752227 w 15732060"/>
              <a:gd name="connsiteY2217" fmla="*/ 1825485 h 8839200"/>
              <a:gd name="connsiteX2218" fmla="*/ 8752227 w 15732060"/>
              <a:gd name="connsiteY2218" fmla="*/ 1426010 h 8839200"/>
              <a:gd name="connsiteX2219" fmla="*/ 9719635 w 15732060"/>
              <a:gd name="connsiteY2219" fmla="*/ 458600 h 8839200"/>
              <a:gd name="connsiteX2220" fmla="*/ 9744329 w 15732060"/>
              <a:gd name="connsiteY2220" fmla="*/ 456954 h 8839200"/>
              <a:gd name="connsiteX2221" fmla="*/ 9744329 w 15732060"/>
              <a:gd name="connsiteY2221" fmla="*/ 430615 h 8839200"/>
              <a:gd name="connsiteX2222" fmla="*/ 9731159 w 15732060"/>
              <a:gd name="connsiteY2222" fmla="*/ 425265 h 8839200"/>
              <a:gd name="connsiteX2223" fmla="*/ 5143236 w 15732060"/>
              <a:gd name="connsiteY2223" fmla="*/ 372038 h 8839200"/>
              <a:gd name="connsiteX2224" fmla="*/ 5130067 w 15732060"/>
              <a:gd name="connsiteY2224" fmla="*/ 377389 h 8839200"/>
              <a:gd name="connsiteX2225" fmla="*/ 5130067 w 15732060"/>
              <a:gd name="connsiteY2225" fmla="*/ 403728 h 8839200"/>
              <a:gd name="connsiteX2226" fmla="*/ 5154760 w 15732060"/>
              <a:gd name="connsiteY2226" fmla="*/ 405373 h 8839200"/>
              <a:gd name="connsiteX2227" fmla="*/ 5498812 w 15732060"/>
              <a:gd name="connsiteY2227" fmla="*/ 749427 h 8839200"/>
              <a:gd name="connsiteX2228" fmla="*/ 5498812 w 15732060"/>
              <a:gd name="connsiteY2228" fmla="*/ 1292668 h 8839200"/>
              <a:gd name="connsiteX2229" fmla="*/ 6492012 w 15732060"/>
              <a:gd name="connsiteY2229" fmla="*/ 2285868 h 8839200"/>
              <a:gd name="connsiteX2230" fmla="*/ 6493658 w 15732060"/>
              <a:gd name="connsiteY2230" fmla="*/ 2310561 h 8839200"/>
              <a:gd name="connsiteX2231" fmla="*/ 6519997 w 15732060"/>
              <a:gd name="connsiteY2231" fmla="*/ 2310561 h 8839200"/>
              <a:gd name="connsiteX2232" fmla="*/ 6519997 w 15732060"/>
              <a:gd name="connsiteY2232" fmla="*/ 2284222 h 8839200"/>
              <a:gd name="connsiteX2233" fmla="*/ 6495304 w 15732060"/>
              <a:gd name="connsiteY2233" fmla="*/ 2282575 h 8839200"/>
              <a:gd name="connsiteX2234" fmla="*/ 5503751 w 15732060"/>
              <a:gd name="connsiteY2234" fmla="*/ 1291022 h 8839200"/>
              <a:gd name="connsiteX2235" fmla="*/ 5503751 w 15732060"/>
              <a:gd name="connsiteY2235" fmla="*/ 747780 h 8839200"/>
              <a:gd name="connsiteX2236" fmla="*/ 5158052 w 15732060"/>
              <a:gd name="connsiteY2236" fmla="*/ 402081 h 8839200"/>
              <a:gd name="connsiteX2237" fmla="*/ 5156406 w 15732060"/>
              <a:gd name="connsiteY2237" fmla="*/ 377389 h 8839200"/>
              <a:gd name="connsiteX2238" fmla="*/ 5143236 w 15732060"/>
              <a:gd name="connsiteY2238" fmla="*/ 372038 h 8839200"/>
              <a:gd name="connsiteX2239" fmla="*/ 30180 w 15732060"/>
              <a:gd name="connsiteY2239" fmla="*/ 329238 h 8839200"/>
              <a:gd name="connsiteX2240" fmla="*/ 17010 w 15732060"/>
              <a:gd name="connsiteY2240" fmla="*/ 334587 h 8839200"/>
              <a:gd name="connsiteX2241" fmla="*/ 17010 w 15732060"/>
              <a:gd name="connsiteY2241" fmla="*/ 360926 h 8839200"/>
              <a:gd name="connsiteX2242" fmla="*/ 41702 w 15732060"/>
              <a:gd name="connsiteY2242" fmla="*/ 362573 h 8839200"/>
              <a:gd name="connsiteX2243" fmla="*/ 560800 w 15732060"/>
              <a:gd name="connsiteY2243" fmla="*/ 881671 h 8839200"/>
              <a:gd name="connsiteX2244" fmla="*/ 1124344 w 15732060"/>
              <a:gd name="connsiteY2244" fmla="*/ 881671 h 8839200"/>
              <a:gd name="connsiteX2245" fmla="*/ 1953474 w 15732060"/>
              <a:gd name="connsiteY2245" fmla="*/ 1710800 h 8839200"/>
              <a:gd name="connsiteX2246" fmla="*/ 2496168 w 15732060"/>
              <a:gd name="connsiteY2246" fmla="*/ 1710800 h 8839200"/>
              <a:gd name="connsiteX2247" fmla="*/ 3193602 w 15732060"/>
              <a:gd name="connsiteY2247" fmla="*/ 2408235 h 8839200"/>
              <a:gd name="connsiteX2248" fmla="*/ 3588687 w 15732060"/>
              <a:gd name="connsiteY2248" fmla="*/ 2408235 h 8839200"/>
              <a:gd name="connsiteX2249" fmla="*/ 4287219 w 15732060"/>
              <a:gd name="connsiteY2249" fmla="*/ 3106766 h 8839200"/>
              <a:gd name="connsiteX2250" fmla="*/ 5315537 w 15732060"/>
              <a:gd name="connsiteY2250" fmla="*/ 3106766 h 8839200"/>
              <a:gd name="connsiteX2251" fmla="*/ 5924078 w 15732060"/>
              <a:gd name="connsiteY2251" fmla="*/ 3715307 h 8839200"/>
              <a:gd name="connsiteX2252" fmla="*/ 6682420 w 15732060"/>
              <a:gd name="connsiteY2252" fmla="*/ 3715307 h 8839200"/>
              <a:gd name="connsiteX2253" fmla="*/ 6682420 w 15732060"/>
              <a:gd name="connsiteY2253" fmla="*/ 3710368 h 8839200"/>
              <a:gd name="connsiteX2254" fmla="*/ 5926273 w 15732060"/>
              <a:gd name="connsiteY2254" fmla="*/ 3710368 h 8839200"/>
              <a:gd name="connsiteX2255" fmla="*/ 5317732 w 15732060"/>
              <a:gd name="connsiteY2255" fmla="*/ 3101828 h 8839200"/>
              <a:gd name="connsiteX2256" fmla="*/ 4289414 w 15732060"/>
              <a:gd name="connsiteY2256" fmla="*/ 3101828 h 8839200"/>
              <a:gd name="connsiteX2257" fmla="*/ 3590882 w 15732060"/>
              <a:gd name="connsiteY2257" fmla="*/ 2403296 h 8839200"/>
              <a:gd name="connsiteX2258" fmla="*/ 3195797 w 15732060"/>
              <a:gd name="connsiteY2258" fmla="*/ 2403296 h 8839200"/>
              <a:gd name="connsiteX2259" fmla="*/ 2498362 w 15732060"/>
              <a:gd name="connsiteY2259" fmla="*/ 1705861 h 8839200"/>
              <a:gd name="connsiteX2260" fmla="*/ 1955669 w 15732060"/>
              <a:gd name="connsiteY2260" fmla="*/ 1705861 h 8839200"/>
              <a:gd name="connsiteX2261" fmla="*/ 1126540 w 15732060"/>
              <a:gd name="connsiteY2261" fmla="*/ 876732 h 8839200"/>
              <a:gd name="connsiteX2262" fmla="*/ 562996 w 15732060"/>
              <a:gd name="connsiteY2262" fmla="*/ 876732 h 8839200"/>
              <a:gd name="connsiteX2263" fmla="*/ 44994 w 15732060"/>
              <a:gd name="connsiteY2263" fmla="*/ 359280 h 8839200"/>
              <a:gd name="connsiteX2264" fmla="*/ 43348 w 15732060"/>
              <a:gd name="connsiteY2264" fmla="*/ 334587 h 8839200"/>
              <a:gd name="connsiteX2265" fmla="*/ 30180 w 15732060"/>
              <a:gd name="connsiteY2265" fmla="*/ 329238 h 8839200"/>
              <a:gd name="connsiteX2266" fmla="*/ 8003760 w 15732060"/>
              <a:gd name="connsiteY2266" fmla="*/ 292473 h 8839200"/>
              <a:gd name="connsiteX2267" fmla="*/ 7990591 w 15732060"/>
              <a:gd name="connsiteY2267" fmla="*/ 297823 h 8839200"/>
              <a:gd name="connsiteX2268" fmla="*/ 7988944 w 15732060"/>
              <a:gd name="connsiteY2268" fmla="*/ 322515 h 8839200"/>
              <a:gd name="connsiteX2269" fmla="*/ 7868774 w 15732060"/>
              <a:gd name="connsiteY2269" fmla="*/ 442687 h 8839200"/>
              <a:gd name="connsiteX2270" fmla="*/ 7868774 w 15732060"/>
              <a:gd name="connsiteY2270" fmla="*/ 1451251 h 8839200"/>
              <a:gd name="connsiteX2271" fmla="*/ 7746406 w 15732060"/>
              <a:gd name="connsiteY2271" fmla="*/ 1573618 h 8839200"/>
              <a:gd name="connsiteX2272" fmla="*/ 7746406 w 15732060"/>
              <a:gd name="connsiteY2272" fmla="*/ 3202794 h 8839200"/>
              <a:gd name="connsiteX2273" fmla="*/ 7751346 w 15732060"/>
              <a:gd name="connsiteY2273" fmla="*/ 3202794 h 8839200"/>
              <a:gd name="connsiteX2274" fmla="*/ 7751346 w 15732060"/>
              <a:gd name="connsiteY2274" fmla="*/ 1575812 h 8839200"/>
              <a:gd name="connsiteX2275" fmla="*/ 7873712 w 15732060"/>
              <a:gd name="connsiteY2275" fmla="*/ 1453446 h 8839200"/>
              <a:gd name="connsiteX2276" fmla="*/ 7873712 w 15732060"/>
              <a:gd name="connsiteY2276" fmla="*/ 444334 h 8839200"/>
              <a:gd name="connsiteX2277" fmla="*/ 7992238 w 15732060"/>
              <a:gd name="connsiteY2277" fmla="*/ 325808 h 8839200"/>
              <a:gd name="connsiteX2278" fmla="*/ 8016930 w 15732060"/>
              <a:gd name="connsiteY2278" fmla="*/ 324162 h 8839200"/>
              <a:gd name="connsiteX2279" fmla="*/ 8016930 w 15732060"/>
              <a:gd name="connsiteY2279" fmla="*/ 297823 h 8839200"/>
              <a:gd name="connsiteX2280" fmla="*/ 8003760 w 15732060"/>
              <a:gd name="connsiteY2280" fmla="*/ 292473 h 8839200"/>
              <a:gd name="connsiteX2281" fmla="*/ 11430573 w 15732060"/>
              <a:gd name="connsiteY2281" fmla="*/ 181629 h 8839200"/>
              <a:gd name="connsiteX2282" fmla="*/ 11417404 w 15732060"/>
              <a:gd name="connsiteY2282" fmla="*/ 186979 h 8839200"/>
              <a:gd name="connsiteX2283" fmla="*/ 11415757 w 15732060"/>
              <a:gd name="connsiteY2283" fmla="*/ 211673 h 8839200"/>
              <a:gd name="connsiteX2284" fmla="*/ 11160598 w 15732060"/>
              <a:gd name="connsiteY2284" fmla="*/ 466832 h 8839200"/>
              <a:gd name="connsiteX2285" fmla="*/ 11160049 w 15732060"/>
              <a:gd name="connsiteY2285" fmla="*/ 466832 h 8839200"/>
              <a:gd name="connsiteX2286" fmla="*/ 11160049 w 15732060"/>
              <a:gd name="connsiteY2286" fmla="*/ 614439 h 8839200"/>
              <a:gd name="connsiteX2287" fmla="*/ 11143588 w 15732060"/>
              <a:gd name="connsiteY2287" fmla="*/ 633096 h 8839200"/>
              <a:gd name="connsiteX2288" fmla="*/ 11162244 w 15732060"/>
              <a:gd name="connsiteY2288" fmla="*/ 651753 h 8839200"/>
              <a:gd name="connsiteX2289" fmla="*/ 11162793 w 15732060"/>
              <a:gd name="connsiteY2289" fmla="*/ 651205 h 8839200"/>
              <a:gd name="connsiteX2290" fmla="*/ 11181450 w 15732060"/>
              <a:gd name="connsiteY2290" fmla="*/ 632548 h 8839200"/>
              <a:gd name="connsiteX2291" fmla="*/ 11164988 w 15732060"/>
              <a:gd name="connsiteY2291" fmla="*/ 613891 h 8839200"/>
              <a:gd name="connsiteX2292" fmla="*/ 11164988 w 15732060"/>
              <a:gd name="connsiteY2292" fmla="*/ 469026 h 8839200"/>
              <a:gd name="connsiteX2293" fmla="*/ 11419049 w 15732060"/>
              <a:gd name="connsiteY2293" fmla="*/ 214965 h 8839200"/>
              <a:gd name="connsiteX2294" fmla="*/ 11443743 w 15732060"/>
              <a:gd name="connsiteY2294" fmla="*/ 213318 h 8839200"/>
              <a:gd name="connsiteX2295" fmla="*/ 11443743 w 15732060"/>
              <a:gd name="connsiteY2295" fmla="*/ 186979 h 8839200"/>
              <a:gd name="connsiteX2296" fmla="*/ 11430573 w 15732060"/>
              <a:gd name="connsiteY2296" fmla="*/ 181629 h 8839200"/>
              <a:gd name="connsiteX2297" fmla="*/ 9575320 w 15732060"/>
              <a:gd name="connsiteY2297" fmla="*/ 150352 h 8839200"/>
              <a:gd name="connsiteX2298" fmla="*/ 9562151 w 15732060"/>
              <a:gd name="connsiteY2298" fmla="*/ 155702 h 8839200"/>
              <a:gd name="connsiteX2299" fmla="*/ 9560504 w 15732060"/>
              <a:gd name="connsiteY2299" fmla="*/ 180394 h 8839200"/>
              <a:gd name="connsiteX2300" fmla="*/ 9196696 w 15732060"/>
              <a:gd name="connsiteY2300" fmla="*/ 544202 h 8839200"/>
              <a:gd name="connsiteX2301" fmla="*/ 9196698 w 15732060"/>
              <a:gd name="connsiteY2301" fmla="*/ 544202 h 8839200"/>
              <a:gd name="connsiteX2302" fmla="*/ 9196148 w 15732060"/>
              <a:gd name="connsiteY2302" fmla="*/ 544750 h 8839200"/>
              <a:gd name="connsiteX2303" fmla="*/ 9196148 w 15732060"/>
              <a:gd name="connsiteY2303" fmla="*/ 788935 h 8839200"/>
              <a:gd name="connsiteX2304" fmla="*/ 9179687 w 15732060"/>
              <a:gd name="connsiteY2304" fmla="*/ 807592 h 8839200"/>
              <a:gd name="connsiteX2305" fmla="*/ 9198343 w 15732060"/>
              <a:gd name="connsiteY2305" fmla="*/ 826249 h 8839200"/>
              <a:gd name="connsiteX2306" fmla="*/ 9217000 w 15732060"/>
              <a:gd name="connsiteY2306" fmla="*/ 807592 h 8839200"/>
              <a:gd name="connsiteX2307" fmla="*/ 9200538 w 15732060"/>
              <a:gd name="connsiteY2307" fmla="*/ 788935 h 8839200"/>
              <a:gd name="connsiteX2308" fmla="*/ 9200538 w 15732060"/>
              <a:gd name="connsiteY2308" fmla="*/ 546946 h 8839200"/>
              <a:gd name="connsiteX2309" fmla="*/ 9563797 w 15732060"/>
              <a:gd name="connsiteY2309" fmla="*/ 183687 h 8839200"/>
              <a:gd name="connsiteX2310" fmla="*/ 9588489 w 15732060"/>
              <a:gd name="connsiteY2310" fmla="*/ 182041 h 8839200"/>
              <a:gd name="connsiteX2311" fmla="*/ 9588489 w 15732060"/>
              <a:gd name="connsiteY2311" fmla="*/ 155702 h 8839200"/>
              <a:gd name="connsiteX2312" fmla="*/ 9575320 w 15732060"/>
              <a:gd name="connsiteY2312" fmla="*/ 150352 h 8839200"/>
              <a:gd name="connsiteX2313" fmla="*/ 1234090 w 15732060"/>
              <a:gd name="connsiteY2313" fmla="*/ 127716 h 8839200"/>
              <a:gd name="connsiteX2314" fmla="*/ 1215434 w 15732060"/>
              <a:gd name="connsiteY2314" fmla="*/ 146373 h 8839200"/>
              <a:gd name="connsiteX2315" fmla="*/ 1231896 w 15732060"/>
              <a:gd name="connsiteY2315" fmla="*/ 165030 h 8839200"/>
              <a:gd name="connsiteX2316" fmla="*/ 1230798 w 15732060"/>
              <a:gd name="connsiteY2316" fmla="*/ 165030 h 8839200"/>
              <a:gd name="connsiteX2317" fmla="*/ 1230798 w 15732060"/>
              <a:gd name="connsiteY2317" fmla="*/ 477257 h 8839200"/>
              <a:gd name="connsiteX2318" fmla="*/ 1971034 w 15732060"/>
              <a:gd name="connsiteY2318" fmla="*/ 1217492 h 8839200"/>
              <a:gd name="connsiteX2319" fmla="*/ 3161228 w 15732060"/>
              <a:gd name="connsiteY2319" fmla="*/ 1217492 h 8839200"/>
              <a:gd name="connsiteX2320" fmla="*/ 3676483 w 15732060"/>
              <a:gd name="connsiteY2320" fmla="*/ 1732749 h 8839200"/>
              <a:gd name="connsiteX2321" fmla="*/ 3678130 w 15732060"/>
              <a:gd name="connsiteY2321" fmla="*/ 1757442 h 8839200"/>
              <a:gd name="connsiteX2322" fmla="*/ 3704469 w 15732060"/>
              <a:gd name="connsiteY2322" fmla="*/ 1757442 h 8839200"/>
              <a:gd name="connsiteX2323" fmla="*/ 3704469 w 15732060"/>
              <a:gd name="connsiteY2323" fmla="*/ 1731103 h 8839200"/>
              <a:gd name="connsiteX2324" fmla="*/ 3679776 w 15732060"/>
              <a:gd name="connsiteY2324" fmla="*/ 1729456 h 8839200"/>
              <a:gd name="connsiteX2325" fmla="*/ 3163422 w 15732060"/>
              <a:gd name="connsiteY2325" fmla="*/ 1213103 h 8839200"/>
              <a:gd name="connsiteX2326" fmla="*/ 1973229 w 15732060"/>
              <a:gd name="connsiteY2326" fmla="*/ 1213103 h 8839200"/>
              <a:gd name="connsiteX2327" fmla="*/ 1236286 w 15732060"/>
              <a:gd name="connsiteY2327" fmla="*/ 475611 h 8839200"/>
              <a:gd name="connsiteX2328" fmla="*/ 1236286 w 15732060"/>
              <a:gd name="connsiteY2328" fmla="*/ 165030 h 8839200"/>
              <a:gd name="connsiteX2329" fmla="*/ 1252747 w 15732060"/>
              <a:gd name="connsiteY2329" fmla="*/ 146373 h 8839200"/>
              <a:gd name="connsiteX2330" fmla="*/ 1234090 w 15732060"/>
              <a:gd name="connsiteY2330" fmla="*/ 127716 h 8839200"/>
              <a:gd name="connsiteX2331" fmla="*/ 12673444 w 15732060"/>
              <a:gd name="connsiteY2331" fmla="*/ 85053 h 8839200"/>
              <a:gd name="connsiteX2332" fmla="*/ 12660274 w 15732060"/>
              <a:gd name="connsiteY2332" fmla="*/ 90404 h 8839200"/>
              <a:gd name="connsiteX2333" fmla="*/ 12658628 w 15732060"/>
              <a:gd name="connsiteY2333" fmla="*/ 115096 h 8839200"/>
              <a:gd name="connsiteX2334" fmla="*/ 11994118 w 15732060"/>
              <a:gd name="connsiteY2334" fmla="*/ 779607 h 8839200"/>
              <a:gd name="connsiteX2335" fmla="*/ 10936717 w 15732060"/>
              <a:gd name="connsiteY2335" fmla="*/ 779607 h 8839200"/>
              <a:gd name="connsiteX2336" fmla="*/ 10717774 w 15732060"/>
              <a:gd name="connsiteY2336" fmla="*/ 998550 h 8839200"/>
              <a:gd name="connsiteX2337" fmla="*/ 10717226 w 15732060"/>
              <a:gd name="connsiteY2337" fmla="*/ 998550 h 8839200"/>
              <a:gd name="connsiteX2338" fmla="*/ 10717226 w 15732060"/>
              <a:gd name="connsiteY2338" fmla="*/ 1374429 h 8839200"/>
              <a:gd name="connsiteX2339" fmla="*/ 9451307 w 15732060"/>
              <a:gd name="connsiteY2339" fmla="*/ 2640347 h 8839200"/>
              <a:gd name="connsiteX2340" fmla="*/ 9450759 w 15732060"/>
              <a:gd name="connsiteY2340" fmla="*/ 2640347 h 8839200"/>
              <a:gd name="connsiteX2341" fmla="*/ 9450759 w 15732060"/>
              <a:gd name="connsiteY2341" fmla="*/ 2640896 h 8839200"/>
              <a:gd name="connsiteX2342" fmla="*/ 9450759 w 15732060"/>
              <a:gd name="connsiteY2342" fmla="*/ 2952025 h 8839200"/>
              <a:gd name="connsiteX2343" fmla="*/ 9278458 w 15732060"/>
              <a:gd name="connsiteY2343" fmla="*/ 3124325 h 8839200"/>
              <a:gd name="connsiteX2344" fmla="*/ 9253764 w 15732060"/>
              <a:gd name="connsiteY2344" fmla="*/ 3125971 h 8839200"/>
              <a:gd name="connsiteX2345" fmla="*/ 9253764 w 15732060"/>
              <a:gd name="connsiteY2345" fmla="*/ 3152311 h 8839200"/>
              <a:gd name="connsiteX2346" fmla="*/ 9280104 w 15732060"/>
              <a:gd name="connsiteY2346" fmla="*/ 3152311 h 8839200"/>
              <a:gd name="connsiteX2347" fmla="*/ 9281750 w 15732060"/>
              <a:gd name="connsiteY2347" fmla="*/ 3127618 h 8839200"/>
              <a:gd name="connsiteX2348" fmla="*/ 9455148 w 15732060"/>
              <a:gd name="connsiteY2348" fmla="*/ 2954220 h 8839200"/>
              <a:gd name="connsiteX2349" fmla="*/ 9455697 w 15732060"/>
              <a:gd name="connsiteY2349" fmla="*/ 2954220 h 8839200"/>
              <a:gd name="connsiteX2350" fmla="*/ 9455697 w 15732060"/>
              <a:gd name="connsiteY2350" fmla="*/ 2642542 h 8839200"/>
              <a:gd name="connsiteX2351" fmla="*/ 10721614 w 15732060"/>
              <a:gd name="connsiteY2351" fmla="*/ 1376624 h 8839200"/>
              <a:gd name="connsiteX2352" fmla="*/ 10722164 w 15732060"/>
              <a:gd name="connsiteY2352" fmla="*/ 1376624 h 8839200"/>
              <a:gd name="connsiteX2353" fmla="*/ 10722164 w 15732060"/>
              <a:gd name="connsiteY2353" fmla="*/ 1000745 h 8839200"/>
              <a:gd name="connsiteX2354" fmla="*/ 10938912 w 15732060"/>
              <a:gd name="connsiteY2354" fmla="*/ 783997 h 8839200"/>
              <a:gd name="connsiteX2355" fmla="*/ 11996312 w 15732060"/>
              <a:gd name="connsiteY2355" fmla="*/ 783997 h 8839200"/>
              <a:gd name="connsiteX2356" fmla="*/ 12661921 w 15732060"/>
              <a:gd name="connsiteY2356" fmla="*/ 118388 h 8839200"/>
              <a:gd name="connsiteX2357" fmla="*/ 12686613 w 15732060"/>
              <a:gd name="connsiteY2357" fmla="*/ 116743 h 8839200"/>
              <a:gd name="connsiteX2358" fmla="*/ 12686613 w 15732060"/>
              <a:gd name="connsiteY2358" fmla="*/ 90404 h 8839200"/>
              <a:gd name="connsiteX2359" fmla="*/ 12673444 w 15732060"/>
              <a:gd name="connsiteY2359" fmla="*/ 85053 h 8839200"/>
              <a:gd name="connsiteX2360" fmla="*/ 5508690 w 15732060"/>
              <a:gd name="connsiteY2360" fmla="*/ 82858 h 8839200"/>
              <a:gd name="connsiteX2361" fmla="*/ 5495520 w 15732060"/>
              <a:gd name="connsiteY2361" fmla="*/ 88208 h 8839200"/>
              <a:gd name="connsiteX2362" fmla="*/ 5495520 w 15732060"/>
              <a:gd name="connsiteY2362" fmla="*/ 114547 h 8839200"/>
              <a:gd name="connsiteX2363" fmla="*/ 5520212 w 15732060"/>
              <a:gd name="connsiteY2363" fmla="*/ 116193 h 8839200"/>
              <a:gd name="connsiteX2364" fmla="*/ 6066748 w 15732060"/>
              <a:gd name="connsiteY2364" fmla="*/ 662728 h 8839200"/>
              <a:gd name="connsiteX2365" fmla="*/ 6066748 w 15732060"/>
              <a:gd name="connsiteY2365" fmla="*/ 1160425 h 8839200"/>
              <a:gd name="connsiteX2366" fmla="*/ 6354830 w 15732060"/>
              <a:gd name="connsiteY2366" fmla="*/ 1448508 h 8839200"/>
              <a:gd name="connsiteX2367" fmla="*/ 6356476 w 15732060"/>
              <a:gd name="connsiteY2367" fmla="*/ 1473200 h 8839200"/>
              <a:gd name="connsiteX2368" fmla="*/ 6382815 w 15732060"/>
              <a:gd name="connsiteY2368" fmla="*/ 1473200 h 8839200"/>
              <a:gd name="connsiteX2369" fmla="*/ 6382815 w 15732060"/>
              <a:gd name="connsiteY2369" fmla="*/ 1446861 h 8839200"/>
              <a:gd name="connsiteX2370" fmla="*/ 6358122 w 15732060"/>
              <a:gd name="connsiteY2370" fmla="*/ 1445215 h 8839200"/>
              <a:gd name="connsiteX2371" fmla="*/ 6071686 w 15732060"/>
              <a:gd name="connsiteY2371" fmla="*/ 1158779 h 8839200"/>
              <a:gd name="connsiteX2372" fmla="*/ 6071686 w 15732060"/>
              <a:gd name="connsiteY2372" fmla="*/ 661081 h 8839200"/>
              <a:gd name="connsiteX2373" fmla="*/ 5523506 w 15732060"/>
              <a:gd name="connsiteY2373" fmla="*/ 112902 h 8839200"/>
              <a:gd name="connsiteX2374" fmla="*/ 5521859 w 15732060"/>
              <a:gd name="connsiteY2374" fmla="*/ 88208 h 8839200"/>
              <a:gd name="connsiteX2375" fmla="*/ 5508690 w 15732060"/>
              <a:gd name="connsiteY2375" fmla="*/ 82858 h 8839200"/>
              <a:gd name="connsiteX2376" fmla="*/ 13440567 w 15732060"/>
              <a:gd name="connsiteY2376" fmla="*/ 68454 h 8839200"/>
              <a:gd name="connsiteX2377" fmla="*/ 13421911 w 15732060"/>
              <a:gd name="connsiteY2377" fmla="*/ 87111 h 8839200"/>
              <a:gd name="connsiteX2378" fmla="*/ 13438372 w 15732060"/>
              <a:gd name="connsiteY2378" fmla="*/ 105768 h 8839200"/>
              <a:gd name="connsiteX2379" fmla="*/ 13438372 w 15732060"/>
              <a:gd name="connsiteY2379" fmla="*/ 253924 h 8839200"/>
              <a:gd name="connsiteX2380" fmla="*/ 13058652 w 15732060"/>
              <a:gd name="connsiteY2380" fmla="*/ 633645 h 8839200"/>
              <a:gd name="connsiteX2381" fmla="*/ 13058103 w 15732060"/>
              <a:gd name="connsiteY2381" fmla="*/ 634194 h 8839200"/>
              <a:gd name="connsiteX2382" fmla="*/ 12642716 w 15732060"/>
              <a:gd name="connsiteY2382" fmla="*/ 634194 h 8839200"/>
              <a:gd name="connsiteX2383" fmla="*/ 11792185 w 15732060"/>
              <a:gd name="connsiteY2383" fmla="*/ 1484723 h 8839200"/>
              <a:gd name="connsiteX2384" fmla="*/ 10808863 w 15732060"/>
              <a:gd name="connsiteY2384" fmla="*/ 1484723 h 8839200"/>
              <a:gd name="connsiteX2385" fmla="*/ 9714149 w 15732060"/>
              <a:gd name="connsiteY2385" fmla="*/ 2579438 h 8839200"/>
              <a:gd name="connsiteX2386" fmla="*/ 9713600 w 15732060"/>
              <a:gd name="connsiteY2386" fmla="*/ 2579438 h 8839200"/>
              <a:gd name="connsiteX2387" fmla="*/ 9713600 w 15732060"/>
              <a:gd name="connsiteY2387" fmla="*/ 3027200 h 8839200"/>
              <a:gd name="connsiteX2388" fmla="*/ 9267483 w 15732060"/>
              <a:gd name="connsiteY2388" fmla="*/ 3473318 h 8839200"/>
              <a:gd name="connsiteX2389" fmla="*/ 9040309 w 15732060"/>
              <a:gd name="connsiteY2389" fmla="*/ 3473318 h 8839200"/>
              <a:gd name="connsiteX2390" fmla="*/ 9040309 w 15732060"/>
              <a:gd name="connsiteY2390" fmla="*/ 3478256 h 8839200"/>
              <a:gd name="connsiteX2391" fmla="*/ 9269678 w 15732060"/>
              <a:gd name="connsiteY2391" fmla="*/ 3478256 h 8839200"/>
              <a:gd name="connsiteX2392" fmla="*/ 9717990 w 15732060"/>
              <a:gd name="connsiteY2392" fmla="*/ 3029944 h 8839200"/>
              <a:gd name="connsiteX2393" fmla="*/ 9718538 w 15732060"/>
              <a:gd name="connsiteY2393" fmla="*/ 3029944 h 8839200"/>
              <a:gd name="connsiteX2394" fmla="*/ 9718538 w 15732060"/>
              <a:gd name="connsiteY2394" fmla="*/ 2582182 h 8839200"/>
              <a:gd name="connsiteX2395" fmla="*/ 10811057 w 15732060"/>
              <a:gd name="connsiteY2395" fmla="*/ 1489663 h 8839200"/>
              <a:gd name="connsiteX2396" fmla="*/ 11794379 w 15732060"/>
              <a:gd name="connsiteY2396" fmla="*/ 1489663 h 8839200"/>
              <a:gd name="connsiteX2397" fmla="*/ 12644910 w 15732060"/>
              <a:gd name="connsiteY2397" fmla="*/ 639132 h 8839200"/>
              <a:gd name="connsiteX2398" fmla="*/ 13060298 w 15732060"/>
              <a:gd name="connsiteY2398" fmla="*/ 639132 h 8839200"/>
              <a:gd name="connsiteX2399" fmla="*/ 13442213 w 15732060"/>
              <a:gd name="connsiteY2399" fmla="*/ 257217 h 8839200"/>
              <a:gd name="connsiteX2400" fmla="*/ 13442762 w 15732060"/>
              <a:gd name="connsiteY2400" fmla="*/ 257217 h 8839200"/>
              <a:gd name="connsiteX2401" fmla="*/ 13442762 w 15732060"/>
              <a:gd name="connsiteY2401" fmla="*/ 105768 h 8839200"/>
              <a:gd name="connsiteX2402" fmla="*/ 13459225 w 15732060"/>
              <a:gd name="connsiteY2402" fmla="*/ 87111 h 8839200"/>
              <a:gd name="connsiteX2403" fmla="*/ 13440567 w 15732060"/>
              <a:gd name="connsiteY2403" fmla="*/ 68454 h 8839200"/>
              <a:gd name="connsiteX2404" fmla="*/ 3523593 w 15732060"/>
              <a:gd name="connsiteY2404" fmla="*/ 66054 h 8839200"/>
              <a:gd name="connsiteX2405" fmla="*/ 3510218 w 15732060"/>
              <a:gd name="connsiteY2405" fmla="*/ 71197 h 8839200"/>
              <a:gd name="connsiteX2406" fmla="*/ 3510218 w 15732060"/>
              <a:gd name="connsiteY2406" fmla="*/ 97536 h 8839200"/>
              <a:gd name="connsiteX2407" fmla="*/ 3534912 w 15732060"/>
              <a:gd name="connsiteY2407" fmla="*/ 99183 h 8839200"/>
              <a:gd name="connsiteX2408" fmla="*/ 3534363 w 15732060"/>
              <a:gd name="connsiteY2408" fmla="*/ 99732 h 8839200"/>
              <a:gd name="connsiteX2409" fmla="*/ 4713032 w 15732060"/>
              <a:gd name="connsiteY2409" fmla="*/ 1278401 h 8839200"/>
              <a:gd name="connsiteX2410" fmla="*/ 5114702 w 15732060"/>
              <a:gd name="connsiteY2410" fmla="*/ 1278401 h 8839200"/>
              <a:gd name="connsiteX2411" fmla="*/ 6142472 w 15732060"/>
              <a:gd name="connsiteY2411" fmla="*/ 2306171 h 8839200"/>
              <a:gd name="connsiteX2412" fmla="*/ 6142472 w 15732060"/>
              <a:gd name="connsiteY2412" fmla="*/ 2360495 h 8839200"/>
              <a:gd name="connsiteX2413" fmla="*/ 6719186 w 15732060"/>
              <a:gd name="connsiteY2413" fmla="*/ 2937209 h 8839200"/>
              <a:gd name="connsiteX2414" fmla="*/ 6719186 w 15732060"/>
              <a:gd name="connsiteY2414" fmla="*/ 3015129 h 8839200"/>
              <a:gd name="connsiteX2415" fmla="*/ 6702724 w 15732060"/>
              <a:gd name="connsiteY2415" fmla="*/ 3033785 h 8839200"/>
              <a:gd name="connsiteX2416" fmla="*/ 6721381 w 15732060"/>
              <a:gd name="connsiteY2416" fmla="*/ 3052442 h 8839200"/>
              <a:gd name="connsiteX2417" fmla="*/ 6740038 w 15732060"/>
              <a:gd name="connsiteY2417" fmla="*/ 3033785 h 8839200"/>
              <a:gd name="connsiteX2418" fmla="*/ 6723576 w 15732060"/>
              <a:gd name="connsiteY2418" fmla="*/ 3015129 h 8839200"/>
              <a:gd name="connsiteX2419" fmla="*/ 6723576 w 15732060"/>
              <a:gd name="connsiteY2419" fmla="*/ 2935563 h 8839200"/>
              <a:gd name="connsiteX2420" fmla="*/ 6146862 w 15732060"/>
              <a:gd name="connsiteY2420" fmla="*/ 2358849 h 8839200"/>
              <a:gd name="connsiteX2421" fmla="*/ 6146862 w 15732060"/>
              <a:gd name="connsiteY2421" fmla="*/ 2304525 h 8839200"/>
              <a:gd name="connsiteX2422" fmla="*/ 5116348 w 15732060"/>
              <a:gd name="connsiteY2422" fmla="*/ 1274011 h 8839200"/>
              <a:gd name="connsiteX2423" fmla="*/ 4714678 w 15732060"/>
              <a:gd name="connsiteY2423" fmla="*/ 1274011 h 8839200"/>
              <a:gd name="connsiteX2424" fmla="*/ 3538204 w 15732060"/>
              <a:gd name="connsiteY2424" fmla="*/ 95891 h 8839200"/>
              <a:gd name="connsiteX2425" fmla="*/ 3536557 w 15732060"/>
              <a:gd name="connsiteY2425" fmla="*/ 71197 h 8839200"/>
              <a:gd name="connsiteX2426" fmla="*/ 3523593 w 15732060"/>
              <a:gd name="connsiteY2426" fmla="*/ 66054 h 8839200"/>
              <a:gd name="connsiteX2427" fmla="*/ 12317867 w 15732060"/>
              <a:gd name="connsiteY2427" fmla="*/ 62556 h 8839200"/>
              <a:gd name="connsiteX2428" fmla="*/ 12304698 w 15732060"/>
              <a:gd name="connsiteY2428" fmla="*/ 67906 h 8839200"/>
              <a:gd name="connsiteX2429" fmla="*/ 12303051 w 15732060"/>
              <a:gd name="connsiteY2429" fmla="*/ 92598 h 8839200"/>
              <a:gd name="connsiteX2430" fmla="*/ 12047893 w 15732060"/>
              <a:gd name="connsiteY2430" fmla="*/ 347757 h 8839200"/>
              <a:gd name="connsiteX2431" fmla="*/ 12047344 w 15732060"/>
              <a:gd name="connsiteY2431" fmla="*/ 347757 h 8839200"/>
              <a:gd name="connsiteX2432" fmla="*/ 12047344 w 15732060"/>
              <a:gd name="connsiteY2432" fmla="*/ 464636 h 8839200"/>
              <a:gd name="connsiteX2433" fmla="*/ 11840474 w 15732060"/>
              <a:gd name="connsiteY2433" fmla="*/ 671507 h 8839200"/>
              <a:gd name="connsiteX2434" fmla="*/ 11451424 w 15732060"/>
              <a:gd name="connsiteY2434" fmla="*/ 671507 h 8839200"/>
              <a:gd name="connsiteX2435" fmla="*/ 11432768 w 15732060"/>
              <a:gd name="connsiteY2435" fmla="*/ 655046 h 8839200"/>
              <a:gd name="connsiteX2436" fmla="*/ 11414110 w 15732060"/>
              <a:gd name="connsiteY2436" fmla="*/ 673703 h 8839200"/>
              <a:gd name="connsiteX2437" fmla="*/ 11432768 w 15732060"/>
              <a:gd name="connsiteY2437" fmla="*/ 692359 h 8839200"/>
              <a:gd name="connsiteX2438" fmla="*/ 11451424 w 15732060"/>
              <a:gd name="connsiteY2438" fmla="*/ 675897 h 8839200"/>
              <a:gd name="connsiteX2439" fmla="*/ 11843217 w 15732060"/>
              <a:gd name="connsiteY2439" fmla="*/ 675897 h 8839200"/>
              <a:gd name="connsiteX2440" fmla="*/ 12051735 w 15732060"/>
              <a:gd name="connsiteY2440" fmla="*/ 466832 h 8839200"/>
              <a:gd name="connsiteX2441" fmla="*/ 12052282 w 15732060"/>
              <a:gd name="connsiteY2441" fmla="*/ 466832 h 8839200"/>
              <a:gd name="connsiteX2442" fmla="*/ 12052282 w 15732060"/>
              <a:gd name="connsiteY2442" fmla="*/ 349952 h 8839200"/>
              <a:gd name="connsiteX2443" fmla="*/ 12306344 w 15732060"/>
              <a:gd name="connsiteY2443" fmla="*/ 95891 h 8839200"/>
              <a:gd name="connsiteX2444" fmla="*/ 12331037 w 15732060"/>
              <a:gd name="connsiteY2444" fmla="*/ 94245 h 8839200"/>
              <a:gd name="connsiteX2445" fmla="*/ 12331037 w 15732060"/>
              <a:gd name="connsiteY2445" fmla="*/ 67906 h 8839200"/>
              <a:gd name="connsiteX2446" fmla="*/ 12317867 w 15732060"/>
              <a:gd name="connsiteY2446" fmla="*/ 62556 h 8839200"/>
              <a:gd name="connsiteX2447" fmla="*/ 2080437 w 15732060"/>
              <a:gd name="connsiteY2447" fmla="*/ 62212 h 8839200"/>
              <a:gd name="connsiteX2448" fmla="*/ 2067062 w 15732060"/>
              <a:gd name="connsiteY2448" fmla="*/ 67356 h 8839200"/>
              <a:gd name="connsiteX2449" fmla="*/ 2067062 w 15732060"/>
              <a:gd name="connsiteY2449" fmla="*/ 93695 h 8839200"/>
              <a:gd name="connsiteX2450" fmla="*/ 2078997 w 15732060"/>
              <a:gd name="connsiteY2450" fmla="*/ 99045 h 8839200"/>
              <a:gd name="connsiteX2451" fmla="*/ 2091754 w 15732060"/>
              <a:gd name="connsiteY2451" fmla="*/ 95342 h 8839200"/>
              <a:gd name="connsiteX2452" fmla="*/ 2091205 w 15732060"/>
              <a:gd name="connsiteY2452" fmla="*/ 94793 h 8839200"/>
              <a:gd name="connsiteX2453" fmla="*/ 2091754 w 15732060"/>
              <a:gd name="connsiteY2453" fmla="*/ 95342 h 8839200"/>
              <a:gd name="connsiteX2454" fmla="*/ 2091754 w 15732060"/>
              <a:gd name="connsiteY2454" fmla="*/ 95342 h 8839200"/>
              <a:gd name="connsiteX2455" fmla="*/ 2475316 w 15732060"/>
              <a:gd name="connsiteY2455" fmla="*/ 478903 h 8839200"/>
              <a:gd name="connsiteX2456" fmla="*/ 2979049 w 15732060"/>
              <a:gd name="connsiteY2456" fmla="*/ 478903 h 8839200"/>
              <a:gd name="connsiteX2457" fmla="*/ 3953592 w 15732060"/>
              <a:gd name="connsiteY2457" fmla="*/ 1453446 h 8839200"/>
              <a:gd name="connsiteX2458" fmla="*/ 4179668 w 15732060"/>
              <a:gd name="connsiteY2458" fmla="*/ 1453446 h 8839200"/>
              <a:gd name="connsiteX2459" fmla="*/ 4465556 w 15732060"/>
              <a:gd name="connsiteY2459" fmla="*/ 1739334 h 8839200"/>
              <a:gd name="connsiteX2460" fmla="*/ 4727848 w 15732060"/>
              <a:gd name="connsiteY2460" fmla="*/ 1739334 h 8839200"/>
              <a:gd name="connsiteX2461" fmla="*/ 4746505 w 15732060"/>
              <a:gd name="connsiteY2461" fmla="*/ 1755795 h 8839200"/>
              <a:gd name="connsiteX2462" fmla="*/ 4765162 w 15732060"/>
              <a:gd name="connsiteY2462" fmla="*/ 1737139 h 8839200"/>
              <a:gd name="connsiteX2463" fmla="*/ 4746505 w 15732060"/>
              <a:gd name="connsiteY2463" fmla="*/ 1718482 h 8839200"/>
              <a:gd name="connsiteX2464" fmla="*/ 4727848 w 15732060"/>
              <a:gd name="connsiteY2464" fmla="*/ 1734944 h 8839200"/>
              <a:gd name="connsiteX2465" fmla="*/ 4467751 w 15732060"/>
              <a:gd name="connsiteY2465" fmla="*/ 1734944 h 8839200"/>
              <a:gd name="connsiteX2466" fmla="*/ 4181863 w 15732060"/>
              <a:gd name="connsiteY2466" fmla="*/ 1449057 h 8839200"/>
              <a:gd name="connsiteX2467" fmla="*/ 3955787 w 15732060"/>
              <a:gd name="connsiteY2467" fmla="*/ 1449057 h 8839200"/>
              <a:gd name="connsiteX2468" fmla="*/ 2981244 w 15732060"/>
              <a:gd name="connsiteY2468" fmla="*/ 474514 h 8839200"/>
              <a:gd name="connsiteX2469" fmla="*/ 2477511 w 15732060"/>
              <a:gd name="connsiteY2469" fmla="*/ 474514 h 8839200"/>
              <a:gd name="connsiteX2470" fmla="*/ 2095046 w 15732060"/>
              <a:gd name="connsiteY2470" fmla="*/ 92049 h 8839200"/>
              <a:gd name="connsiteX2471" fmla="*/ 2093401 w 15732060"/>
              <a:gd name="connsiteY2471" fmla="*/ 67356 h 8839200"/>
              <a:gd name="connsiteX2472" fmla="*/ 2080437 w 15732060"/>
              <a:gd name="connsiteY2472" fmla="*/ 62212 h 8839200"/>
              <a:gd name="connsiteX2473" fmla="*/ 3829579 w 15732060"/>
              <a:gd name="connsiteY2473" fmla="*/ 60360 h 8839200"/>
              <a:gd name="connsiteX2474" fmla="*/ 3816410 w 15732060"/>
              <a:gd name="connsiteY2474" fmla="*/ 65710 h 8839200"/>
              <a:gd name="connsiteX2475" fmla="*/ 3816410 w 15732060"/>
              <a:gd name="connsiteY2475" fmla="*/ 92049 h 8839200"/>
              <a:gd name="connsiteX2476" fmla="*/ 3841102 w 15732060"/>
              <a:gd name="connsiteY2476" fmla="*/ 93695 h 8839200"/>
              <a:gd name="connsiteX2477" fmla="*/ 4375564 w 15732060"/>
              <a:gd name="connsiteY2477" fmla="*/ 628158 h 8839200"/>
              <a:gd name="connsiteX2478" fmla="*/ 4377210 w 15732060"/>
              <a:gd name="connsiteY2478" fmla="*/ 652850 h 8839200"/>
              <a:gd name="connsiteX2479" fmla="*/ 4403550 w 15732060"/>
              <a:gd name="connsiteY2479" fmla="*/ 652850 h 8839200"/>
              <a:gd name="connsiteX2480" fmla="*/ 4403550 w 15732060"/>
              <a:gd name="connsiteY2480" fmla="*/ 626511 h 8839200"/>
              <a:gd name="connsiteX2481" fmla="*/ 4378856 w 15732060"/>
              <a:gd name="connsiteY2481" fmla="*/ 624866 h 8839200"/>
              <a:gd name="connsiteX2482" fmla="*/ 3844394 w 15732060"/>
              <a:gd name="connsiteY2482" fmla="*/ 90404 h 8839200"/>
              <a:gd name="connsiteX2483" fmla="*/ 3842748 w 15732060"/>
              <a:gd name="connsiteY2483" fmla="*/ 65710 h 8839200"/>
              <a:gd name="connsiteX2484" fmla="*/ 3829579 w 15732060"/>
              <a:gd name="connsiteY2484" fmla="*/ 60360 h 8839200"/>
              <a:gd name="connsiteX2485" fmla="*/ 6405312 w 15732060"/>
              <a:gd name="connsiteY2485" fmla="*/ 58715 h 8839200"/>
              <a:gd name="connsiteX2486" fmla="*/ 6392143 w 15732060"/>
              <a:gd name="connsiteY2486" fmla="*/ 64065 h 8839200"/>
              <a:gd name="connsiteX2487" fmla="*/ 6392143 w 15732060"/>
              <a:gd name="connsiteY2487" fmla="*/ 90404 h 8839200"/>
              <a:gd name="connsiteX2488" fmla="*/ 6416836 w 15732060"/>
              <a:gd name="connsiteY2488" fmla="*/ 92049 h 8839200"/>
              <a:gd name="connsiteX2489" fmla="*/ 6647852 w 15732060"/>
              <a:gd name="connsiteY2489" fmla="*/ 323064 h 8839200"/>
              <a:gd name="connsiteX2490" fmla="*/ 6647852 w 15732060"/>
              <a:gd name="connsiteY2490" fmla="*/ 1283889 h 8839200"/>
              <a:gd name="connsiteX2491" fmla="*/ 7273951 w 15732060"/>
              <a:gd name="connsiteY2491" fmla="*/ 1909988 h 8839200"/>
              <a:gd name="connsiteX2492" fmla="*/ 7273951 w 15732060"/>
              <a:gd name="connsiteY2492" fmla="*/ 3239559 h 8839200"/>
              <a:gd name="connsiteX2493" fmla="*/ 7278890 w 15732060"/>
              <a:gd name="connsiteY2493" fmla="*/ 3239559 h 8839200"/>
              <a:gd name="connsiteX2494" fmla="*/ 7278890 w 15732060"/>
              <a:gd name="connsiteY2494" fmla="*/ 1907794 h 8839200"/>
              <a:gd name="connsiteX2495" fmla="*/ 6652789 w 15732060"/>
              <a:gd name="connsiteY2495" fmla="*/ 1281694 h 8839200"/>
              <a:gd name="connsiteX2496" fmla="*/ 6652789 w 15732060"/>
              <a:gd name="connsiteY2496" fmla="*/ 321418 h 8839200"/>
              <a:gd name="connsiteX2497" fmla="*/ 6420129 w 15732060"/>
              <a:gd name="connsiteY2497" fmla="*/ 88757 h 8839200"/>
              <a:gd name="connsiteX2498" fmla="*/ 6418482 w 15732060"/>
              <a:gd name="connsiteY2498" fmla="*/ 64065 h 8839200"/>
              <a:gd name="connsiteX2499" fmla="*/ 6405312 w 15732060"/>
              <a:gd name="connsiteY2499" fmla="*/ 58715 h 8839200"/>
              <a:gd name="connsiteX2500" fmla="*/ 9445271 w 15732060"/>
              <a:gd name="connsiteY2500" fmla="*/ 55422 h 8839200"/>
              <a:gd name="connsiteX2501" fmla="*/ 9432102 w 15732060"/>
              <a:gd name="connsiteY2501" fmla="*/ 60772 h 8839200"/>
              <a:gd name="connsiteX2502" fmla="*/ 9430456 w 15732060"/>
              <a:gd name="connsiteY2502" fmla="*/ 85464 h 8839200"/>
              <a:gd name="connsiteX2503" fmla="*/ 8428477 w 15732060"/>
              <a:gd name="connsiteY2503" fmla="*/ 1087444 h 8839200"/>
              <a:gd name="connsiteX2504" fmla="*/ 8427928 w 15732060"/>
              <a:gd name="connsiteY2504" fmla="*/ 1087444 h 8839200"/>
              <a:gd name="connsiteX2505" fmla="*/ 8427928 w 15732060"/>
              <a:gd name="connsiteY2505" fmla="*/ 2614007 h 8839200"/>
              <a:gd name="connsiteX2506" fmla="*/ 8206241 w 15732060"/>
              <a:gd name="connsiteY2506" fmla="*/ 2835694 h 8839200"/>
              <a:gd name="connsiteX2507" fmla="*/ 8205692 w 15732060"/>
              <a:gd name="connsiteY2507" fmla="*/ 2835694 h 8839200"/>
              <a:gd name="connsiteX2508" fmla="*/ 8205144 w 15732060"/>
              <a:gd name="connsiteY2508" fmla="*/ 2836243 h 8839200"/>
              <a:gd name="connsiteX2509" fmla="*/ 8205144 w 15732060"/>
              <a:gd name="connsiteY2509" fmla="*/ 3230230 h 8839200"/>
              <a:gd name="connsiteX2510" fmla="*/ 8210082 w 15732060"/>
              <a:gd name="connsiteY2510" fmla="*/ 3230230 h 8839200"/>
              <a:gd name="connsiteX2511" fmla="*/ 8210082 w 15732060"/>
              <a:gd name="connsiteY2511" fmla="*/ 2837889 h 8839200"/>
              <a:gd name="connsiteX2512" fmla="*/ 8431769 w 15732060"/>
              <a:gd name="connsiteY2512" fmla="*/ 2616203 h 8839200"/>
              <a:gd name="connsiteX2513" fmla="*/ 8432317 w 15732060"/>
              <a:gd name="connsiteY2513" fmla="*/ 2616203 h 8839200"/>
              <a:gd name="connsiteX2514" fmla="*/ 8432317 w 15732060"/>
              <a:gd name="connsiteY2514" fmla="*/ 1090187 h 8839200"/>
              <a:gd name="connsiteX2515" fmla="*/ 9433748 w 15732060"/>
              <a:gd name="connsiteY2515" fmla="*/ 88757 h 8839200"/>
              <a:gd name="connsiteX2516" fmla="*/ 9458441 w 15732060"/>
              <a:gd name="connsiteY2516" fmla="*/ 87111 h 8839200"/>
              <a:gd name="connsiteX2517" fmla="*/ 9458441 w 15732060"/>
              <a:gd name="connsiteY2517" fmla="*/ 60772 h 8839200"/>
              <a:gd name="connsiteX2518" fmla="*/ 9445271 w 15732060"/>
              <a:gd name="connsiteY2518" fmla="*/ 55422 h 8839200"/>
              <a:gd name="connsiteX2519" fmla="*/ 7811705 w 15732060"/>
              <a:gd name="connsiteY2519" fmla="*/ 51581 h 8839200"/>
              <a:gd name="connsiteX2520" fmla="*/ 7798536 w 15732060"/>
              <a:gd name="connsiteY2520" fmla="*/ 56931 h 8839200"/>
              <a:gd name="connsiteX2521" fmla="*/ 7796889 w 15732060"/>
              <a:gd name="connsiteY2521" fmla="*/ 81623 h 8839200"/>
              <a:gd name="connsiteX2522" fmla="*/ 7438570 w 15732060"/>
              <a:gd name="connsiteY2522" fmla="*/ 439943 h 8839200"/>
              <a:gd name="connsiteX2523" fmla="*/ 7438570 w 15732060"/>
              <a:gd name="connsiteY2523" fmla="*/ 843260 h 8839200"/>
              <a:gd name="connsiteX2524" fmla="*/ 7533499 w 15732060"/>
              <a:gd name="connsiteY2524" fmla="*/ 938190 h 8839200"/>
              <a:gd name="connsiteX2525" fmla="*/ 7535146 w 15732060"/>
              <a:gd name="connsiteY2525" fmla="*/ 962882 h 8839200"/>
              <a:gd name="connsiteX2526" fmla="*/ 7534597 w 15732060"/>
              <a:gd name="connsiteY2526" fmla="*/ 962882 h 8839200"/>
              <a:gd name="connsiteX2527" fmla="*/ 7560936 w 15732060"/>
              <a:gd name="connsiteY2527" fmla="*/ 962882 h 8839200"/>
              <a:gd name="connsiteX2528" fmla="*/ 7560936 w 15732060"/>
              <a:gd name="connsiteY2528" fmla="*/ 936544 h 8839200"/>
              <a:gd name="connsiteX2529" fmla="*/ 7536243 w 15732060"/>
              <a:gd name="connsiteY2529" fmla="*/ 934897 h 8839200"/>
              <a:gd name="connsiteX2530" fmla="*/ 7442959 w 15732060"/>
              <a:gd name="connsiteY2530" fmla="*/ 841613 h 8839200"/>
              <a:gd name="connsiteX2531" fmla="*/ 7442959 w 15732060"/>
              <a:gd name="connsiteY2531" fmla="*/ 442138 h 8839200"/>
              <a:gd name="connsiteX2532" fmla="*/ 7800182 w 15732060"/>
              <a:gd name="connsiteY2532" fmla="*/ 84916 h 8839200"/>
              <a:gd name="connsiteX2533" fmla="*/ 7824874 w 15732060"/>
              <a:gd name="connsiteY2533" fmla="*/ 83270 h 8839200"/>
              <a:gd name="connsiteX2534" fmla="*/ 7824874 w 15732060"/>
              <a:gd name="connsiteY2534" fmla="*/ 56931 h 8839200"/>
              <a:gd name="connsiteX2535" fmla="*/ 7811705 w 15732060"/>
              <a:gd name="connsiteY2535" fmla="*/ 51581 h 8839200"/>
              <a:gd name="connsiteX2536" fmla="*/ 10497734 w 15732060"/>
              <a:gd name="connsiteY2536" fmla="*/ 48837 h 8839200"/>
              <a:gd name="connsiteX2537" fmla="*/ 10484564 w 15732060"/>
              <a:gd name="connsiteY2537" fmla="*/ 54187 h 8839200"/>
              <a:gd name="connsiteX2538" fmla="*/ 10482918 w 15732060"/>
              <a:gd name="connsiteY2538" fmla="*/ 78879 h 8839200"/>
              <a:gd name="connsiteX2539" fmla="*/ 10090028 w 15732060"/>
              <a:gd name="connsiteY2539" fmla="*/ 471770 h 8839200"/>
              <a:gd name="connsiteX2540" fmla="*/ 10089479 w 15732060"/>
              <a:gd name="connsiteY2540" fmla="*/ 471770 h 8839200"/>
              <a:gd name="connsiteX2541" fmla="*/ 10089479 w 15732060"/>
              <a:gd name="connsiteY2541" fmla="*/ 839419 h 8839200"/>
              <a:gd name="connsiteX2542" fmla="*/ 9924312 w 15732060"/>
              <a:gd name="connsiteY2542" fmla="*/ 1004586 h 8839200"/>
              <a:gd name="connsiteX2543" fmla="*/ 9899619 w 15732060"/>
              <a:gd name="connsiteY2543" fmla="*/ 1006232 h 8839200"/>
              <a:gd name="connsiteX2544" fmla="*/ 9899619 w 15732060"/>
              <a:gd name="connsiteY2544" fmla="*/ 1032571 h 8839200"/>
              <a:gd name="connsiteX2545" fmla="*/ 9925958 w 15732060"/>
              <a:gd name="connsiteY2545" fmla="*/ 1032571 h 8839200"/>
              <a:gd name="connsiteX2546" fmla="*/ 9927604 w 15732060"/>
              <a:gd name="connsiteY2546" fmla="*/ 1007879 h 8839200"/>
              <a:gd name="connsiteX2547" fmla="*/ 10093869 w 15732060"/>
              <a:gd name="connsiteY2547" fmla="*/ 841613 h 8839200"/>
              <a:gd name="connsiteX2548" fmla="*/ 10094418 w 15732060"/>
              <a:gd name="connsiteY2548" fmla="*/ 841613 h 8839200"/>
              <a:gd name="connsiteX2549" fmla="*/ 10094418 w 15732060"/>
              <a:gd name="connsiteY2549" fmla="*/ 473965 h 8839200"/>
              <a:gd name="connsiteX2550" fmla="*/ 10486210 w 15732060"/>
              <a:gd name="connsiteY2550" fmla="*/ 82172 h 8839200"/>
              <a:gd name="connsiteX2551" fmla="*/ 10510903 w 15732060"/>
              <a:gd name="connsiteY2551" fmla="*/ 80526 h 8839200"/>
              <a:gd name="connsiteX2552" fmla="*/ 10510903 w 15732060"/>
              <a:gd name="connsiteY2552" fmla="*/ 54187 h 8839200"/>
              <a:gd name="connsiteX2553" fmla="*/ 10497734 w 15732060"/>
              <a:gd name="connsiteY2553" fmla="*/ 48837 h 8839200"/>
              <a:gd name="connsiteX2554" fmla="*/ 7029971 w 15732060"/>
              <a:gd name="connsiteY2554" fmla="*/ 45202 h 8839200"/>
              <a:gd name="connsiteX2555" fmla="*/ 7016596 w 15732060"/>
              <a:gd name="connsiteY2555" fmla="*/ 50346 h 8839200"/>
              <a:gd name="connsiteX2556" fmla="*/ 7016596 w 15732060"/>
              <a:gd name="connsiteY2556" fmla="*/ 76685 h 8839200"/>
              <a:gd name="connsiteX2557" fmla="*/ 7028532 w 15732060"/>
              <a:gd name="connsiteY2557" fmla="*/ 82035 h 8839200"/>
              <a:gd name="connsiteX2558" fmla="*/ 7040865 w 15732060"/>
              <a:gd name="connsiteY2558" fmla="*/ 78454 h 8839200"/>
              <a:gd name="connsiteX2559" fmla="*/ 7040742 w 15732060"/>
              <a:gd name="connsiteY2559" fmla="*/ 78331 h 8839200"/>
              <a:gd name="connsiteX2560" fmla="*/ 7041290 w 15732060"/>
              <a:gd name="connsiteY2560" fmla="*/ 78331 h 8839200"/>
              <a:gd name="connsiteX2561" fmla="*/ 7040865 w 15732060"/>
              <a:gd name="connsiteY2561" fmla="*/ 78454 h 8839200"/>
              <a:gd name="connsiteX2562" fmla="*/ 7268464 w 15732060"/>
              <a:gd name="connsiteY2562" fmla="*/ 306054 h 8839200"/>
              <a:gd name="connsiteX2563" fmla="*/ 7268464 w 15732060"/>
              <a:gd name="connsiteY2563" fmla="*/ 1389793 h 8839200"/>
              <a:gd name="connsiteX2564" fmla="*/ 7506612 w 15732060"/>
              <a:gd name="connsiteY2564" fmla="*/ 1627942 h 8839200"/>
              <a:gd name="connsiteX2565" fmla="*/ 7506612 w 15732060"/>
              <a:gd name="connsiteY2565" fmla="*/ 3202245 h 8839200"/>
              <a:gd name="connsiteX2566" fmla="*/ 7511550 w 15732060"/>
              <a:gd name="connsiteY2566" fmla="*/ 3202245 h 8839200"/>
              <a:gd name="connsiteX2567" fmla="*/ 7511550 w 15732060"/>
              <a:gd name="connsiteY2567" fmla="*/ 1625747 h 8839200"/>
              <a:gd name="connsiteX2568" fmla="*/ 7273402 w 15732060"/>
              <a:gd name="connsiteY2568" fmla="*/ 1387598 h 8839200"/>
              <a:gd name="connsiteX2569" fmla="*/ 7273402 w 15732060"/>
              <a:gd name="connsiteY2569" fmla="*/ 303859 h 8839200"/>
              <a:gd name="connsiteX2570" fmla="*/ 7044582 w 15732060"/>
              <a:gd name="connsiteY2570" fmla="*/ 75038 h 8839200"/>
              <a:gd name="connsiteX2571" fmla="*/ 7042936 w 15732060"/>
              <a:gd name="connsiteY2571" fmla="*/ 50346 h 8839200"/>
              <a:gd name="connsiteX2572" fmla="*/ 7029971 w 15732060"/>
              <a:gd name="connsiteY2572" fmla="*/ 45202 h 8839200"/>
              <a:gd name="connsiteX2573" fmla="*/ 4452386 w 15732060"/>
              <a:gd name="connsiteY2573" fmla="*/ 43350 h 8839200"/>
              <a:gd name="connsiteX2574" fmla="*/ 4439216 w 15732060"/>
              <a:gd name="connsiteY2574" fmla="*/ 48699 h 8839200"/>
              <a:gd name="connsiteX2575" fmla="*/ 4439216 w 15732060"/>
              <a:gd name="connsiteY2575" fmla="*/ 75038 h 8839200"/>
              <a:gd name="connsiteX2576" fmla="*/ 4463910 w 15732060"/>
              <a:gd name="connsiteY2576" fmla="*/ 76685 h 8839200"/>
              <a:gd name="connsiteX2577" fmla="*/ 4464458 w 15732060"/>
              <a:gd name="connsiteY2577" fmla="*/ 77234 h 8839200"/>
              <a:gd name="connsiteX2578" fmla="*/ 4608774 w 15732060"/>
              <a:gd name="connsiteY2578" fmla="*/ 221549 h 8839200"/>
              <a:gd name="connsiteX2579" fmla="*/ 4608774 w 15732060"/>
              <a:gd name="connsiteY2579" fmla="*/ 447626 h 8839200"/>
              <a:gd name="connsiteX2580" fmla="*/ 5077938 w 15732060"/>
              <a:gd name="connsiteY2580" fmla="*/ 916789 h 8839200"/>
              <a:gd name="connsiteX2581" fmla="*/ 5077938 w 15732060"/>
              <a:gd name="connsiteY2581" fmla="*/ 1060007 h 8839200"/>
              <a:gd name="connsiteX2582" fmla="*/ 5061476 w 15732060"/>
              <a:gd name="connsiteY2582" fmla="*/ 1078664 h 8839200"/>
              <a:gd name="connsiteX2583" fmla="*/ 5080132 w 15732060"/>
              <a:gd name="connsiteY2583" fmla="*/ 1097321 h 8839200"/>
              <a:gd name="connsiteX2584" fmla="*/ 5098790 w 15732060"/>
              <a:gd name="connsiteY2584" fmla="*/ 1078664 h 8839200"/>
              <a:gd name="connsiteX2585" fmla="*/ 5082327 w 15732060"/>
              <a:gd name="connsiteY2585" fmla="*/ 1060007 h 8839200"/>
              <a:gd name="connsiteX2586" fmla="*/ 5082327 w 15732060"/>
              <a:gd name="connsiteY2586" fmla="*/ 914594 h 8839200"/>
              <a:gd name="connsiteX2587" fmla="*/ 4613164 w 15732060"/>
              <a:gd name="connsiteY2587" fmla="*/ 445431 h 8839200"/>
              <a:gd name="connsiteX2588" fmla="*/ 4613164 w 15732060"/>
              <a:gd name="connsiteY2588" fmla="*/ 219355 h 8839200"/>
              <a:gd name="connsiteX2589" fmla="*/ 4467202 w 15732060"/>
              <a:gd name="connsiteY2589" fmla="*/ 73393 h 8839200"/>
              <a:gd name="connsiteX2590" fmla="*/ 4465556 w 15732060"/>
              <a:gd name="connsiteY2590" fmla="*/ 48699 h 8839200"/>
              <a:gd name="connsiteX2591" fmla="*/ 4452386 w 15732060"/>
              <a:gd name="connsiteY2591" fmla="*/ 43350 h 8839200"/>
              <a:gd name="connsiteX2592" fmla="*/ 11888213 w 15732060"/>
              <a:gd name="connsiteY2592" fmla="*/ 29083 h 8839200"/>
              <a:gd name="connsiteX2593" fmla="*/ 11875043 w 15732060"/>
              <a:gd name="connsiteY2593" fmla="*/ 34433 h 8839200"/>
              <a:gd name="connsiteX2594" fmla="*/ 11873397 w 15732060"/>
              <a:gd name="connsiteY2594" fmla="*/ 59125 h 8839200"/>
              <a:gd name="connsiteX2595" fmla="*/ 11618239 w 15732060"/>
              <a:gd name="connsiteY2595" fmla="*/ 314285 h 8839200"/>
              <a:gd name="connsiteX2596" fmla="*/ 11617689 w 15732060"/>
              <a:gd name="connsiteY2596" fmla="*/ 314285 h 8839200"/>
              <a:gd name="connsiteX2597" fmla="*/ 11617689 w 15732060"/>
              <a:gd name="connsiteY2597" fmla="*/ 416897 h 8839200"/>
              <a:gd name="connsiteX2598" fmla="*/ 11462948 w 15732060"/>
              <a:gd name="connsiteY2598" fmla="*/ 571638 h 8839200"/>
              <a:gd name="connsiteX2599" fmla="*/ 11376249 w 15732060"/>
              <a:gd name="connsiteY2599" fmla="*/ 571638 h 8839200"/>
              <a:gd name="connsiteX2600" fmla="*/ 11279124 w 15732060"/>
              <a:gd name="connsiteY2600" fmla="*/ 668763 h 8839200"/>
              <a:gd name="connsiteX2601" fmla="*/ 11279671 w 15732060"/>
              <a:gd name="connsiteY2601" fmla="*/ 668215 h 8839200"/>
              <a:gd name="connsiteX2602" fmla="*/ 11254979 w 15732060"/>
              <a:gd name="connsiteY2602" fmla="*/ 669861 h 8839200"/>
              <a:gd name="connsiteX2603" fmla="*/ 11254979 w 15732060"/>
              <a:gd name="connsiteY2603" fmla="*/ 696200 h 8839200"/>
              <a:gd name="connsiteX2604" fmla="*/ 11281318 w 15732060"/>
              <a:gd name="connsiteY2604" fmla="*/ 696200 h 8839200"/>
              <a:gd name="connsiteX2605" fmla="*/ 11282965 w 15732060"/>
              <a:gd name="connsiteY2605" fmla="*/ 671507 h 8839200"/>
              <a:gd name="connsiteX2606" fmla="*/ 11378443 w 15732060"/>
              <a:gd name="connsiteY2606" fmla="*/ 576029 h 8839200"/>
              <a:gd name="connsiteX2607" fmla="*/ 11465142 w 15732060"/>
              <a:gd name="connsiteY2607" fmla="*/ 576029 h 8839200"/>
              <a:gd name="connsiteX2608" fmla="*/ 11622079 w 15732060"/>
              <a:gd name="connsiteY2608" fmla="*/ 419092 h 8839200"/>
              <a:gd name="connsiteX2609" fmla="*/ 11622628 w 15732060"/>
              <a:gd name="connsiteY2609" fmla="*/ 419092 h 8839200"/>
              <a:gd name="connsiteX2610" fmla="*/ 11622628 w 15732060"/>
              <a:gd name="connsiteY2610" fmla="*/ 316480 h 8839200"/>
              <a:gd name="connsiteX2611" fmla="*/ 11876689 w 15732060"/>
              <a:gd name="connsiteY2611" fmla="*/ 62418 h 8839200"/>
              <a:gd name="connsiteX2612" fmla="*/ 11901382 w 15732060"/>
              <a:gd name="connsiteY2612" fmla="*/ 60772 h 8839200"/>
              <a:gd name="connsiteX2613" fmla="*/ 11901382 w 15732060"/>
              <a:gd name="connsiteY2613" fmla="*/ 34433 h 8839200"/>
              <a:gd name="connsiteX2614" fmla="*/ 11888213 w 15732060"/>
              <a:gd name="connsiteY2614" fmla="*/ 29083 h 8839200"/>
              <a:gd name="connsiteX2615" fmla="*/ 14013990 w 15732060"/>
              <a:gd name="connsiteY2615" fmla="*/ 19754 h 8839200"/>
              <a:gd name="connsiteX2616" fmla="*/ 14000819 w 15732060"/>
              <a:gd name="connsiteY2616" fmla="*/ 25104 h 8839200"/>
              <a:gd name="connsiteX2617" fmla="*/ 13999173 w 15732060"/>
              <a:gd name="connsiteY2617" fmla="*/ 49797 h 8839200"/>
              <a:gd name="connsiteX2618" fmla="*/ 13179921 w 15732060"/>
              <a:gd name="connsiteY2618" fmla="*/ 869050 h 8839200"/>
              <a:gd name="connsiteX2619" fmla="*/ 12643813 w 15732060"/>
              <a:gd name="connsiteY2619" fmla="*/ 869050 h 8839200"/>
              <a:gd name="connsiteX2620" fmla="*/ 12374935 w 15732060"/>
              <a:gd name="connsiteY2620" fmla="*/ 1137927 h 8839200"/>
              <a:gd name="connsiteX2621" fmla="*/ 12374386 w 15732060"/>
              <a:gd name="connsiteY2621" fmla="*/ 1137927 h 8839200"/>
              <a:gd name="connsiteX2622" fmla="*/ 12374386 w 15732060"/>
              <a:gd name="connsiteY2622" fmla="*/ 1230662 h 8839200"/>
              <a:gd name="connsiteX2623" fmla="*/ 11985338 w 15732060"/>
              <a:gd name="connsiteY2623" fmla="*/ 1619711 h 8839200"/>
              <a:gd name="connsiteX2624" fmla="*/ 10850018 w 15732060"/>
              <a:gd name="connsiteY2624" fmla="*/ 1619711 h 8839200"/>
              <a:gd name="connsiteX2625" fmla="*/ 10752892 w 15732060"/>
              <a:gd name="connsiteY2625" fmla="*/ 1716836 h 8839200"/>
              <a:gd name="connsiteX2626" fmla="*/ 10728200 w 15732060"/>
              <a:gd name="connsiteY2626" fmla="*/ 1718482 h 8839200"/>
              <a:gd name="connsiteX2627" fmla="*/ 10728200 w 15732060"/>
              <a:gd name="connsiteY2627" fmla="*/ 1744821 h 8839200"/>
              <a:gd name="connsiteX2628" fmla="*/ 10754538 w 15732060"/>
              <a:gd name="connsiteY2628" fmla="*/ 1744821 h 8839200"/>
              <a:gd name="connsiteX2629" fmla="*/ 10756185 w 15732060"/>
              <a:gd name="connsiteY2629" fmla="*/ 1720128 h 8839200"/>
              <a:gd name="connsiteX2630" fmla="*/ 10851663 w 15732060"/>
              <a:gd name="connsiteY2630" fmla="*/ 1624649 h 8839200"/>
              <a:gd name="connsiteX2631" fmla="*/ 11986984 w 15732060"/>
              <a:gd name="connsiteY2631" fmla="*/ 1624649 h 8839200"/>
              <a:gd name="connsiteX2632" fmla="*/ 12378228 w 15732060"/>
              <a:gd name="connsiteY2632" fmla="*/ 1233405 h 8839200"/>
              <a:gd name="connsiteX2633" fmla="*/ 12378776 w 15732060"/>
              <a:gd name="connsiteY2633" fmla="*/ 1233405 h 8839200"/>
              <a:gd name="connsiteX2634" fmla="*/ 12378776 w 15732060"/>
              <a:gd name="connsiteY2634" fmla="*/ 1140671 h 8839200"/>
              <a:gd name="connsiteX2635" fmla="*/ 12645459 w 15732060"/>
              <a:gd name="connsiteY2635" fmla="*/ 873988 h 8839200"/>
              <a:gd name="connsiteX2636" fmla="*/ 13181567 w 15732060"/>
              <a:gd name="connsiteY2636" fmla="*/ 873988 h 8839200"/>
              <a:gd name="connsiteX2637" fmla="*/ 14002466 w 15732060"/>
              <a:gd name="connsiteY2637" fmla="*/ 53090 h 8839200"/>
              <a:gd name="connsiteX2638" fmla="*/ 14027159 w 15732060"/>
              <a:gd name="connsiteY2638" fmla="*/ 51443 h 8839200"/>
              <a:gd name="connsiteX2639" fmla="*/ 14027159 w 15732060"/>
              <a:gd name="connsiteY2639" fmla="*/ 25104 h 8839200"/>
              <a:gd name="connsiteX2640" fmla="*/ 14013990 w 15732060"/>
              <a:gd name="connsiteY2640" fmla="*/ 19754 h 8839200"/>
              <a:gd name="connsiteX2641" fmla="*/ 15502142 w 15732060"/>
              <a:gd name="connsiteY2641" fmla="*/ 0 h 8839200"/>
              <a:gd name="connsiteX2642" fmla="*/ 15488973 w 15732060"/>
              <a:gd name="connsiteY2642" fmla="*/ 5350 h 8839200"/>
              <a:gd name="connsiteX2643" fmla="*/ 15487326 w 15732060"/>
              <a:gd name="connsiteY2643" fmla="*/ 30043 h 8839200"/>
              <a:gd name="connsiteX2644" fmla="*/ 15189365 w 15732060"/>
              <a:gd name="connsiteY2644" fmla="*/ 328003 h 8839200"/>
              <a:gd name="connsiteX2645" fmla="*/ 14634602 w 15732060"/>
              <a:gd name="connsiteY2645" fmla="*/ 328003 h 8839200"/>
              <a:gd name="connsiteX2646" fmla="*/ 13882293 w 15732060"/>
              <a:gd name="connsiteY2646" fmla="*/ 1080311 h 8839200"/>
              <a:gd name="connsiteX2647" fmla="*/ 12793067 w 15732060"/>
              <a:gd name="connsiteY2647" fmla="*/ 1080311 h 8839200"/>
              <a:gd name="connsiteX2648" fmla="*/ 12792519 w 15732060"/>
              <a:gd name="connsiteY2648" fmla="*/ 1080859 h 8839200"/>
              <a:gd name="connsiteX2649" fmla="*/ 12773861 w 15732060"/>
              <a:gd name="connsiteY2649" fmla="*/ 1064397 h 8839200"/>
              <a:gd name="connsiteX2650" fmla="*/ 12755204 w 15732060"/>
              <a:gd name="connsiteY2650" fmla="*/ 1083053 h 8839200"/>
              <a:gd name="connsiteX2651" fmla="*/ 12773861 w 15732060"/>
              <a:gd name="connsiteY2651" fmla="*/ 1101710 h 8839200"/>
              <a:gd name="connsiteX2652" fmla="*/ 12792519 w 15732060"/>
              <a:gd name="connsiteY2652" fmla="*/ 1085249 h 8839200"/>
              <a:gd name="connsiteX2653" fmla="*/ 13883940 w 15732060"/>
              <a:gd name="connsiteY2653" fmla="*/ 1085249 h 8839200"/>
              <a:gd name="connsiteX2654" fmla="*/ 14636248 w 15732060"/>
              <a:gd name="connsiteY2654" fmla="*/ 332941 h 8839200"/>
              <a:gd name="connsiteX2655" fmla="*/ 15191012 w 15732060"/>
              <a:gd name="connsiteY2655" fmla="*/ 332941 h 8839200"/>
              <a:gd name="connsiteX2656" fmla="*/ 15490618 w 15732060"/>
              <a:gd name="connsiteY2656" fmla="*/ 33335 h 8839200"/>
              <a:gd name="connsiteX2657" fmla="*/ 15515312 w 15732060"/>
              <a:gd name="connsiteY2657" fmla="*/ 31689 h 8839200"/>
              <a:gd name="connsiteX2658" fmla="*/ 15515312 w 15732060"/>
              <a:gd name="connsiteY2658" fmla="*/ 5350 h 8839200"/>
              <a:gd name="connsiteX2659" fmla="*/ 15502142 w 15732060"/>
              <a:gd name="connsiteY2659" fmla="*/ 0 h 883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</a:cxnLst>
            <a:rect l="l" t="t" r="r" b="b"/>
            <a:pathLst>
              <a:path w="15732060" h="8839200">
                <a:moveTo>
                  <a:pt x="10986103" y="8468534"/>
                </a:moveTo>
                <a:cubicBezTo>
                  <a:pt x="10981301" y="8468534"/>
                  <a:pt x="10976500" y="8470318"/>
                  <a:pt x="10972932" y="8473884"/>
                </a:cubicBezTo>
                <a:cubicBezTo>
                  <a:pt x="10965799" y="8481018"/>
                  <a:pt x="10965799" y="8493090"/>
                  <a:pt x="10972932" y="8500223"/>
                </a:cubicBezTo>
                <a:cubicBezTo>
                  <a:pt x="10979517" y="8506808"/>
                  <a:pt x="10989943" y="8507357"/>
                  <a:pt x="10997626" y="8501870"/>
                </a:cubicBezTo>
                <a:lnTo>
                  <a:pt x="11103530" y="8607774"/>
                </a:lnTo>
                <a:lnTo>
                  <a:pt x="11103530" y="8765808"/>
                </a:lnTo>
                <a:cubicBezTo>
                  <a:pt x="11094202" y="8766906"/>
                  <a:pt x="11087069" y="8774588"/>
                  <a:pt x="11087069" y="8784465"/>
                </a:cubicBezTo>
                <a:cubicBezTo>
                  <a:pt x="11087069" y="8794342"/>
                  <a:pt x="11095299" y="8803121"/>
                  <a:pt x="11105724" y="8803121"/>
                </a:cubicBezTo>
                <a:cubicBezTo>
                  <a:pt x="11116151" y="8803121"/>
                  <a:pt x="11124382" y="8794890"/>
                  <a:pt x="11124382" y="8784465"/>
                </a:cubicBezTo>
                <a:cubicBezTo>
                  <a:pt x="11124382" y="8779252"/>
                  <a:pt x="11122599" y="8774863"/>
                  <a:pt x="11119649" y="8771639"/>
                </a:cubicBezTo>
                <a:lnTo>
                  <a:pt x="11108468" y="8766081"/>
                </a:lnTo>
                <a:lnTo>
                  <a:pt x="11108468" y="8766357"/>
                </a:lnTo>
                <a:lnTo>
                  <a:pt x="11107920" y="8765808"/>
                </a:lnTo>
                <a:lnTo>
                  <a:pt x="11108468" y="8766081"/>
                </a:lnTo>
                <a:lnTo>
                  <a:pt x="11108468" y="8606128"/>
                </a:lnTo>
                <a:lnTo>
                  <a:pt x="11000918" y="8498577"/>
                </a:lnTo>
                <a:cubicBezTo>
                  <a:pt x="11006405" y="8491444"/>
                  <a:pt x="11005856" y="8480469"/>
                  <a:pt x="10999272" y="8473884"/>
                </a:cubicBezTo>
                <a:cubicBezTo>
                  <a:pt x="10995706" y="8470318"/>
                  <a:pt x="10990904" y="8468534"/>
                  <a:pt x="10986103" y="8468534"/>
                </a:cubicBezTo>
                <a:close/>
                <a:moveTo>
                  <a:pt x="8224898" y="8413113"/>
                </a:moveTo>
                <a:cubicBezTo>
                  <a:pt x="8220097" y="8413113"/>
                  <a:pt x="8215295" y="8414896"/>
                  <a:pt x="8211729" y="8418462"/>
                </a:cubicBezTo>
                <a:cubicBezTo>
                  <a:pt x="8204595" y="8425596"/>
                  <a:pt x="8204595" y="8437668"/>
                  <a:pt x="8211729" y="8444801"/>
                </a:cubicBezTo>
                <a:cubicBezTo>
                  <a:pt x="8218313" y="8451386"/>
                  <a:pt x="8228739" y="8451935"/>
                  <a:pt x="8236421" y="8446447"/>
                </a:cubicBezTo>
                <a:lnTo>
                  <a:pt x="8332998" y="8543025"/>
                </a:lnTo>
                <a:lnTo>
                  <a:pt x="8332998" y="8766906"/>
                </a:lnTo>
                <a:cubicBezTo>
                  <a:pt x="8323669" y="8768004"/>
                  <a:pt x="8316536" y="8775685"/>
                  <a:pt x="8316536" y="8785562"/>
                </a:cubicBezTo>
                <a:cubicBezTo>
                  <a:pt x="8316536" y="8795440"/>
                  <a:pt x="8324767" y="8804219"/>
                  <a:pt x="8335193" y="8804219"/>
                </a:cubicBezTo>
                <a:cubicBezTo>
                  <a:pt x="8345618" y="8804219"/>
                  <a:pt x="8353849" y="8795989"/>
                  <a:pt x="8353849" y="8785562"/>
                </a:cubicBezTo>
                <a:cubicBezTo>
                  <a:pt x="8353849" y="8775136"/>
                  <a:pt x="8346716" y="8768004"/>
                  <a:pt x="8337388" y="8766906"/>
                </a:cubicBezTo>
                <a:lnTo>
                  <a:pt x="8337388" y="8766357"/>
                </a:lnTo>
                <a:lnTo>
                  <a:pt x="8337388" y="8540829"/>
                </a:lnTo>
                <a:lnTo>
                  <a:pt x="8239714" y="8443156"/>
                </a:lnTo>
                <a:cubicBezTo>
                  <a:pt x="8245202" y="8436022"/>
                  <a:pt x="8244653" y="8425047"/>
                  <a:pt x="8238067" y="8418462"/>
                </a:cubicBezTo>
                <a:cubicBezTo>
                  <a:pt x="8234500" y="8414896"/>
                  <a:pt x="8229699" y="8413113"/>
                  <a:pt x="8224898" y="8413113"/>
                </a:cubicBezTo>
                <a:close/>
                <a:moveTo>
                  <a:pt x="3962920" y="8307757"/>
                </a:moveTo>
                <a:cubicBezTo>
                  <a:pt x="3958119" y="8307757"/>
                  <a:pt x="3953317" y="8309540"/>
                  <a:pt x="3949750" y="8313107"/>
                </a:cubicBezTo>
                <a:cubicBezTo>
                  <a:pt x="3943166" y="8319692"/>
                  <a:pt x="3942617" y="8330118"/>
                  <a:pt x="3948105" y="8337800"/>
                </a:cubicBezTo>
                <a:lnTo>
                  <a:pt x="3837261" y="8448642"/>
                </a:lnTo>
                <a:lnTo>
                  <a:pt x="3672642" y="8448642"/>
                </a:lnTo>
                <a:lnTo>
                  <a:pt x="3363708" y="8757578"/>
                </a:lnTo>
                <a:cubicBezTo>
                  <a:pt x="3356574" y="8752090"/>
                  <a:pt x="3345600" y="8752638"/>
                  <a:pt x="3339016" y="8759223"/>
                </a:cubicBezTo>
                <a:cubicBezTo>
                  <a:pt x="3331882" y="8766357"/>
                  <a:pt x="3331882" y="8778429"/>
                  <a:pt x="3339016" y="8785562"/>
                </a:cubicBezTo>
                <a:cubicBezTo>
                  <a:pt x="3346149" y="8792696"/>
                  <a:pt x="3358221" y="8792696"/>
                  <a:pt x="3365354" y="8785562"/>
                </a:cubicBezTo>
                <a:cubicBezTo>
                  <a:pt x="3371938" y="8778977"/>
                  <a:pt x="3372488" y="8768552"/>
                  <a:pt x="3367000" y="8760869"/>
                </a:cubicBezTo>
                <a:lnTo>
                  <a:pt x="3674289" y="8453582"/>
                </a:lnTo>
                <a:lnTo>
                  <a:pt x="3838908" y="8453582"/>
                </a:lnTo>
                <a:lnTo>
                  <a:pt x="3951397" y="8341092"/>
                </a:lnTo>
                <a:cubicBezTo>
                  <a:pt x="3958530" y="8346579"/>
                  <a:pt x="3969504" y="8346031"/>
                  <a:pt x="3976090" y="8339446"/>
                </a:cubicBezTo>
                <a:cubicBezTo>
                  <a:pt x="3983223" y="8332313"/>
                  <a:pt x="3983223" y="8320240"/>
                  <a:pt x="3976090" y="8313107"/>
                </a:cubicBezTo>
                <a:cubicBezTo>
                  <a:pt x="3972523" y="8309540"/>
                  <a:pt x="3967722" y="8307757"/>
                  <a:pt x="3962920" y="8307757"/>
                </a:cubicBezTo>
                <a:close/>
                <a:moveTo>
                  <a:pt x="9268031" y="8282516"/>
                </a:moveTo>
                <a:cubicBezTo>
                  <a:pt x="9263230" y="8282516"/>
                  <a:pt x="9258428" y="8284299"/>
                  <a:pt x="9254862" y="8287866"/>
                </a:cubicBezTo>
                <a:cubicBezTo>
                  <a:pt x="9247729" y="8294998"/>
                  <a:pt x="9247729" y="8307071"/>
                  <a:pt x="9254862" y="8314204"/>
                </a:cubicBezTo>
                <a:cubicBezTo>
                  <a:pt x="9261446" y="8320790"/>
                  <a:pt x="9271873" y="8321338"/>
                  <a:pt x="9279556" y="8315851"/>
                </a:cubicBezTo>
                <a:lnTo>
                  <a:pt x="9328941" y="8365236"/>
                </a:lnTo>
                <a:lnTo>
                  <a:pt x="9328941" y="8753736"/>
                </a:lnTo>
                <a:cubicBezTo>
                  <a:pt x="9319612" y="8754834"/>
                  <a:pt x="9312479" y="8762516"/>
                  <a:pt x="9312479" y="8772392"/>
                </a:cubicBezTo>
                <a:cubicBezTo>
                  <a:pt x="9312479" y="8782270"/>
                  <a:pt x="9320709" y="8791049"/>
                  <a:pt x="9331135" y="8791049"/>
                </a:cubicBezTo>
                <a:cubicBezTo>
                  <a:pt x="9341562" y="8791049"/>
                  <a:pt x="9349792" y="8782819"/>
                  <a:pt x="9349792" y="8772392"/>
                </a:cubicBezTo>
                <a:cubicBezTo>
                  <a:pt x="9349792" y="8761966"/>
                  <a:pt x="9342659" y="8754834"/>
                  <a:pt x="9333330" y="8753736"/>
                </a:cubicBezTo>
                <a:lnTo>
                  <a:pt x="9333330" y="8363042"/>
                </a:lnTo>
                <a:lnTo>
                  <a:pt x="9282847" y="8312558"/>
                </a:lnTo>
                <a:cubicBezTo>
                  <a:pt x="9288335" y="8305425"/>
                  <a:pt x="9287786" y="8294450"/>
                  <a:pt x="9281201" y="8287866"/>
                </a:cubicBezTo>
                <a:cubicBezTo>
                  <a:pt x="9277634" y="8284299"/>
                  <a:pt x="9272833" y="8282516"/>
                  <a:pt x="9268031" y="8282516"/>
                </a:cubicBezTo>
                <a:close/>
                <a:moveTo>
                  <a:pt x="13399413" y="8163990"/>
                </a:moveTo>
                <a:cubicBezTo>
                  <a:pt x="13394611" y="8163990"/>
                  <a:pt x="13389810" y="8165773"/>
                  <a:pt x="13386243" y="8169340"/>
                </a:cubicBezTo>
                <a:cubicBezTo>
                  <a:pt x="13379109" y="8176473"/>
                  <a:pt x="13379109" y="8188545"/>
                  <a:pt x="13386243" y="8195679"/>
                </a:cubicBezTo>
                <a:cubicBezTo>
                  <a:pt x="13392828" y="8202264"/>
                  <a:pt x="13403253" y="8202812"/>
                  <a:pt x="13410936" y="8197326"/>
                </a:cubicBezTo>
                <a:lnTo>
                  <a:pt x="13824129" y="8610517"/>
                </a:lnTo>
                <a:lnTo>
                  <a:pt x="13824677" y="8610517"/>
                </a:lnTo>
                <a:cubicBezTo>
                  <a:pt x="13824677" y="8611066"/>
                  <a:pt x="14476568" y="8611066"/>
                  <a:pt x="14476568" y="8611066"/>
                </a:cubicBezTo>
                <a:lnTo>
                  <a:pt x="14643380" y="8777880"/>
                </a:lnTo>
                <a:cubicBezTo>
                  <a:pt x="14637893" y="8785014"/>
                  <a:pt x="14638443" y="8795989"/>
                  <a:pt x="14645027" y="8802573"/>
                </a:cubicBezTo>
                <a:cubicBezTo>
                  <a:pt x="14652160" y="8809706"/>
                  <a:pt x="14664232" y="8809706"/>
                  <a:pt x="14671366" y="8802573"/>
                </a:cubicBezTo>
                <a:cubicBezTo>
                  <a:pt x="14678500" y="8795440"/>
                  <a:pt x="14678500" y="8783367"/>
                  <a:pt x="14671366" y="8776235"/>
                </a:cubicBezTo>
                <a:cubicBezTo>
                  <a:pt x="14664782" y="8769650"/>
                  <a:pt x="14654355" y="8769101"/>
                  <a:pt x="14646673" y="8774588"/>
                </a:cubicBezTo>
                <a:lnTo>
                  <a:pt x="14479311" y="8607225"/>
                </a:lnTo>
                <a:lnTo>
                  <a:pt x="14478762" y="8607225"/>
                </a:lnTo>
                <a:cubicBezTo>
                  <a:pt x="14478762" y="8606676"/>
                  <a:pt x="13826872" y="8606676"/>
                  <a:pt x="13826872" y="8606676"/>
                </a:cubicBezTo>
                <a:lnTo>
                  <a:pt x="13414228" y="8194032"/>
                </a:lnTo>
                <a:cubicBezTo>
                  <a:pt x="13419715" y="8186900"/>
                  <a:pt x="13419167" y="8175925"/>
                  <a:pt x="13412582" y="8169340"/>
                </a:cubicBezTo>
                <a:cubicBezTo>
                  <a:pt x="13409015" y="8165773"/>
                  <a:pt x="13404214" y="8163990"/>
                  <a:pt x="13399413" y="8163990"/>
                </a:cubicBezTo>
                <a:close/>
                <a:moveTo>
                  <a:pt x="8317084" y="8068511"/>
                </a:moveTo>
                <a:cubicBezTo>
                  <a:pt x="8312282" y="8068511"/>
                  <a:pt x="8307481" y="8070295"/>
                  <a:pt x="8303915" y="8073861"/>
                </a:cubicBezTo>
                <a:cubicBezTo>
                  <a:pt x="8296782" y="8080994"/>
                  <a:pt x="8296782" y="8093067"/>
                  <a:pt x="8303915" y="8100200"/>
                </a:cubicBezTo>
                <a:cubicBezTo>
                  <a:pt x="8310500" y="8106785"/>
                  <a:pt x="8320925" y="8107334"/>
                  <a:pt x="8328608" y="8101846"/>
                </a:cubicBezTo>
                <a:lnTo>
                  <a:pt x="8425733" y="8198971"/>
                </a:lnTo>
                <a:lnTo>
                  <a:pt x="8426282" y="8198971"/>
                </a:lnTo>
                <a:cubicBezTo>
                  <a:pt x="8426282" y="8199520"/>
                  <a:pt x="8649614" y="8199520"/>
                  <a:pt x="8649614" y="8199520"/>
                </a:cubicBezTo>
                <a:lnTo>
                  <a:pt x="8891603" y="8441510"/>
                </a:lnTo>
                <a:lnTo>
                  <a:pt x="8891603" y="8753187"/>
                </a:lnTo>
                <a:cubicBezTo>
                  <a:pt x="8882275" y="8754285"/>
                  <a:pt x="8875142" y="8761966"/>
                  <a:pt x="8875142" y="8771844"/>
                </a:cubicBezTo>
                <a:cubicBezTo>
                  <a:pt x="8875142" y="8781721"/>
                  <a:pt x="8883373" y="8790501"/>
                  <a:pt x="8893799" y="8790501"/>
                </a:cubicBezTo>
                <a:cubicBezTo>
                  <a:pt x="8904225" y="8790501"/>
                  <a:pt x="8912456" y="8782270"/>
                  <a:pt x="8912456" y="8771844"/>
                </a:cubicBezTo>
                <a:cubicBezTo>
                  <a:pt x="8912456" y="8766631"/>
                  <a:pt x="8910672" y="8762242"/>
                  <a:pt x="8907723" y="8759018"/>
                </a:cubicBezTo>
                <a:lnTo>
                  <a:pt x="8896542" y="8753460"/>
                </a:lnTo>
                <a:lnTo>
                  <a:pt x="8896542" y="8753736"/>
                </a:lnTo>
                <a:lnTo>
                  <a:pt x="8895993" y="8753187"/>
                </a:lnTo>
                <a:lnTo>
                  <a:pt x="8896542" y="8753460"/>
                </a:lnTo>
                <a:lnTo>
                  <a:pt x="8896542" y="8439863"/>
                </a:lnTo>
                <a:lnTo>
                  <a:pt x="8652358" y="8195679"/>
                </a:lnTo>
                <a:lnTo>
                  <a:pt x="8651810" y="8195679"/>
                </a:lnTo>
                <a:cubicBezTo>
                  <a:pt x="8651810" y="8195130"/>
                  <a:pt x="8428477" y="8195130"/>
                  <a:pt x="8428477" y="8195130"/>
                </a:cubicBezTo>
                <a:lnTo>
                  <a:pt x="8331900" y="8098555"/>
                </a:lnTo>
                <a:cubicBezTo>
                  <a:pt x="8337388" y="8091420"/>
                  <a:pt x="8336839" y="8080445"/>
                  <a:pt x="8330254" y="8073861"/>
                </a:cubicBezTo>
                <a:cubicBezTo>
                  <a:pt x="8326687" y="8070295"/>
                  <a:pt x="8321885" y="8068511"/>
                  <a:pt x="8317084" y="8068511"/>
                </a:cubicBezTo>
                <a:close/>
                <a:moveTo>
                  <a:pt x="903206" y="7993746"/>
                </a:moveTo>
                <a:cubicBezTo>
                  <a:pt x="892782" y="7993746"/>
                  <a:pt x="885648" y="8000881"/>
                  <a:pt x="884550" y="8010209"/>
                </a:cubicBezTo>
                <a:lnTo>
                  <a:pt x="260646" y="8010209"/>
                </a:lnTo>
                <a:lnTo>
                  <a:pt x="133340" y="8137514"/>
                </a:lnTo>
                <a:cubicBezTo>
                  <a:pt x="126208" y="8132026"/>
                  <a:pt x="115232" y="8132575"/>
                  <a:pt x="108648" y="8139160"/>
                </a:cubicBezTo>
                <a:cubicBezTo>
                  <a:pt x="102062" y="8145745"/>
                  <a:pt x="101514" y="8158365"/>
                  <a:pt x="108648" y="8165499"/>
                </a:cubicBezTo>
                <a:cubicBezTo>
                  <a:pt x="115780" y="8172632"/>
                  <a:pt x="127852" y="8172632"/>
                  <a:pt x="134986" y="8165499"/>
                </a:cubicBezTo>
                <a:cubicBezTo>
                  <a:pt x="141572" y="8158915"/>
                  <a:pt x="142120" y="8148489"/>
                  <a:pt x="136634" y="8140807"/>
                </a:cubicBezTo>
                <a:lnTo>
                  <a:pt x="262840" y="8014598"/>
                </a:lnTo>
                <a:lnTo>
                  <a:pt x="884550" y="8014598"/>
                </a:lnTo>
                <a:cubicBezTo>
                  <a:pt x="885648" y="8023926"/>
                  <a:pt x="893330" y="8031060"/>
                  <a:pt x="903206" y="8031060"/>
                </a:cubicBezTo>
                <a:cubicBezTo>
                  <a:pt x="913084" y="8031060"/>
                  <a:pt x="921864" y="8022829"/>
                  <a:pt x="921864" y="8012403"/>
                </a:cubicBezTo>
                <a:cubicBezTo>
                  <a:pt x="921864" y="8001978"/>
                  <a:pt x="913632" y="7993746"/>
                  <a:pt x="903206" y="7993746"/>
                </a:cubicBezTo>
                <a:close/>
                <a:moveTo>
                  <a:pt x="4129185" y="7974541"/>
                </a:moveTo>
                <a:cubicBezTo>
                  <a:pt x="4118759" y="7974541"/>
                  <a:pt x="4110528" y="7982772"/>
                  <a:pt x="4110528" y="7993198"/>
                </a:cubicBezTo>
                <a:cubicBezTo>
                  <a:pt x="4110528" y="8003624"/>
                  <a:pt x="4117662" y="8010757"/>
                  <a:pt x="4126990" y="8011855"/>
                </a:cubicBezTo>
                <a:lnTo>
                  <a:pt x="4126990" y="8401452"/>
                </a:lnTo>
                <a:lnTo>
                  <a:pt x="3920119" y="8608323"/>
                </a:lnTo>
                <a:lnTo>
                  <a:pt x="3804337" y="8608323"/>
                </a:lnTo>
                <a:lnTo>
                  <a:pt x="3646852" y="8765808"/>
                </a:lnTo>
                <a:cubicBezTo>
                  <a:pt x="3639719" y="8760321"/>
                  <a:pt x="3628744" y="8760869"/>
                  <a:pt x="3622159" y="8767454"/>
                </a:cubicBezTo>
                <a:cubicBezTo>
                  <a:pt x="3615026" y="8774588"/>
                  <a:pt x="3615026" y="8786660"/>
                  <a:pt x="3622159" y="8793793"/>
                </a:cubicBezTo>
                <a:cubicBezTo>
                  <a:pt x="3629293" y="8800927"/>
                  <a:pt x="3641365" y="8800927"/>
                  <a:pt x="3648498" y="8793793"/>
                </a:cubicBezTo>
                <a:cubicBezTo>
                  <a:pt x="3655083" y="8787209"/>
                  <a:pt x="3655632" y="8776783"/>
                  <a:pt x="3650144" y="8769101"/>
                </a:cubicBezTo>
                <a:lnTo>
                  <a:pt x="3805984" y="8613261"/>
                </a:lnTo>
                <a:lnTo>
                  <a:pt x="3921766" y="8613261"/>
                </a:lnTo>
                <a:lnTo>
                  <a:pt x="4131380" y="8403648"/>
                </a:lnTo>
                <a:lnTo>
                  <a:pt x="4131380" y="8011855"/>
                </a:lnTo>
                <a:cubicBezTo>
                  <a:pt x="4140708" y="8010757"/>
                  <a:pt x="4147842" y="8003075"/>
                  <a:pt x="4147842" y="7993198"/>
                </a:cubicBezTo>
                <a:cubicBezTo>
                  <a:pt x="4147842" y="7983321"/>
                  <a:pt x="4139611" y="7974541"/>
                  <a:pt x="4129185" y="7974541"/>
                </a:cubicBezTo>
                <a:close/>
                <a:moveTo>
                  <a:pt x="9336828" y="7947997"/>
                </a:moveTo>
                <a:cubicBezTo>
                  <a:pt x="9331958" y="7947928"/>
                  <a:pt x="9327020" y="7949574"/>
                  <a:pt x="9323453" y="7953141"/>
                </a:cubicBezTo>
                <a:cubicBezTo>
                  <a:pt x="9316320" y="7960275"/>
                  <a:pt x="9316320" y="7972347"/>
                  <a:pt x="9323453" y="7979480"/>
                </a:cubicBezTo>
                <a:cubicBezTo>
                  <a:pt x="9330038" y="7986065"/>
                  <a:pt x="9340464" y="7986614"/>
                  <a:pt x="9348147" y="7981126"/>
                </a:cubicBezTo>
                <a:lnTo>
                  <a:pt x="9667506" y="8300486"/>
                </a:lnTo>
                <a:lnTo>
                  <a:pt x="9667506" y="8759772"/>
                </a:lnTo>
                <a:cubicBezTo>
                  <a:pt x="9658178" y="8760869"/>
                  <a:pt x="9651044" y="8768552"/>
                  <a:pt x="9651044" y="8778429"/>
                </a:cubicBezTo>
                <a:cubicBezTo>
                  <a:pt x="9651044" y="8788306"/>
                  <a:pt x="9659275" y="8797086"/>
                  <a:pt x="9669701" y="8797086"/>
                </a:cubicBezTo>
                <a:cubicBezTo>
                  <a:pt x="9680127" y="8797086"/>
                  <a:pt x="9688358" y="8788855"/>
                  <a:pt x="9688358" y="8778429"/>
                </a:cubicBezTo>
                <a:cubicBezTo>
                  <a:pt x="9688358" y="8773217"/>
                  <a:pt x="9686575" y="8768827"/>
                  <a:pt x="9683626" y="8765603"/>
                </a:cubicBezTo>
                <a:lnTo>
                  <a:pt x="9672445" y="8760045"/>
                </a:lnTo>
                <a:lnTo>
                  <a:pt x="9672445" y="8760321"/>
                </a:lnTo>
                <a:lnTo>
                  <a:pt x="9671897" y="8759772"/>
                </a:lnTo>
                <a:lnTo>
                  <a:pt x="9672445" y="8760045"/>
                </a:lnTo>
                <a:lnTo>
                  <a:pt x="9672445" y="8298840"/>
                </a:lnTo>
                <a:lnTo>
                  <a:pt x="9351439" y="7977834"/>
                </a:lnTo>
                <a:cubicBezTo>
                  <a:pt x="9356926" y="7970701"/>
                  <a:pt x="9356377" y="7959726"/>
                  <a:pt x="9349792" y="7953141"/>
                </a:cubicBezTo>
                <a:cubicBezTo>
                  <a:pt x="9346499" y="7949849"/>
                  <a:pt x="9341698" y="7948065"/>
                  <a:pt x="9336828" y="7947997"/>
                </a:cubicBezTo>
                <a:close/>
                <a:moveTo>
                  <a:pt x="7968642" y="7870832"/>
                </a:moveTo>
                <a:cubicBezTo>
                  <a:pt x="7958216" y="7870832"/>
                  <a:pt x="7949984" y="7879062"/>
                  <a:pt x="7949984" y="7889488"/>
                </a:cubicBezTo>
                <a:cubicBezTo>
                  <a:pt x="7949984" y="7899915"/>
                  <a:pt x="7957118" y="7907048"/>
                  <a:pt x="7966447" y="7908145"/>
                </a:cubicBezTo>
                <a:lnTo>
                  <a:pt x="7966447" y="8525465"/>
                </a:lnTo>
                <a:cubicBezTo>
                  <a:pt x="7957118" y="8526562"/>
                  <a:pt x="7949984" y="8534244"/>
                  <a:pt x="7949984" y="8544122"/>
                </a:cubicBezTo>
                <a:cubicBezTo>
                  <a:pt x="7949984" y="8553999"/>
                  <a:pt x="7958216" y="8562779"/>
                  <a:pt x="7968642" y="8562779"/>
                </a:cubicBezTo>
                <a:cubicBezTo>
                  <a:pt x="7979068" y="8562779"/>
                  <a:pt x="7987298" y="8554548"/>
                  <a:pt x="7987298" y="8544122"/>
                </a:cubicBezTo>
                <a:cubicBezTo>
                  <a:pt x="7987298" y="8533696"/>
                  <a:pt x="7980165" y="8526562"/>
                  <a:pt x="7970837" y="8525465"/>
                </a:cubicBezTo>
                <a:lnTo>
                  <a:pt x="7970837" y="7908145"/>
                </a:lnTo>
                <a:cubicBezTo>
                  <a:pt x="7980165" y="7907048"/>
                  <a:pt x="7987298" y="7899366"/>
                  <a:pt x="7987298" y="7889488"/>
                </a:cubicBezTo>
                <a:cubicBezTo>
                  <a:pt x="7987298" y="7879062"/>
                  <a:pt x="7979068" y="7870832"/>
                  <a:pt x="7968642" y="7870832"/>
                </a:cubicBezTo>
                <a:close/>
                <a:moveTo>
                  <a:pt x="4137965" y="7810060"/>
                </a:moveTo>
                <a:cubicBezTo>
                  <a:pt x="4133164" y="7810060"/>
                  <a:pt x="4128362" y="7811843"/>
                  <a:pt x="4124796" y="7815410"/>
                </a:cubicBezTo>
                <a:cubicBezTo>
                  <a:pt x="4118210" y="7821995"/>
                  <a:pt x="4117662" y="7832421"/>
                  <a:pt x="4123149" y="7840103"/>
                </a:cubicBezTo>
                <a:lnTo>
                  <a:pt x="4026024" y="7937228"/>
                </a:lnTo>
                <a:lnTo>
                  <a:pt x="4026024" y="8023926"/>
                </a:lnTo>
                <a:lnTo>
                  <a:pt x="3871282" y="8178669"/>
                </a:lnTo>
                <a:lnTo>
                  <a:pt x="3769218" y="8178669"/>
                </a:lnTo>
                <a:lnTo>
                  <a:pt x="3176592" y="8771295"/>
                </a:lnTo>
                <a:cubicBezTo>
                  <a:pt x="3169458" y="8765808"/>
                  <a:pt x="3158484" y="8766357"/>
                  <a:pt x="3151898" y="8772941"/>
                </a:cubicBezTo>
                <a:cubicBezTo>
                  <a:pt x="3144765" y="8780075"/>
                  <a:pt x="3144765" y="8792146"/>
                  <a:pt x="3151898" y="8799281"/>
                </a:cubicBezTo>
                <a:cubicBezTo>
                  <a:pt x="3159032" y="8806415"/>
                  <a:pt x="3171104" y="8806415"/>
                  <a:pt x="3178238" y="8799281"/>
                </a:cubicBezTo>
                <a:cubicBezTo>
                  <a:pt x="3185371" y="8792146"/>
                  <a:pt x="3185371" y="8782270"/>
                  <a:pt x="3179883" y="8774588"/>
                </a:cubicBezTo>
                <a:lnTo>
                  <a:pt x="3770865" y="8183607"/>
                </a:lnTo>
                <a:lnTo>
                  <a:pt x="3771414" y="8183058"/>
                </a:lnTo>
                <a:lnTo>
                  <a:pt x="3873478" y="8183058"/>
                </a:lnTo>
                <a:lnTo>
                  <a:pt x="4030963" y="8025573"/>
                </a:lnTo>
                <a:lnTo>
                  <a:pt x="4030963" y="7938874"/>
                </a:lnTo>
                <a:lnTo>
                  <a:pt x="4126441" y="7843396"/>
                </a:lnTo>
                <a:cubicBezTo>
                  <a:pt x="4133575" y="7848882"/>
                  <a:pt x="4144550" y="7848334"/>
                  <a:pt x="4151134" y="7841749"/>
                </a:cubicBezTo>
                <a:cubicBezTo>
                  <a:pt x="4158267" y="7834615"/>
                  <a:pt x="4158267" y="7822543"/>
                  <a:pt x="4151134" y="7815410"/>
                </a:cubicBezTo>
                <a:cubicBezTo>
                  <a:pt x="4147567" y="7811843"/>
                  <a:pt x="4142766" y="7810060"/>
                  <a:pt x="4137965" y="7810060"/>
                </a:cubicBezTo>
                <a:close/>
                <a:moveTo>
                  <a:pt x="6214904" y="7796754"/>
                </a:moveTo>
                <a:cubicBezTo>
                  <a:pt x="6204478" y="7796754"/>
                  <a:pt x="6196247" y="7804985"/>
                  <a:pt x="6196247" y="7815410"/>
                </a:cubicBezTo>
                <a:cubicBezTo>
                  <a:pt x="6196247" y="7825836"/>
                  <a:pt x="6203380" y="7832969"/>
                  <a:pt x="6212710" y="7834067"/>
                </a:cubicBezTo>
                <a:lnTo>
                  <a:pt x="6212710" y="8451386"/>
                </a:lnTo>
                <a:cubicBezTo>
                  <a:pt x="6203380" y="8452484"/>
                  <a:pt x="6196247" y="8460166"/>
                  <a:pt x="6196247" y="8470043"/>
                </a:cubicBezTo>
                <a:cubicBezTo>
                  <a:pt x="6196247" y="8479921"/>
                  <a:pt x="6204478" y="8488700"/>
                  <a:pt x="6214904" y="8488700"/>
                </a:cubicBezTo>
                <a:cubicBezTo>
                  <a:pt x="6225330" y="8488700"/>
                  <a:pt x="6233560" y="8480469"/>
                  <a:pt x="6233560" y="8470043"/>
                </a:cubicBezTo>
                <a:cubicBezTo>
                  <a:pt x="6233560" y="8459617"/>
                  <a:pt x="6226427" y="8452484"/>
                  <a:pt x="6217099" y="8451386"/>
                </a:cubicBezTo>
                <a:lnTo>
                  <a:pt x="6217099" y="7834067"/>
                </a:lnTo>
                <a:cubicBezTo>
                  <a:pt x="6226427" y="7832969"/>
                  <a:pt x="6233560" y="7825287"/>
                  <a:pt x="6233560" y="7815410"/>
                </a:cubicBezTo>
                <a:cubicBezTo>
                  <a:pt x="6233560" y="7804985"/>
                  <a:pt x="6225330" y="7796754"/>
                  <a:pt x="6214904" y="7796754"/>
                </a:cubicBezTo>
                <a:close/>
                <a:moveTo>
                  <a:pt x="2332097" y="7787974"/>
                </a:moveTo>
                <a:cubicBezTo>
                  <a:pt x="2321671" y="7787974"/>
                  <a:pt x="2314539" y="7795107"/>
                  <a:pt x="2313440" y="7804435"/>
                </a:cubicBezTo>
                <a:lnTo>
                  <a:pt x="1924392" y="7804435"/>
                </a:lnTo>
                <a:lnTo>
                  <a:pt x="1688987" y="8039840"/>
                </a:lnTo>
                <a:lnTo>
                  <a:pt x="1327375" y="8039840"/>
                </a:lnTo>
                <a:lnTo>
                  <a:pt x="596468" y="8770747"/>
                </a:lnTo>
                <a:cubicBezTo>
                  <a:pt x="589334" y="8765260"/>
                  <a:pt x="578360" y="8765808"/>
                  <a:pt x="571774" y="8772392"/>
                </a:cubicBezTo>
                <a:cubicBezTo>
                  <a:pt x="565190" y="8778977"/>
                  <a:pt x="564640" y="8791598"/>
                  <a:pt x="571774" y="8798732"/>
                </a:cubicBezTo>
                <a:cubicBezTo>
                  <a:pt x="578908" y="8805865"/>
                  <a:pt x="590980" y="8805865"/>
                  <a:pt x="598114" y="8798732"/>
                </a:cubicBezTo>
                <a:cubicBezTo>
                  <a:pt x="604698" y="8792146"/>
                  <a:pt x="605248" y="8781721"/>
                  <a:pt x="599760" y="8774039"/>
                </a:cubicBezTo>
                <a:lnTo>
                  <a:pt x="1329570" y="8044230"/>
                </a:lnTo>
                <a:lnTo>
                  <a:pt x="1691182" y="8044230"/>
                </a:lnTo>
                <a:lnTo>
                  <a:pt x="1926586" y="7808826"/>
                </a:lnTo>
                <a:lnTo>
                  <a:pt x="2313440" y="7808826"/>
                </a:lnTo>
                <a:cubicBezTo>
                  <a:pt x="2314539" y="7818154"/>
                  <a:pt x="2322221" y="7825287"/>
                  <a:pt x="2332097" y="7825287"/>
                </a:cubicBezTo>
                <a:cubicBezTo>
                  <a:pt x="2341975" y="7825287"/>
                  <a:pt x="2350754" y="7817057"/>
                  <a:pt x="2350754" y="7806630"/>
                </a:cubicBezTo>
                <a:cubicBezTo>
                  <a:pt x="2350754" y="7796204"/>
                  <a:pt x="2342524" y="7787974"/>
                  <a:pt x="2332097" y="7787974"/>
                </a:cubicBezTo>
                <a:close/>
                <a:moveTo>
                  <a:pt x="5800614" y="7665744"/>
                </a:moveTo>
                <a:cubicBezTo>
                  <a:pt x="5795813" y="7665744"/>
                  <a:pt x="5791011" y="7667527"/>
                  <a:pt x="5787444" y="7671094"/>
                </a:cubicBezTo>
                <a:cubicBezTo>
                  <a:pt x="5780860" y="7677679"/>
                  <a:pt x="5780310" y="7688105"/>
                  <a:pt x="5785798" y="7695788"/>
                </a:cubicBezTo>
                <a:lnTo>
                  <a:pt x="5719401" y="7762183"/>
                </a:lnTo>
                <a:lnTo>
                  <a:pt x="5719401" y="8747700"/>
                </a:lnTo>
                <a:cubicBezTo>
                  <a:pt x="5710073" y="8748797"/>
                  <a:pt x="5702940" y="8756480"/>
                  <a:pt x="5702940" y="8766357"/>
                </a:cubicBezTo>
                <a:cubicBezTo>
                  <a:pt x="5702940" y="8776235"/>
                  <a:pt x="5711170" y="8785014"/>
                  <a:pt x="5721596" y="8785014"/>
                </a:cubicBezTo>
                <a:cubicBezTo>
                  <a:pt x="5732022" y="8785014"/>
                  <a:pt x="5740254" y="8776783"/>
                  <a:pt x="5740254" y="8766357"/>
                </a:cubicBezTo>
                <a:cubicBezTo>
                  <a:pt x="5740254" y="8755931"/>
                  <a:pt x="5733120" y="8748797"/>
                  <a:pt x="5723792" y="8747700"/>
                </a:cubicBezTo>
                <a:lnTo>
                  <a:pt x="5723792" y="7764379"/>
                </a:lnTo>
                <a:lnTo>
                  <a:pt x="5789090" y="7699079"/>
                </a:lnTo>
                <a:cubicBezTo>
                  <a:pt x="5796224" y="7704567"/>
                  <a:pt x="5807198" y="7704018"/>
                  <a:pt x="5813784" y="7697433"/>
                </a:cubicBezTo>
                <a:cubicBezTo>
                  <a:pt x="5820916" y="7690300"/>
                  <a:pt x="5820916" y="7678228"/>
                  <a:pt x="5813784" y="7671094"/>
                </a:cubicBezTo>
                <a:cubicBezTo>
                  <a:pt x="5810217" y="7667527"/>
                  <a:pt x="5805416" y="7665744"/>
                  <a:pt x="5800614" y="7665744"/>
                </a:cubicBezTo>
                <a:close/>
                <a:moveTo>
                  <a:pt x="14789891" y="7554901"/>
                </a:moveTo>
                <a:cubicBezTo>
                  <a:pt x="14785090" y="7554901"/>
                  <a:pt x="14780288" y="7556684"/>
                  <a:pt x="14776722" y="7560251"/>
                </a:cubicBezTo>
                <a:cubicBezTo>
                  <a:pt x="14769588" y="7567384"/>
                  <a:pt x="14769588" y="7579456"/>
                  <a:pt x="14776722" y="7586590"/>
                </a:cubicBezTo>
                <a:cubicBezTo>
                  <a:pt x="14783307" y="7593175"/>
                  <a:pt x="14793733" y="7593724"/>
                  <a:pt x="14801415" y="7588236"/>
                </a:cubicBezTo>
                <a:lnTo>
                  <a:pt x="14851349" y="7638170"/>
                </a:lnTo>
                <a:lnTo>
                  <a:pt x="14851898" y="7638170"/>
                </a:lnTo>
                <a:cubicBezTo>
                  <a:pt x="14851898" y="7638719"/>
                  <a:pt x="15503787" y="7638719"/>
                  <a:pt x="15503787" y="7638719"/>
                </a:cubicBezTo>
                <a:lnTo>
                  <a:pt x="15670602" y="7805533"/>
                </a:lnTo>
                <a:cubicBezTo>
                  <a:pt x="15665115" y="7812666"/>
                  <a:pt x="15665662" y="7823641"/>
                  <a:pt x="15672247" y="7830226"/>
                </a:cubicBezTo>
                <a:cubicBezTo>
                  <a:pt x="15679381" y="7837359"/>
                  <a:pt x="15691453" y="7837359"/>
                  <a:pt x="15698586" y="7830226"/>
                </a:cubicBezTo>
                <a:cubicBezTo>
                  <a:pt x="15705720" y="7823092"/>
                  <a:pt x="15705720" y="7811020"/>
                  <a:pt x="15698586" y="7803887"/>
                </a:cubicBezTo>
                <a:cubicBezTo>
                  <a:pt x="15692002" y="7797303"/>
                  <a:pt x="15681576" y="7796754"/>
                  <a:pt x="15673894" y="7802241"/>
                </a:cubicBezTo>
                <a:lnTo>
                  <a:pt x="15506531" y="7634879"/>
                </a:lnTo>
                <a:lnTo>
                  <a:pt x="15505984" y="7634879"/>
                </a:lnTo>
                <a:cubicBezTo>
                  <a:pt x="15505984" y="7634329"/>
                  <a:pt x="14854093" y="7634329"/>
                  <a:pt x="14854093" y="7634329"/>
                </a:cubicBezTo>
                <a:lnTo>
                  <a:pt x="14804707" y="7584944"/>
                </a:lnTo>
                <a:cubicBezTo>
                  <a:pt x="14810195" y="7577810"/>
                  <a:pt x="14809646" y="7566836"/>
                  <a:pt x="14803061" y="7560251"/>
                </a:cubicBezTo>
                <a:cubicBezTo>
                  <a:pt x="14799494" y="7556684"/>
                  <a:pt x="14794692" y="7554901"/>
                  <a:pt x="14789891" y="7554901"/>
                </a:cubicBezTo>
                <a:close/>
                <a:moveTo>
                  <a:pt x="9237851" y="7538988"/>
                </a:moveTo>
                <a:cubicBezTo>
                  <a:pt x="9233050" y="7538988"/>
                  <a:pt x="9228248" y="7540771"/>
                  <a:pt x="9224682" y="7544338"/>
                </a:cubicBezTo>
                <a:cubicBezTo>
                  <a:pt x="9217549" y="7551471"/>
                  <a:pt x="9217549" y="7563544"/>
                  <a:pt x="9224682" y="7570677"/>
                </a:cubicBezTo>
                <a:cubicBezTo>
                  <a:pt x="9231266" y="7577262"/>
                  <a:pt x="9241692" y="7577810"/>
                  <a:pt x="9249376" y="7572323"/>
                </a:cubicBezTo>
                <a:lnTo>
                  <a:pt x="9346500" y="7669448"/>
                </a:lnTo>
                <a:lnTo>
                  <a:pt x="9347048" y="7669448"/>
                </a:lnTo>
                <a:cubicBezTo>
                  <a:pt x="9347048" y="7669996"/>
                  <a:pt x="9570382" y="7669996"/>
                  <a:pt x="9570382" y="7669996"/>
                </a:cubicBezTo>
                <a:lnTo>
                  <a:pt x="9755303" y="7854919"/>
                </a:lnTo>
                <a:cubicBezTo>
                  <a:pt x="9749815" y="7862051"/>
                  <a:pt x="9750364" y="7873026"/>
                  <a:pt x="9756949" y="7879611"/>
                </a:cubicBezTo>
                <a:cubicBezTo>
                  <a:pt x="9764083" y="7886745"/>
                  <a:pt x="9776155" y="7886745"/>
                  <a:pt x="9783288" y="7879611"/>
                </a:cubicBezTo>
                <a:cubicBezTo>
                  <a:pt x="9790422" y="7872477"/>
                  <a:pt x="9790422" y="7860406"/>
                  <a:pt x="9783288" y="7853272"/>
                </a:cubicBezTo>
                <a:cubicBezTo>
                  <a:pt x="9776704" y="7846688"/>
                  <a:pt x="9766278" y="7846139"/>
                  <a:pt x="9758595" y="7851626"/>
                </a:cubicBezTo>
                <a:lnTo>
                  <a:pt x="9573126" y="7666156"/>
                </a:lnTo>
                <a:lnTo>
                  <a:pt x="9572577" y="7666156"/>
                </a:lnTo>
                <a:cubicBezTo>
                  <a:pt x="9572577" y="7665608"/>
                  <a:pt x="9349244" y="7665608"/>
                  <a:pt x="9349244" y="7665608"/>
                </a:cubicBezTo>
                <a:lnTo>
                  <a:pt x="9252667" y="7569031"/>
                </a:lnTo>
                <a:cubicBezTo>
                  <a:pt x="9258155" y="7561897"/>
                  <a:pt x="9257606" y="7550923"/>
                  <a:pt x="9251021" y="7544338"/>
                </a:cubicBezTo>
                <a:cubicBezTo>
                  <a:pt x="9247454" y="7540771"/>
                  <a:pt x="9242653" y="7538988"/>
                  <a:pt x="9237851" y="7538988"/>
                </a:cubicBezTo>
                <a:close/>
                <a:moveTo>
                  <a:pt x="4765711" y="7500028"/>
                </a:moveTo>
                <a:cubicBezTo>
                  <a:pt x="4760910" y="7500028"/>
                  <a:pt x="4756109" y="7501811"/>
                  <a:pt x="4752542" y="7505378"/>
                </a:cubicBezTo>
                <a:cubicBezTo>
                  <a:pt x="4745956" y="7511963"/>
                  <a:pt x="4745408" y="7522389"/>
                  <a:pt x="4750895" y="7530071"/>
                </a:cubicBezTo>
                <a:lnTo>
                  <a:pt x="4653770" y="7627196"/>
                </a:lnTo>
                <a:lnTo>
                  <a:pt x="4653770" y="8470043"/>
                </a:lnTo>
                <a:lnTo>
                  <a:pt x="4499028" y="8624785"/>
                </a:lnTo>
                <a:lnTo>
                  <a:pt x="4302584" y="8624785"/>
                </a:lnTo>
                <a:lnTo>
                  <a:pt x="4153878" y="8773491"/>
                </a:lnTo>
                <a:cubicBezTo>
                  <a:pt x="4146745" y="8768004"/>
                  <a:pt x="4135770" y="8768552"/>
                  <a:pt x="4129185" y="8775136"/>
                </a:cubicBezTo>
                <a:cubicBezTo>
                  <a:pt x="4122052" y="8782270"/>
                  <a:pt x="4122052" y="8794342"/>
                  <a:pt x="4129185" y="8801475"/>
                </a:cubicBezTo>
                <a:cubicBezTo>
                  <a:pt x="4136319" y="8808609"/>
                  <a:pt x="4148390" y="8808609"/>
                  <a:pt x="4155524" y="8801475"/>
                </a:cubicBezTo>
                <a:cubicBezTo>
                  <a:pt x="4162109" y="8794890"/>
                  <a:pt x="4162658" y="8784465"/>
                  <a:pt x="4157170" y="8776783"/>
                </a:cubicBezTo>
                <a:lnTo>
                  <a:pt x="4304778" y="8629174"/>
                </a:lnTo>
                <a:lnTo>
                  <a:pt x="4501224" y="8629174"/>
                </a:lnTo>
                <a:lnTo>
                  <a:pt x="4658709" y="8471690"/>
                </a:lnTo>
                <a:lnTo>
                  <a:pt x="4658709" y="7628842"/>
                </a:lnTo>
                <a:lnTo>
                  <a:pt x="4754188" y="7533364"/>
                </a:lnTo>
                <a:cubicBezTo>
                  <a:pt x="4761321" y="7538851"/>
                  <a:pt x="4772296" y="7538301"/>
                  <a:pt x="4778880" y="7531717"/>
                </a:cubicBezTo>
                <a:cubicBezTo>
                  <a:pt x="4786013" y="7524584"/>
                  <a:pt x="4786013" y="7512512"/>
                  <a:pt x="4778880" y="7505378"/>
                </a:cubicBezTo>
                <a:cubicBezTo>
                  <a:pt x="4775314" y="7501811"/>
                  <a:pt x="4770512" y="7500028"/>
                  <a:pt x="4765711" y="7500028"/>
                </a:cubicBezTo>
                <a:close/>
                <a:moveTo>
                  <a:pt x="7883040" y="7437473"/>
                </a:moveTo>
                <a:cubicBezTo>
                  <a:pt x="7878238" y="7437473"/>
                  <a:pt x="7873437" y="7439256"/>
                  <a:pt x="7869870" y="7442823"/>
                </a:cubicBezTo>
                <a:lnTo>
                  <a:pt x="7869870" y="7443372"/>
                </a:lnTo>
                <a:cubicBezTo>
                  <a:pt x="7863286" y="7449956"/>
                  <a:pt x="7862737" y="7460383"/>
                  <a:pt x="7868224" y="7468065"/>
                </a:cubicBezTo>
                <a:lnTo>
                  <a:pt x="7801828" y="7534461"/>
                </a:lnTo>
                <a:lnTo>
                  <a:pt x="7801828" y="8728495"/>
                </a:lnTo>
                <a:cubicBezTo>
                  <a:pt x="7792500" y="8729592"/>
                  <a:pt x="7785366" y="8737274"/>
                  <a:pt x="7785366" y="8747152"/>
                </a:cubicBezTo>
                <a:cubicBezTo>
                  <a:pt x="7785366" y="8757029"/>
                  <a:pt x="7793598" y="8765808"/>
                  <a:pt x="7804024" y="8765808"/>
                </a:cubicBezTo>
                <a:cubicBezTo>
                  <a:pt x="7814448" y="8765808"/>
                  <a:pt x="7822680" y="8757578"/>
                  <a:pt x="7822680" y="8747152"/>
                </a:cubicBezTo>
                <a:cubicBezTo>
                  <a:pt x="7822680" y="8736726"/>
                  <a:pt x="7815546" y="8729592"/>
                  <a:pt x="7806218" y="8728495"/>
                </a:cubicBezTo>
                <a:lnTo>
                  <a:pt x="7806218" y="7536107"/>
                </a:lnTo>
                <a:lnTo>
                  <a:pt x="7871518" y="7470809"/>
                </a:lnTo>
                <a:cubicBezTo>
                  <a:pt x="7878650" y="7476295"/>
                  <a:pt x="7889624" y="7475747"/>
                  <a:pt x="7896210" y="7469162"/>
                </a:cubicBezTo>
                <a:cubicBezTo>
                  <a:pt x="7903343" y="7462029"/>
                  <a:pt x="7903343" y="7449956"/>
                  <a:pt x="7896210" y="7442823"/>
                </a:cubicBezTo>
                <a:cubicBezTo>
                  <a:pt x="7892643" y="7439256"/>
                  <a:pt x="7887841" y="7437473"/>
                  <a:pt x="7883040" y="7437473"/>
                </a:cubicBezTo>
                <a:close/>
                <a:moveTo>
                  <a:pt x="4495736" y="7399062"/>
                </a:moveTo>
                <a:cubicBezTo>
                  <a:pt x="4490935" y="7399062"/>
                  <a:pt x="4486133" y="7400845"/>
                  <a:pt x="4482566" y="7404412"/>
                </a:cubicBezTo>
                <a:cubicBezTo>
                  <a:pt x="4475433" y="7411546"/>
                  <a:pt x="4475433" y="7421423"/>
                  <a:pt x="4480920" y="7429105"/>
                </a:cubicBezTo>
                <a:lnTo>
                  <a:pt x="4359651" y="7550374"/>
                </a:lnTo>
                <a:lnTo>
                  <a:pt x="4359651" y="8397062"/>
                </a:lnTo>
                <a:cubicBezTo>
                  <a:pt x="4350323" y="8398160"/>
                  <a:pt x="4343190" y="8405842"/>
                  <a:pt x="4343190" y="8415718"/>
                </a:cubicBezTo>
                <a:cubicBezTo>
                  <a:pt x="4343190" y="8425596"/>
                  <a:pt x="4351420" y="8434376"/>
                  <a:pt x="4361846" y="8434376"/>
                </a:cubicBezTo>
                <a:cubicBezTo>
                  <a:pt x="4372272" y="8434376"/>
                  <a:pt x="4380503" y="8426145"/>
                  <a:pt x="4380503" y="8415718"/>
                </a:cubicBezTo>
                <a:cubicBezTo>
                  <a:pt x="4380503" y="8405293"/>
                  <a:pt x="4373370" y="8398160"/>
                  <a:pt x="4364041" y="8397062"/>
                </a:cubicBezTo>
                <a:lnTo>
                  <a:pt x="4364041" y="7552569"/>
                </a:lnTo>
                <a:lnTo>
                  <a:pt x="4484212" y="7432398"/>
                </a:lnTo>
                <a:cubicBezTo>
                  <a:pt x="4491346" y="7437885"/>
                  <a:pt x="4502320" y="7437336"/>
                  <a:pt x="4508906" y="7430751"/>
                </a:cubicBezTo>
                <a:cubicBezTo>
                  <a:pt x="4515490" y="7424166"/>
                  <a:pt x="4516040" y="7411546"/>
                  <a:pt x="4508906" y="7404412"/>
                </a:cubicBezTo>
                <a:cubicBezTo>
                  <a:pt x="4505339" y="7400845"/>
                  <a:pt x="4500538" y="7399062"/>
                  <a:pt x="4495736" y="7399062"/>
                </a:cubicBezTo>
                <a:close/>
                <a:moveTo>
                  <a:pt x="13091026" y="7353928"/>
                </a:moveTo>
                <a:cubicBezTo>
                  <a:pt x="13081149" y="7353928"/>
                  <a:pt x="13072370" y="7362160"/>
                  <a:pt x="13072370" y="7372586"/>
                </a:cubicBezTo>
                <a:cubicBezTo>
                  <a:pt x="13072370" y="7383011"/>
                  <a:pt x="13080601" y="7391243"/>
                  <a:pt x="13091026" y="7391243"/>
                </a:cubicBezTo>
                <a:cubicBezTo>
                  <a:pt x="13101452" y="7391243"/>
                  <a:pt x="13108586" y="7384108"/>
                  <a:pt x="13109683" y="7374781"/>
                </a:cubicBezTo>
                <a:lnTo>
                  <a:pt x="13554153" y="7374781"/>
                </a:lnTo>
                <a:lnTo>
                  <a:pt x="13897658" y="7718285"/>
                </a:lnTo>
                <a:lnTo>
                  <a:pt x="13898207" y="7718285"/>
                </a:lnTo>
                <a:cubicBezTo>
                  <a:pt x="13898207" y="7718833"/>
                  <a:pt x="14586862" y="7718833"/>
                  <a:pt x="14586862" y="7718833"/>
                </a:cubicBezTo>
                <a:lnTo>
                  <a:pt x="15130652" y="8262624"/>
                </a:lnTo>
                <a:lnTo>
                  <a:pt x="15131201" y="8262624"/>
                </a:lnTo>
                <a:cubicBezTo>
                  <a:pt x="15131201" y="8263173"/>
                  <a:pt x="15676637" y="8263173"/>
                  <a:pt x="15676637" y="8263173"/>
                </a:cubicBezTo>
                <a:cubicBezTo>
                  <a:pt x="15677734" y="8272501"/>
                  <a:pt x="15685417" y="8279635"/>
                  <a:pt x="15695295" y="8279635"/>
                </a:cubicBezTo>
                <a:cubicBezTo>
                  <a:pt x="15705171" y="8279635"/>
                  <a:pt x="15713951" y="8271404"/>
                  <a:pt x="15713951" y="8260978"/>
                </a:cubicBezTo>
                <a:cubicBezTo>
                  <a:pt x="15713951" y="8250552"/>
                  <a:pt x="15705720" y="8242320"/>
                  <a:pt x="15695295" y="8242320"/>
                </a:cubicBezTo>
                <a:cubicBezTo>
                  <a:pt x="15685965" y="8242320"/>
                  <a:pt x="15677734" y="8249455"/>
                  <a:pt x="15676637" y="8258783"/>
                </a:cubicBezTo>
                <a:lnTo>
                  <a:pt x="15133396" y="8258783"/>
                </a:lnTo>
                <a:lnTo>
                  <a:pt x="14589606" y="7714993"/>
                </a:lnTo>
                <a:lnTo>
                  <a:pt x="14589057" y="7714993"/>
                </a:lnTo>
                <a:cubicBezTo>
                  <a:pt x="14589057" y="7714444"/>
                  <a:pt x="13900401" y="7714444"/>
                  <a:pt x="13900401" y="7714444"/>
                </a:cubicBezTo>
                <a:lnTo>
                  <a:pt x="13556897" y="7370939"/>
                </a:lnTo>
                <a:lnTo>
                  <a:pt x="13556349" y="7370939"/>
                </a:lnTo>
                <a:cubicBezTo>
                  <a:pt x="13556349" y="7370391"/>
                  <a:pt x="13109683" y="7370391"/>
                  <a:pt x="13109683" y="7370391"/>
                </a:cubicBezTo>
                <a:cubicBezTo>
                  <a:pt x="13108586" y="7361063"/>
                  <a:pt x="13100904" y="7353928"/>
                  <a:pt x="13091026" y="7353928"/>
                </a:cubicBezTo>
                <a:close/>
                <a:moveTo>
                  <a:pt x="5186037" y="7283829"/>
                </a:moveTo>
                <a:cubicBezTo>
                  <a:pt x="5181236" y="7283829"/>
                  <a:pt x="5176435" y="7285612"/>
                  <a:pt x="5172868" y="7289180"/>
                </a:cubicBezTo>
                <a:cubicBezTo>
                  <a:pt x="5166282" y="7295764"/>
                  <a:pt x="5165734" y="7306190"/>
                  <a:pt x="5171222" y="7313872"/>
                </a:cubicBezTo>
                <a:lnTo>
                  <a:pt x="5074096" y="7410997"/>
                </a:lnTo>
                <a:lnTo>
                  <a:pt x="5074096" y="8546316"/>
                </a:lnTo>
                <a:lnTo>
                  <a:pt x="4859544" y="8760869"/>
                </a:lnTo>
                <a:cubicBezTo>
                  <a:pt x="4852410" y="8755382"/>
                  <a:pt x="4841435" y="8755931"/>
                  <a:pt x="4834851" y="8762516"/>
                </a:cubicBezTo>
                <a:cubicBezTo>
                  <a:pt x="4827716" y="8769650"/>
                  <a:pt x="4827716" y="8781721"/>
                  <a:pt x="4834851" y="8788855"/>
                </a:cubicBezTo>
                <a:cubicBezTo>
                  <a:pt x="4841984" y="8795989"/>
                  <a:pt x="4854056" y="8795989"/>
                  <a:pt x="4861189" y="8788855"/>
                </a:cubicBezTo>
                <a:cubicBezTo>
                  <a:pt x="4867774" y="8782270"/>
                  <a:pt x="4868322" y="8771844"/>
                  <a:pt x="4862836" y="8764162"/>
                </a:cubicBezTo>
                <a:lnTo>
                  <a:pt x="5079034" y="8547962"/>
                </a:lnTo>
                <a:lnTo>
                  <a:pt x="5079034" y="7412643"/>
                </a:lnTo>
                <a:lnTo>
                  <a:pt x="5174514" y="7317164"/>
                </a:lnTo>
                <a:cubicBezTo>
                  <a:pt x="5181646" y="7322651"/>
                  <a:pt x="5192622" y="7322103"/>
                  <a:pt x="5199206" y="7315518"/>
                </a:cubicBezTo>
                <a:cubicBezTo>
                  <a:pt x="5206340" y="7308385"/>
                  <a:pt x="5206340" y="7296312"/>
                  <a:pt x="5199206" y="7289180"/>
                </a:cubicBezTo>
                <a:cubicBezTo>
                  <a:pt x="5195639" y="7285612"/>
                  <a:pt x="5190838" y="7283829"/>
                  <a:pt x="5186037" y="7283829"/>
                </a:cubicBezTo>
                <a:close/>
                <a:moveTo>
                  <a:pt x="11921685" y="7261331"/>
                </a:moveTo>
                <a:cubicBezTo>
                  <a:pt x="11916884" y="7261331"/>
                  <a:pt x="11912082" y="7263114"/>
                  <a:pt x="11908516" y="7266681"/>
                </a:cubicBezTo>
                <a:cubicBezTo>
                  <a:pt x="11901382" y="7273814"/>
                  <a:pt x="11901382" y="7285886"/>
                  <a:pt x="11908516" y="7293020"/>
                </a:cubicBezTo>
                <a:cubicBezTo>
                  <a:pt x="11915101" y="7299605"/>
                  <a:pt x="11925527" y="7300154"/>
                  <a:pt x="11933209" y="7294666"/>
                </a:cubicBezTo>
                <a:lnTo>
                  <a:pt x="12029785" y="7391243"/>
                </a:lnTo>
                <a:lnTo>
                  <a:pt x="12029785" y="7614575"/>
                </a:lnTo>
                <a:lnTo>
                  <a:pt x="12427614" y="8012403"/>
                </a:lnTo>
                <a:lnTo>
                  <a:pt x="12428162" y="8012403"/>
                </a:lnTo>
                <a:cubicBezTo>
                  <a:pt x="12428162" y="8012952"/>
                  <a:pt x="12693747" y="8012952"/>
                  <a:pt x="12693747" y="8012952"/>
                </a:cubicBezTo>
                <a:lnTo>
                  <a:pt x="13437823" y="8757029"/>
                </a:lnTo>
                <a:cubicBezTo>
                  <a:pt x="13432336" y="8764162"/>
                  <a:pt x="13432886" y="8775136"/>
                  <a:pt x="13439470" y="8781721"/>
                </a:cubicBezTo>
                <a:cubicBezTo>
                  <a:pt x="13446603" y="8788855"/>
                  <a:pt x="13458675" y="8788855"/>
                  <a:pt x="13465809" y="8781721"/>
                </a:cubicBezTo>
                <a:cubicBezTo>
                  <a:pt x="13472942" y="8774588"/>
                  <a:pt x="13472942" y="8762516"/>
                  <a:pt x="13465809" y="8755382"/>
                </a:cubicBezTo>
                <a:cubicBezTo>
                  <a:pt x="13459225" y="8748797"/>
                  <a:pt x="13448797" y="8748249"/>
                  <a:pt x="13441116" y="8753736"/>
                </a:cubicBezTo>
                <a:lnTo>
                  <a:pt x="13440567" y="8753187"/>
                </a:lnTo>
                <a:lnTo>
                  <a:pt x="12695941" y="8008563"/>
                </a:lnTo>
                <a:lnTo>
                  <a:pt x="12695393" y="8008563"/>
                </a:lnTo>
                <a:cubicBezTo>
                  <a:pt x="12695393" y="8008014"/>
                  <a:pt x="12429809" y="8008014"/>
                  <a:pt x="12429809" y="8008014"/>
                </a:cubicBezTo>
                <a:lnTo>
                  <a:pt x="12034174" y="7612380"/>
                </a:lnTo>
                <a:lnTo>
                  <a:pt x="12034174" y="7389048"/>
                </a:lnTo>
                <a:lnTo>
                  <a:pt x="11936501" y="7291374"/>
                </a:lnTo>
                <a:cubicBezTo>
                  <a:pt x="11941989" y="7284240"/>
                  <a:pt x="11941440" y="7273266"/>
                  <a:pt x="11934855" y="7266681"/>
                </a:cubicBezTo>
                <a:cubicBezTo>
                  <a:pt x="11931288" y="7263114"/>
                  <a:pt x="11926487" y="7261331"/>
                  <a:pt x="11921685" y="7261331"/>
                </a:cubicBezTo>
                <a:close/>
                <a:moveTo>
                  <a:pt x="10926291" y="7069825"/>
                </a:moveTo>
                <a:cubicBezTo>
                  <a:pt x="10921490" y="7069825"/>
                  <a:pt x="10916688" y="7071609"/>
                  <a:pt x="10913121" y="7075175"/>
                </a:cubicBezTo>
                <a:cubicBezTo>
                  <a:pt x="10905988" y="7082308"/>
                  <a:pt x="10905988" y="7094381"/>
                  <a:pt x="10913121" y="7101513"/>
                </a:cubicBezTo>
                <a:cubicBezTo>
                  <a:pt x="10919707" y="7108099"/>
                  <a:pt x="10930132" y="7108648"/>
                  <a:pt x="10937814" y="7103160"/>
                </a:cubicBezTo>
                <a:lnTo>
                  <a:pt x="11034391" y="7199737"/>
                </a:lnTo>
                <a:lnTo>
                  <a:pt x="11034391" y="7423069"/>
                </a:lnTo>
                <a:lnTo>
                  <a:pt x="11431671" y="7820348"/>
                </a:lnTo>
                <a:lnTo>
                  <a:pt x="11431671" y="7986614"/>
                </a:lnTo>
                <a:lnTo>
                  <a:pt x="12207024" y="8761966"/>
                </a:lnTo>
                <a:cubicBezTo>
                  <a:pt x="12201536" y="8769101"/>
                  <a:pt x="12202086" y="8780075"/>
                  <a:pt x="12208671" y="8786660"/>
                </a:cubicBezTo>
                <a:cubicBezTo>
                  <a:pt x="12215804" y="8793793"/>
                  <a:pt x="12227876" y="8793793"/>
                  <a:pt x="12235010" y="8786660"/>
                </a:cubicBezTo>
                <a:cubicBezTo>
                  <a:pt x="12242143" y="8779526"/>
                  <a:pt x="12242143" y="8767454"/>
                  <a:pt x="12235010" y="8760321"/>
                </a:cubicBezTo>
                <a:cubicBezTo>
                  <a:pt x="12228425" y="8753736"/>
                  <a:pt x="12217998" y="8753187"/>
                  <a:pt x="12210316" y="8758675"/>
                </a:cubicBezTo>
                <a:lnTo>
                  <a:pt x="12209768" y="8758126"/>
                </a:lnTo>
                <a:lnTo>
                  <a:pt x="11436059" y="7984418"/>
                </a:lnTo>
                <a:lnTo>
                  <a:pt x="11436059" y="7818154"/>
                </a:lnTo>
                <a:lnTo>
                  <a:pt x="11038780" y="7420874"/>
                </a:lnTo>
                <a:lnTo>
                  <a:pt x="11038780" y="7197541"/>
                </a:lnTo>
                <a:lnTo>
                  <a:pt x="10941106" y="7099867"/>
                </a:lnTo>
                <a:cubicBezTo>
                  <a:pt x="10946593" y="7092734"/>
                  <a:pt x="10946045" y="7081759"/>
                  <a:pt x="10939461" y="7075175"/>
                </a:cubicBezTo>
                <a:cubicBezTo>
                  <a:pt x="10935894" y="7071609"/>
                  <a:pt x="10931093" y="7069825"/>
                  <a:pt x="10926291" y="7069825"/>
                </a:cubicBezTo>
                <a:close/>
                <a:moveTo>
                  <a:pt x="1211592" y="7065298"/>
                </a:moveTo>
                <a:cubicBezTo>
                  <a:pt x="1201168" y="7065298"/>
                  <a:pt x="1194034" y="7072431"/>
                  <a:pt x="1192936" y="7081759"/>
                </a:cubicBezTo>
                <a:lnTo>
                  <a:pt x="568482" y="7081759"/>
                </a:lnTo>
                <a:lnTo>
                  <a:pt x="427460" y="7222782"/>
                </a:lnTo>
                <a:lnTo>
                  <a:pt x="427460" y="7362709"/>
                </a:lnTo>
                <a:lnTo>
                  <a:pt x="317164" y="7473004"/>
                </a:lnTo>
                <a:cubicBezTo>
                  <a:pt x="310032" y="7467516"/>
                  <a:pt x="299056" y="7468065"/>
                  <a:pt x="292472" y="7474650"/>
                </a:cubicBezTo>
                <a:cubicBezTo>
                  <a:pt x="285338" y="7481783"/>
                  <a:pt x="285338" y="7493855"/>
                  <a:pt x="292472" y="7500989"/>
                </a:cubicBezTo>
                <a:cubicBezTo>
                  <a:pt x="299606" y="7508121"/>
                  <a:pt x="311678" y="7508121"/>
                  <a:pt x="318810" y="7500989"/>
                </a:cubicBezTo>
                <a:cubicBezTo>
                  <a:pt x="325396" y="7494404"/>
                  <a:pt x="325944" y="7483978"/>
                  <a:pt x="320456" y="7476295"/>
                </a:cubicBezTo>
                <a:lnTo>
                  <a:pt x="431848" y="7364903"/>
                </a:lnTo>
                <a:lnTo>
                  <a:pt x="431848" y="7224977"/>
                </a:lnTo>
                <a:lnTo>
                  <a:pt x="432398" y="7224429"/>
                </a:lnTo>
                <a:lnTo>
                  <a:pt x="570678" y="7086150"/>
                </a:lnTo>
                <a:lnTo>
                  <a:pt x="1192936" y="7086150"/>
                </a:lnTo>
                <a:cubicBezTo>
                  <a:pt x="1194034" y="7095478"/>
                  <a:pt x="1201716" y="7102611"/>
                  <a:pt x="1211592" y="7102611"/>
                </a:cubicBezTo>
                <a:cubicBezTo>
                  <a:pt x="1221470" y="7102611"/>
                  <a:pt x="1230249" y="7094381"/>
                  <a:pt x="1230249" y="7083954"/>
                </a:cubicBezTo>
                <a:cubicBezTo>
                  <a:pt x="1230249" y="7073528"/>
                  <a:pt x="1222019" y="7065298"/>
                  <a:pt x="1211592" y="7065298"/>
                </a:cubicBezTo>
                <a:close/>
                <a:moveTo>
                  <a:pt x="10149290" y="7048973"/>
                </a:moveTo>
                <a:cubicBezTo>
                  <a:pt x="10144489" y="7048973"/>
                  <a:pt x="10139688" y="7050756"/>
                  <a:pt x="10136121" y="7054323"/>
                </a:cubicBezTo>
                <a:cubicBezTo>
                  <a:pt x="10128987" y="7061457"/>
                  <a:pt x="10128987" y="7073528"/>
                  <a:pt x="10136121" y="7080662"/>
                </a:cubicBezTo>
                <a:cubicBezTo>
                  <a:pt x="10142706" y="7087247"/>
                  <a:pt x="10153131" y="7087796"/>
                  <a:pt x="10160814" y="7082308"/>
                </a:cubicBezTo>
                <a:lnTo>
                  <a:pt x="10562483" y="7483978"/>
                </a:lnTo>
                <a:lnTo>
                  <a:pt x="10562483" y="7778645"/>
                </a:lnTo>
                <a:lnTo>
                  <a:pt x="10879101" y="8095261"/>
                </a:lnTo>
                <a:cubicBezTo>
                  <a:pt x="10873613" y="8102395"/>
                  <a:pt x="10874161" y="8113369"/>
                  <a:pt x="10880746" y="8119954"/>
                </a:cubicBezTo>
                <a:cubicBezTo>
                  <a:pt x="10887880" y="8127088"/>
                  <a:pt x="10899952" y="8127088"/>
                  <a:pt x="10907085" y="8119954"/>
                </a:cubicBezTo>
                <a:cubicBezTo>
                  <a:pt x="10914219" y="8112821"/>
                  <a:pt x="10914219" y="8100749"/>
                  <a:pt x="10907085" y="8093615"/>
                </a:cubicBezTo>
                <a:cubicBezTo>
                  <a:pt x="10900500" y="8087030"/>
                  <a:pt x="10890075" y="8086482"/>
                  <a:pt x="10882392" y="8091969"/>
                </a:cubicBezTo>
                <a:lnTo>
                  <a:pt x="10566874" y="7776999"/>
                </a:lnTo>
                <a:lnTo>
                  <a:pt x="10566874" y="7482332"/>
                </a:lnTo>
                <a:lnTo>
                  <a:pt x="10164106" y="7079565"/>
                </a:lnTo>
                <a:cubicBezTo>
                  <a:pt x="10169594" y="7072431"/>
                  <a:pt x="10169045" y="7061457"/>
                  <a:pt x="10162460" y="7054872"/>
                </a:cubicBezTo>
                <a:lnTo>
                  <a:pt x="10162460" y="7054323"/>
                </a:lnTo>
                <a:cubicBezTo>
                  <a:pt x="10158893" y="7050756"/>
                  <a:pt x="10154092" y="7048973"/>
                  <a:pt x="10149290" y="7048973"/>
                </a:cubicBezTo>
                <a:close/>
                <a:moveTo>
                  <a:pt x="3696238" y="6827149"/>
                </a:moveTo>
                <a:cubicBezTo>
                  <a:pt x="3685812" y="6827149"/>
                  <a:pt x="3678678" y="6834283"/>
                  <a:pt x="3677581" y="6843611"/>
                </a:cubicBezTo>
                <a:lnTo>
                  <a:pt x="3053128" y="6843611"/>
                </a:lnTo>
                <a:lnTo>
                  <a:pt x="2962587" y="6934151"/>
                </a:lnTo>
                <a:cubicBezTo>
                  <a:pt x="2955454" y="6928664"/>
                  <a:pt x="2944479" y="6929212"/>
                  <a:pt x="2937894" y="6935798"/>
                </a:cubicBezTo>
                <a:cubicBezTo>
                  <a:pt x="2930760" y="6942931"/>
                  <a:pt x="2930760" y="6955003"/>
                  <a:pt x="2937894" y="6962136"/>
                </a:cubicBezTo>
                <a:cubicBezTo>
                  <a:pt x="2945028" y="6969270"/>
                  <a:pt x="2957100" y="6969270"/>
                  <a:pt x="2964233" y="6962136"/>
                </a:cubicBezTo>
                <a:cubicBezTo>
                  <a:pt x="2970818" y="6955552"/>
                  <a:pt x="2971367" y="6945126"/>
                  <a:pt x="2965880" y="6937444"/>
                </a:cubicBezTo>
                <a:lnTo>
                  <a:pt x="3054773" y="6848549"/>
                </a:lnTo>
                <a:lnTo>
                  <a:pt x="3677032" y="6848549"/>
                </a:lnTo>
                <a:lnTo>
                  <a:pt x="3677581" y="6848001"/>
                </a:lnTo>
                <a:cubicBezTo>
                  <a:pt x="3678678" y="6857329"/>
                  <a:pt x="3686360" y="6864463"/>
                  <a:pt x="3696238" y="6864463"/>
                </a:cubicBezTo>
                <a:cubicBezTo>
                  <a:pt x="3706114" y="6864463"/>
                  <a:pt x="3714895" y="6856232"/>
                  <a:pt x="3714895" y="6845806"/>
                </a:cubicBezTo>
                <a:cubicBezTo>
                  <a:pt x="3714895" y="6835380"/>
                  <a:pt x="3706663" y="6827149"/>
                  <a:pt x="3696238" y="6827149"/>
                </a:cubicBezTo>
                <a:close/>
                <a:moveTo>
                  <a:pt x="9514411" y="6708760"/>
                </a:moveTo>
                <a:cubicBezTo>
                  <a:pt x="9509610" y="6708760"/>
                  <a:pt x="9504808" y="6710544"/>
                  <a:pt x="9501242" y="6714111"/>
                </a:cubicBezTo>
                <a:cubicBezTo>
                  <a:pt x="9494108" y="6721245"/>
                  <a:pt x="9494108" y="6733317"/>
                  <a:pt x="9501242" y="6740450"/>
                </a:cubicBezTo>
                <a:cubicBezTo>
                  <a:pt x="9507826" y="6747034"/>
                  <a:pt x="9518252" y="6747583"/>
                  <a:pt x="9525934" y="6742096"/>
                </a:cubicBezTo>
                <a:lnTo>
                  <a:pt x="10158070" y="7374232"/>
                </a:lnTo>
                <a:lnTo>
                  <a:pt x="10158070" y="7897171"/>
                </a:lnTo>
                <a:lnTo>
                  <a:pt x="10566325" y="8305425"/>
                </a:lnTo>
                <a:lnTo>
                  <a:pt x="10566874" y="8305425"/>
                </a:lnTo>
                <a:cubicBezTo>
                  <a:pt x="10566874" y="8305973"/>
                  <a:pt x="11109018" y="8305973"/>
                  <a:pt x="11109018" y="8305973"/>
                </a:cubicBezTo>
                <a:lnTo>
                  <a:pt x="11354300" y="8551255"/>
                </a:lnTo>
                <a:lnTo>
                  <a:pt x="11354300" y="8765808"/>
                </a:lnTo>
                <a:cubicBezTo>
                  <a:pt x="11344972" y="8766906"/>
                  <a:pt x="11337837" y="8774588"/>
                  <a:pt x="11337837" y="8784465"/>
                </a:cubicBezTo>
                <a:cubicBezTo>
                  <a:pt x="11337837" y="8794342"/>
                  <a:pt x="11346069" y="8803121"/>
                  <a:pt x="11356494" y="8803121"/>
                </a:cubicBezTo>
                <a:cubicBezTo>
                  <a:pt x="11366920" y="8803121"/>
                  <a:pt x="11375152" y="8794890"/>
                  <a:pt x="11375152" y="8784465"/>
                </a:cubicBezTo>
                <a:cubicBezTo>
                  <a:pt x="11375152" y="8779252"/>
                  <a:pt x="11373368" y="8774863"/>
                  <a:pt x="11370419" y="8771639"/>
                </a:cubicBezTo>
                <a:lnTo>
                  <a:pt x="11359238" y="8766081"/>
                </a:lnTo>
                <a:lnTo>
                  <a:pt x="11359238" y="8766357"/>
                </a:lnTo>
                <a:lnTo>
                  <a:pt x="11358689" y="8765808"/>
                </a:lnTo>
                <a:lnTo>
                  <a:pt x="11359238" y="8766081"/>
                </a:lnTo>
                <a:lnTo>
                  <a:pt x="11359238" y="8549609"/>
                </a:lnTo>
                <a:lnTo>
                  <a:pt x="11111762" y="8302133"/>
                </a:lnTo>
                <a:lnTo>
                  <a:pt x="11111212" y="8302133"/>
                </a:lnTo>
                <a:cubicBezTo>
                  <a:pt x="11111212" y="8301584"/>
                  <a:pt x="10569068" y="8301584"/>
                  <a:pt x="10569068" y="8301584"/>
                </a:cubicBezTo>
                <a:lnTo>
                  <a:pt x="10163009" y="7895525"/>
                </a:lnTo>
                <a:lnTo>
                  <a:pt x="10163009" y="7372586"/>
                </a:lnTo>
                <a:lnTo>
                  <a:pt x="9529227" y="6738804"/>
                </a:lnTo>
                <a:cubicBezTo>
                  <a:pt x="9534714" y="6731670"/>
                  <a:pt x="9534165" y="6720695"/>
                  <a:pt x="9527580" y="6714111"/>
                </a:cubicBezTo>
                <a:cubicBezTo>
                  <a:pt x="9524014" y="6710544"/>
                  <a:pt x="9519212" y="6708760"/>
                  <a:pt x="9514411" y="6708760"/>
                </a:cubicBezTo>
                <a:close/>
                <a:moveTo>
                  <a:pt x="4474336" y="6454151"/>
                </a:moveTo>
                <a:cubicBezTo>
                  <a:pt x="4469535" y="6454151"/>
                  <a:pt x="4464733" y="6455934"/>
                  <a:pt x="4461166" y="6459501"/>
                </a:cubicBezTo>
                <a:cubicBezTo>
                  <a:pt x="4454581" y="6466086"/>
                  <a:pt x="4454032" y="6476511"/>
                  <a:pt x="4459520" y="6484193"/>
                </a:cubicBezTo>
                <a:lnTo>
                  <a:pt x="4294352" y="6649361"/>
                </a:lnTo>
                <a:lnTo>
                  <a:pt x="3558507" y="6649361"/>
                </a:lnTo>
                <a:cubicBezTo>
                  <a:pt x="3557410" y="6640033"/>
                  <a:pt x="3549727" y="6632899"/>
                  <a:pt x="3539850" y="6632899"/>
                </a:cubicBezTo>
                <a:cubicBezTo>
                  <a:pt x="3529972" y="6632899"/>
                  <a:pt x="3521193" y="6641130"/>
                  <a:pt x="3521193" y="6651556"/>
                </a:cubicBezTo>
                <a:cubicBezTo>
                  <a:pt x="3521193" y="6661982"/>
                  <a:pt x="3529424" y="6670213"/>
                  <a:pt x="3539850" y="6670213"/>
                </a:cubicBezTo>
                <a:cubicBezTo>
                  <a:pt x="3550276" y="6670213"/>
                  <a:pt x="3557410" y="6663079"/>
                  <a:pt x="3558507" y="6653750"/>
                </a:cubicBezTo>
                <a:lnTo>
                  <a:pt x="4296547" y="6653750"/>
                </a:lnTo>
                <a:lnTo>
                  <a:pt x="4462813" y="6487486"/>
                </a:lnTo>
                <a:lnTo>
                  <a:pt x="4462812" y="6487486"/>
                </a:lnTo>
                <a:lnTo>
                  <a:pt x="4463362" y="6486937"/>
                </a:lnTo>
                <a:lnTo>
                  <a:pt x="4462813" y="6487486"/>
                </a:lnTo>
                <a:lnTo>
                  <a:pt x="4475364" y="6491189"/>
                </a:lnTo>
                <a:cubicBezTo>
                  <a:pt x="4479823" y="6490915"/>
                  <a:pt x="4484212" y="6489132"/>
                  <a:pt x="4487505" y="6485840"/>
                </a:cubicBezTo>
                <a:cubicBezTo>
                  <a:pt x="4494638" y="6478706"/>
                  <a:pt x="4494638" y="6466634"/>
                  <a:pt x="4487505" y="6459501"/>
                </a:cubicBezTo>
                <a:cubicBezTo>
                  <a:pt x="4483938" y="6455934"/>
                  <a:pt x="4479137" y="6454151"/>
                  <a:pt x="4474336" y="6454151"/>
                </a:cubicBezTo>
                <a:close/>
                <a:moveTo>
                  <a:pt x="2861072" y="6399141"/>
                </a:moveTo>
                <a:cubicBezTo>
                  <a:pt x="2850646" y="6399141"/>
                  <a:pt x="2842416" y="6407372"/>
                  <a:pt x="2842416" y="6417798"/>
                </a:cubicBezTo>
                <a:cubicBezTo>
                  <a:pt x="2842416" y="6428224"/>
                  <a:pt x="2849549" y="6435356"/>
                  <a:pt x="2858877" y="6436454"/>
                </a:cubicBezTo>
                <a:lnTo>
                  <a:pt x="2858877" y="6778312"/>
                </a:lnTo>
                <a:lnTo>
                  <a:pt x="2574086" y="7063102"/>
                </a:lnTo>
                <a:lnTo>
                  <a:pt x="1833852" y="7063102"/>
                </a:lnTo>
                <a:lnTo>
                  <a:pt x="1090324" y="7806630"/>
                </a:lnTo>
                <a:lnTo>
                  <a:pt x="60908" y="7806630"/>
                </a:lnTo>
                <a:cubicBezTo>
                  <a:pt x="59810" y="7797303"/>
                  <a:pt x="52128" y="7790168"/>
                  <a:pt x="42250" y="7790168"/>
                </a:cubicBezTo>
                <a:cubicBezTo>
                  <a:pt x="32374" y="7790168"/>
                  <a:pt x="23594" y="7798400"/>
                  <a:pt x="23594" y="7808826"/>
                </a:cubicBezTo>
                <a:cubicBezTo>
                  <a:pt x="23594" y="7819251"/>
                  <a:pt x="31826" y="7827483"/>
                  <a:pt x="42250" y="7827483"/>
                </a:cubicBezTo>
                <a:cubicBezTo>
                  <a:pt x="52676" y="7827483"/>
                  <a:pt x="59810" y="7820348"/>
                  <a:pt x="60908" y="7811020"/>
                </a:cubicBezTo>
                <a:lnTo>
                  <a:pt x="1091970" y="7811020"/>
                </a:lnTo>
                <a:lnTo>
                  <a:pt x="1835498" y="7067493"/>
                </a:lnTo>
                <a:lnTo>
                  <a:pt x="1835498" y="7068042"/>
                </a:lnTo>
                <a:lnTo>
                  <a:pt x="2575733" y="7068042"/>
                </a:lnTo>
                <a:lnTo>
                  <a:pt x="2863267" y="6780507"/>
                </a:lnTo>
                <a:lnTo>
                  <a:pt x="2863267" y="6436454"/>
                </a:lnTo>
                <a:cubicBezTo>
                  <a:pt x="2872596" y="6435356"/>
                  <a:pt x="2879729" y="6427675"/>
                  <a:pt x="2879729" y="6417798"/>
                </a:cubicBezTo>
                <a:cubicBezTo>
                  <a:pt x="2879729" y="6407920"/>
                  <a:pt x="2871498" y="6399141"/>
                  <a:pt x="2861072" y="6399141"/>
                </a:cubicBezTo>
                <a:close/>
                <a:moveTo>
                  <a:pt x="3111561" y="6398704"/>
                </a:moveTo>
                <a:lnTo>
                  <a:pt x="3098603" y="6404009"/>
                </a:lnTo>
                <a:cubicBezTo>
                  <a:pt x="3095242" y="6407370"/>
                  <a:pt x="3093184" y="6412034"/>
                  <a:pt x="3093184" y="6417246"/>
                </a:cubicBezTo>
                <a:cubicBezTo>
                  <a:pt x="3093184" y="6427673"/>
                  <a:pt x="3100318" y="6434806"/>
                  <a:pt x="3109647" y="6435904"/>
                </a:cubicBezTo>
                <a:lnTo>
                  <a:pt x="3109647" y="6726181"/>
                </a:lnTo>
                <a:lnTo>
                  <a:pt x="2526348" y="7309480"/>
                </a:lnTo>
                <a:lnTo>
                  <a:pt x="2231680" y="7309480"/>
                </a:lnTo>
                <a:lnTo>
                  <a:pt x="2131812" y="7209611"/>
                </a:lnTo>
                <a:lnTo>
                  <a:pt x="2131263" y="7209611"/>
                </a:lnTo>
                <a:cubicBezTo>
                  <a:pt x="2131263" y="7209063"/>
                  <a:pt x="2021516" y="7209063"/>
                  <a:pt x="2021516" y="7209063"/>
                </a:cubicBezTo>
                <a:lnTo>
                  <a:pt x="1603934" y="7626645"/>
                </a:lnTo>
                <a:lnTo>
                  <a:pt x="1396514" y="7626645"/>
                </a:lnTo>
                <a:lnTo>
                  <a:pt x="557508" y="8465652"/>
                </a:lnTo>
                <a:lnTo>
                  <a:pt x="52676" y="8465652"/>
                </a:lnTo>
                <a:cubicBezTo>
                  <a:pt x="51580" y="8456323"/>
                  <a:pt x="43898" y="8449189"/>
                  <a:pt x="34020" y="8449189"/>
                </a:cubicBezTo>
                <a:cubicBezTo>
                  <a:pt x="24142" y="8449189"/>
                  <a:pt x="15364" y="8457420"/>
                  <a:pt x="15364" y="8467846"/>
                </a:cubicBezTo>
                <a:cubicBezTo>
                  <a:pt x="15364" y="8478272"/>
                  <a:pt x="23594" y="8486503"/>
                  <a:pt x="34020" y="8486503"/>
                </a:cubicBezTo>
                <a:cubicBezTo>
                  <a:pt x="44446" y="8486503"/>
                  <a:pt x="51580" y="8479370"/>
                  <a:pt x="52676" y="8470042"/>
                </a:cubicBezTo>
                <a:lnTo>
                  <a:pt x="559154" y="8470042"/>
                </a:lnTo>
                <a:lnTo>
                  <a:pt x="1398161" y="7631035"/>
                </a:lnTo>
                <a:lnTo>
                  <a:pt x="1605580" y="7631035"/>
                </a:lnTo>
                <a:lnTo>
                  <a:pt x="2023163" y="7213452"/>
                </a:lnTo>
                <a:lnTo>
                  <a:pt x="2128519" y="7213452"/>
                </a:lnTo>
                <a:lnTo>
                  <a:pt x="2228387" y="7313321"/>
                </a:lnTo>
                <a:lnTo>
                  <a:pt x="2228936" y="7313321"/>
                </a:lnTo>
                <a:cubicBezTo>
                  <a:pt x="2228936" y="7313870"/>
                  <a:pt x="2527445" y="7313870"/>
                  <a:pt x="2527445" y="7313870"/>
                </a:cubicBezTo>
                <a:lnTo>
                  <a:pt x="3113488" y="6727827"/>
                </a:lnTo>
                <a:lnTo>
                  <a:pt x="3113488" y="6435904"/>
                </a:lnTo>
                <a:cubicBezTo>
                  <a:pt x="3122816" y="6434806"/>
                  <a:pt x="3129950" y="6427124"/>
                  <a:pt x="3129950" y="6417246"/>
                </a:cubicBezTo>
                <a:cubicBezTo>
                  <a:pt x="3129950" y="6412308"/>
                  <a:pt x="3127892" y="6407644"/>
                  <a:pt x="3124531" y="6404215"/>
                </a:cubicBezTo>
                <a:close/>
                <a:moveTo>
                  <a:pt x="2945028" y="6398590"/>
                </a:moveTo>
                <a:cubicBezTo>
                  <a:pt x="2934602" y="6398590"/>
                  <a:pt x="2926371" y="6406821"/>
                  <a:pt x="2926371" y="6417246"/>
                </a:cubicBezTo>
                <a:cubicBezTo>
                  <a:pt x="2926371" y="6427673"/>
                  <a:pt x="2933505" y="6434806"/>
                  <a:pt x="2942832" y="6435904"/>
                </a:cubicBezTo>
                <a:lnTo>
                  <a:pt x="2942832" y="6599974"/>
                </a:lnTo>
                <a:cubicBezTo>
                  <a:pt x="2933505" y="6601071"/>
                  <a:pt x="2926371" y="6608754"/>
                  <a:pt x="2926371" y="6618630"/>
                </a:cubicBezTo>
                <a:cubicBezTo>
                  <a:pt x="2926371" y="6628508"/>
                  <a:pt x="2934602" y="6637287"/>
                  <a:pt x="2945028" y="6637287"/>
                </a:cubicBezTo>
                <a:cubicBezTo>
                  <a:pt x="2955454" y="6637287"/>
                  <a:pt x="2963685" y="6629056"/>
                  <a:pt x="2963685" y="6618630"/>
                </a:cubicBezTo>
                <a:cubicBezTo>
                  <a:pt x="2963685" y="6608204"/>
                  <a:pt x="2956551" y="6601071"/>
                  <a:pt x="2947223" y="6599974"/>
                </a:cubicBezTo>
                <a:lnTo>
                  <a:pt x="2947223" y="6435904"/>
                </a:lnTo>
                <a:cubicBezTo>
                  <a:pt x="2956551" y="6434806"/>
                  <a:pt x="2963685" y="6427124"/>
                  <a:pt x="2963685" y="6417246"/>
                </a:cubicBezTo>
                <a:cubicBezTo>
                  <a:pt x="2963685" y="6406821"/>
                  <a:pt x="2955454" y="6398590"/>
                  <a:pt x="2945028" y="6398590"/>
                </a:cubicBezTo>
                <a:close/>
                <a:moveTo>
                  <a:pt x="3028983" y="6398590"/>
                </a:moveTo>
                <a:cubicBezTo>
                  <a:pt x="3018557" y="6398590"/>
                  <a:pt x="3010326" y="6406821"/>
                  <a:pt x="3010326" y="6417246"/>
                </a:cubicBezTo>
                <a:cubicBezTo>
                  <a:pt x="3010326" y="6427673"/>
                  <a:pt x="3017460" y="6434806"/>
                  <a:pt x="3026789" y="6435904"/>
                </a:cubicBezTo>
                <a:lnTo>
                  <a:pt x="3026789" y="6710817"/>
                </a:lnTo>
                <a:lnTo>
                  <a:pt x="2603718" y="7133887"/>
                </a:lnTo>
                <a:lnTo>
                  <a:pt x="1999018" y="7133887"/>
                </a:lnTo>
                <a:lnTo>
                  <a:pt x="1713131" y="7419775"/>
                </a:lnTo>
                <a:cubicBezTo>
                  <a:pt x="1705998" y="7414287"/>
                  <a:pt x="1695023" y="7414835"/>
                  <a:pt x="1688438" y="7421420"/>
                </a:cubicBezTo>
                <a:cubicBezTo>
                  <a:pt x="1681305" y="7428554"/>
                  <a:pt x="1681305" y="7440627"/>
                  <a:pt x="1688438" y="7447759"/>
                </a:cubicBezTo>
                <a:cubicBezTo>
                  <a:pt x="1695572" y="7454893"/>
                  <a:pt x="1707644" y="7454893"/>
                  <a:pt x="1714777" y="7447759"/>
                </a:cubicBezTo>
                <a:cubicBezTo>
                  <a:pt x="1721362" y="7441175"/>
                  <a:pt x="1721911" y="7430749"/>
                  <a:pt x="1716423" y="7423066"/>
                </a:cubicBezTo>
                <a:lnTo>
                  <a:pt x="2000665" y="7138825"/>
                </a:lnTo>
                <a:lnTo>
                  <a:pt x="2604815" y="7138825"/>
                </a:lnTo>
                <a:lnTo>
                  <a:pt x="3031178" y="6712463"/>
                </a:lnTo>
                <a:lnTo>
                  <a:pt x="3031178" y="6435904"/>
                </a:lnTo>
                <a:cubicBezTo>
                  <a:pt x="3040506" y="6434806"/>
                  <a:pt x="3047640" y="6427124"/>
                  <a:pt x="3047640" y="6417246"/>
                </a:cubicBezTo>
                <a:cubicBezTo>
                  <a:pt x="3047640" y="6407370"/>
                  <a:pt x="3039409" y="6398590"/>
                  <a:pt x="3028983" y="6398590"/>
                </a:cubicBezTo>
                <a:close/>
                <a:moveTo>
                  <a:pt x="3111841" y="6398590"/>
                </a:moveTo>
                <a:lnTo>
                  <a:pt x="3111292" y="6398590"/>
                </a:lnTo>
                <a:lnTo>
                  <a:pt x="3111561" y="6398704"/>
                </a:lnTo>
                <a:close/>
                <a:moveTo>
                  <a:pt x="3195248" y="6398590"/>
                </a:moveTo>
                <a:cubicBezTo>
                  <a:pt x="3184823" y="6398590"/>
                  <a:pt x="3176591" y="6406821"/>
                  <a:pt x="3176591" y="6417246"/>
                </a:cubicBezTo>
                <a:cubicBezTo>
                  <a:pt x="3176591" y="6427673"/>
                  <a:pt x="3183724" y="6434806"/>
                  <a:pt x="3193054" y="6435904"/>
                </a:cubicBezTo>
                <a:lnTo>
                  <a:pt x="3193054" y="6599974"/>
                </a:lnTo>
                <a:cubicBezTo>
                  <a:pt x="3183724" y="6601071"/>
                  <a:pt x="3176591" y="6608754"/>
                  <a:pt x="3176591" y="6618630"/>
                </a:cubicBezTo>
                <a:cubicBezTo>
                  <a:pt x="3176591" y="6628508"/>
                  <a:pt x="3184823" y="6637287"/>
                  <a:pt x="3195248" y="6637287"/>
                </a:cubicBezTo>
                <a:cubicBezTo>
                  <a:pt x="3205674" y="6637287"/>
                  <a:pt x="3213905" y="6629056"/>
                  <a:pt x="3213905" y="6618630"/>
                </a:cubicBezTo>
                <a:cubicBezTo>
                  <a:pt x="3213905" y="6608204"/>
                  <a:pt x="3206771" y="6601071"/>
                  <a:pt x="3197443" y="6599974"/>
                </a:cubicBezTo>
                <a:lnTo>
                  <a:pt x="3197443" y="6435904"/>
                </a:lnTo>
                <a:cubicBezTo>
                  <a:pt x="3206771" y="6434806"/>
                  <a:pt x="3213905" y="6427124"/>
                  <a:pt x="3213905" y="6417246"/>
                </a:cubicBezTo>
                <a:cubicBezTo>
                  <a:pt x="3213905" y="6406821"/>
                  <a:pt x="3205674" y="6398590"/>
                  <a:pt x="3195248" y="6398590"/>
                </a:cubicBezTo>
                <a:close/>
                <a:moveTo>
                  <a:pt x="3278654" y="6398590"/>
                </a:moveTo>
                <a:cubicBezTo>
                  <a:pt x="3268229" y="6398590"/>
                  <a:pt x="3259998" y="6406821"/>
                  <a:pt x="3259998" y="6417246"/>
                </a:cubicBezTo>
                <a:cubicBezTo>
                  <a:pt x="3259998" y="6427673"/>
                  <a:pt x="3267131" y="6434806"/>
                  <a:pt x="3276460" y="6435904"/>
                </a:cubicBezTo>
                <a:lnTo>
                  <a:pt x="3276460" y="6619728"/>
                </a:lnTo>
                <a:lnTo>
                  <a:pt x="3437786" y="6781054"/>
                </a:lnTo>
                <a:lnTo>
                  <a:pt x="3438335" y="6781054"/>
                </a:lnTo>
                <a:cubicBezTo>
                  <a:pt x="3438335" y="6781604"/>
                  <a:pt x="4190094" y="6781604"/>
                  <a:pt x="4190094" y="6781604"/>
                </a:cubicBezTo>
                <a:cubicBezTo>
                  <a:pt x="4191191" y="6790931"/>
                  <a:pt x="4198874" y="6798065"/>
                  <a:pt x="4208751" y="6798065"/>
                </a:cubicBezTo>
                <a:cubicBezTo>
                  <a:pt x="4218628" y="6798065"/>
                  <a:pt x="4227408" y="6789834"/>
                  <a:pt x="4227408" y="6779408"/>
                </a:cubicBezTo>
                <a:cubicBezTo>
                  <a:pt x="4227408" y="6768982"/>
                  <a:pt x="4219177" y="6760751"/>
                  <a:pt x="4208751" y="6760751"/>
                </a:cubicBezTo>
                <a:lnTo>
                  <a:pt x="4208202" y="6760203"/>
                </a:lnTo>
                <a:cubicBezTo>
                  <a:pt x="4198874" y="6760203"/>
                  <a:pt x="4190643" y="6767335"/>
                  <a:pt x="4189546" y="6776664"/>
                </a:cubicBezTo>
                <a:lnTo>
                  <a:pt x="3439981" y="6776664"/>
                </a:lnTo>
                <a:lnTo>
                  <a:pt x="3280850" y="6617533"/>
                </a:lnTo>
                <a:lnTo>
                  <a:pt x="3280850" y="6435904"/>
                </a:lnTo>
                <a:cubicBezTo>
                  <a:pt x="3290179" y="6434806"/>
                  <a:pt x="3297312" y="6427124"/>
                  <a:pt x="3297312" y="6417246"/>
                </a:cubicBezTo>
                <a:cubicBezTo>
                  <a:pt x="3297312" y="6407370"/>
                  <a:pt x="3289080" y="6398590"/>
                  <a:pt x="3278654" y="6398590"/>
                </a:cubicBezTo>
                <a:close/>
                <a:moveTo>
                  <a:pt x="2805102" y="6343170"/>
                </a:moveTo>
                <a:cubicBezTo>
                  <a:pt x="2794676" y="6343170"/>
                  <a:pt x="2787542" y="6350304"/>
                  <a:pt x="2786445" y="6359632"/>
                </a:cubicBezTo>
                <a:lnTo>
                  <a:pt x="2069805" y="6359632"/>
                </a:lnTo>
                <a:lnTo>
                  <a:pt x="785230" y="7644207"/>
                </a:lnTo>
                <a:lnTo>
                  <a:pt x="50482" y="7644207"/>
                </a:lnTo>
                <a:cubicBezTo>
                  <a:pt x="49384" y="7634879"/>
                  <a:pt x="41702" y="7627744"/>
                  <a:pt x="31826" y="7627744"/>
                </a:cubicBezTo>
                <a:cubicBezTo>
                  <a:pt x="21948" y="7627744"/>
                  <a:pt x="13168" y="7635976"/>
                  <a:pt x="13168" y="7646401"/>
                </a:cubicBezTo>
                <a:cubicBezTo>
                  <a:pt x="13168" y="7656827"/>
                  <a:pt x="21400" y="7665059"/>
                  <a:pt x="31826" y="7665059"/>
                </a:cubicBezTo>
                <a:cubicBezTo>
                  <a:pt x="42250" y="7665059"/>
                  <a:pt x="49384" y="7657924"/>
                  <a:pt x="50482" y="7648597"/>
                </a:cubicBezTo>
                <a:lnTo>
                  <a:pt x="787426" y="7648597"/>
                </a:lnTo>
                <a:lnTo>
                  <a:pt x="2072000" y="6364021"/>
                </a:lnTo>
                <a:lnTo>
                  <a:pt x="2786445" y="6364021"/>
                </a:lnTo>
                <a:cubicBezTo>
                  <a:pt x="2787542" y="6373350"/>
                  <a:pt x="2795224" y="6380484"/>
                  <a:pt x="2805102" y="6380484"/>
                </a:cubicBezTo>
                <a:cubicBezTo>
                  <a:pt x="2814978" y="6380484"/>
                  <a:pt x="2823759" y="6372252"/>
                  <a:pt x="2823759" y="6361827"/>
                </a:cubicBezTo>
                <a:cubicBezTo>
                  <a:pt x="2823759" y="6351401"/>
                  <a:pt x="2815528" y="6343170"/>
                  <a:pt x="2805102" y="6343170"/>
                </a:cubicBezTo>
                <a:close/>
                <a:moveTo>
                  <a:pt x="4023829" y="6335623"/>
                </a:moveTo>
                <a:cubicBezTo>
                  <a:pt x="4019028" y="6335623"/>
                  <a:pt x="4014226" y="6337406"/>
                  <a:pt x="4010660" y="6340973"/>
                </a:cubicBezTo>
                <a:cubicBezTo>
                  <a:pt x="4004074" y="6347558"/>
                  <a:pt x="4003526" y="6357984"/>
                  <a:pt x="4009014" y="6365667"/>
                </a:cubicBezTo>
                <a:lnTo>
                  <a:pt x="3922314" y="6452366"/>
                </a:lnTo>
                <a:lnTo>
                  <a:pt x="3633134" y="6452366"/>
                </a:lnTo>
                <a:lnTo>
                  <a:pt x="3632584" y="6452914"/>
                </a:lnTo>
                <a:lnTo>
                  <a:pt x="3538753" y="6359082"/>
                </a:lnTo>
                <a:lnTo>
                  <a:pt x="3538203" y="6359082"/>
                </a:lnTo>
                <a:cubicBezTo>
                  <a:pt x="3538203" y="6358532"/>
                  <a:pt x="3354379" y="6358532"/>
                  <a:pt x="3354379" y="6358532"/>
                </a:cubicBezTo>
                <a:cubicBezTo>
                  <a:pt x="3353282" y="6349204"/>
                  <a:pt x="3345600" y="6342071"/>
                  <a:pt x="3335723" y="6342071"/>
                </a:cubicBezTo>
                <a:cubicBezTo>
                  <a:pt x="3325846" y="6342071"/>
                  <a:pt x="3317066" y="6350301"/>
                  <a:pt x="3317066" y="6360727"/>
                </a:cubicBezTo>
                <a:cubicBezTo>
                  <a:pt x="3317066" y="6371153"/>
                  <a:pt x="3325297" y="6379384"/>
                  <a:pt x="3335723" y="6379384"/>
                </a:cubicBezTo>
                <a:cubicBezTo>
                  <a:pt x="3346148" y="6379384"/>
                  <a:pt x="3353282" y="6372251"/>
                  <a:pt x="3354379" y="6362923"/>
                </a:cubicBezTo>
                <a:lnTo>
                  <a:pt x="3536009" y="6362923"/>
                </a:lnTo>
                <a:lnTo>
                  <a:pt x="3629842" y="6456755"/>
                </a:lnTo>
                <a:lnTo>
                  <a:pt x="3630390" y="6456755"/>
                </a:lnTo>
                <a:cubicBezTo>
                  <a:pt x="3630390" y="6457304"/>
                  <a:pt x="3923960" y="6457304"/>
                  <a:pt x="3923960" y="6457304"/>
                </a:cubicBezTo>
                <a:lnTo>
                  <a:pt x="4012306" y="6368958"/>
                </a:lnTo>
                <a:cubicBezTo>
                  <a:pt x="4019439" y="6374446"/>
                  <a:pt x="4030414" y="6373897"/>
                  <a:pt x="4036998" y="6367312"/>
                </a:cubicBezTo>
                <a:cubicBezTo>
                  <a:pt x="4044132" y="6360179"/>
                  <a:pt x="4044132" y="6348107"/>
                  <a:pt x="4036998" y="6340973"/>
                </a:cubicBezTo>
                <a:cubicBezTo>
                  <a:pt x="4033431" y="6337406"/>
                  <a:pt x="4028630" y="6335623"/>
                  <a:pt x="4023829" y="6335623"/>
                </a:cubicBezTo>
                <a:close/>
                <a:moveTo>
                  <a:pt x="5429672" y="6278558"/>
                </a:moveTo>
                <a:cubicBezTo>
                  <a:pt x="5424871" y="6278558"/>
                  <a:pt x="5420070" y="6280341"/>
                  <a:pt x="5416503" y="6283907"/>
                </a:cubicBezTo>
                <a:cubicBezTo>
                  <a:pt x="5409370" y="6291041"/>
                  <a:pt x="5409370" y="6300917"/>
                  <a:pt x="5414856" y="6308601"/>
                </a:cubicBezTo>
                <a:lnTo>
                  <a:pt x="4905088" y="6818369"/>
                </a:lnTo>
                <a:lnTo>
                  <a:pt x="4650477" y="6818369"/>
                </a:lnTo>
                <a:lnTo>
                  <a:pt x="4394770" y="7074077"/>
                </a:lnTo>
                <a:cubicBezTo>
                  <a:pt x="4387637" y="7068590"/>
                  <a:pt x="4376662" y="7069139"/>
                  <a:pt x="4370077" y="7075724"/>
                </a:cubicBezTo>
                <a:cubicBezTo>
                  <a:pt x="4362944" y="7082856"/>
                  <a:pt x="4362944" y="7094929"/>
                  <a:pt x="4370077" y="7102062"/>
                </a:cubicBezTo>
                <a:cubicBezTo>
                  <a:pt x="4377210" y="7109196"/>
                  <a:pt x="4389282" y="7109196"/>
                  <a:pt x="4396416" y="7102062"/>
                </a:cubicBezTo>
                <a:cubicBezTo>
                  <a:pt x="4403001" y="7095478"/>
                  <a:pt x="4403550" y="7085052"/>
                  <a:pt x="4398062" y="7077370"/>
                </a:cubicBezTo>
                <a:lnTo>
                  <a:pt x="4652124" y="6823309"/>
                </a:lnTo>
                <a:lnTo>
                  <a:pt x="4906734" y="6823309"/>
                </a:lnTo>
                <a:lnTo>
                  <a:pt x="5418150" y="6311892"/>
                </a:lnTo>
                <a:cubicBezTo>
                  <a:pt x="5425282" y="6317380"/>
                  <a:pt x="5436257" y="6316831"/>
                  <a:pt x="5442842" y="6310246"/>
                </a:cubicBezTo>
                <a:cubicBezTo>
                  <a:pt x="5449976" y="6303113"/>
                  <a:pt x="5449976" y="6291041"/>
                  <a:pt x="5442842" y="6283907"/>
                </a:cubicBezTo>
                <a:cubicBezTo>
                  <a:pt x="5439275" y="6280341"/>
                  <a:pt x="5434474" y="6278558"/>
                  <a:pt x="5429672" y="6278558"/>
                </a:cubicBezTo>
                <a:close/>
                <a:moveTo>
                  <a:pt x="2805102" y="6258664"/>
                </a:moveTo>
                <a:cubicBezTo>
                  <a:pt x="2794676" y="6258664"/>
                  <a:pt x="2787542" y="6265798"/>
                  <a:pt x="2786445" y="6275126"/>
                </a:cubicBezTo>
                <a:lnTo>
                  <a:pt x="2083523" y="6275126"/>
                </a:lnTo>
                <a:lnTo>
                  <a:pt x="1833851" y="6524798"/>
                </a:lnTo>
                <a:lnTo>
                  <a:pt x="1705448" y="6524798"/>
                </a:lnTo>
                <a:lnTo>
                  <a:pt x="1361944" y="6868302"/>
                </a:lnTo>
                <a:lnTo>
                  <a:pt x="696884" y="6868302"/>
                </a:lnTo>
                <a:lnTo>
                  <a:pt x="467516" y="7097670"/>
                </a:lnTo>
                <a:lnTo>
                  <a:pt x="37312" y="7097670"/>
                </a:lnTo>
                <a:cubicBezTo>
                  <a:pt x="36216" y="7088342"/>
                  <a:pt x="28534" y="7081209"/>
                  <a:pt x="18656" y="7081209"/>
                </a:cubicBezTo>
                <a:cubicBezTo>
                  <a:pt x="8778" y="7081209"/>
                  <a:pt x="0" y="7089440"/>
                  <a:pt x="0" y="7099866"/>
                </a:cubicBezTo>
                <a:cubicBezTo>
                  <a:pt x="0" y="7110291"/>
                  <a:pt x="8230" y="7118523"/>
                  <a:pt x="18656" y="7118523"/>
                </a:cubicBezTo>
                <a:cubicBezTo>
                  <a:pt x="29082" y="7118523"/>
                  <a:pt x="36216" y="7111389"/>
                  <a:pt x="37312" y="7102060"/>
                </a:cubicBezTo>
                <a:lnTo>
                  <a:pt x="469162" y="7102060"/>
                </a:lnTo>
                <a:lnTo>
                  <a:pt x="698532" y="6872692"/>
                </a:lnTo>
                <a:lnTo>
                  <a:pt x="1363590" y="6872692"/>
                </a:lnTo>
                <a:lnTo>
                  <a:pt x="1707095" y="6529187"/>
                </a:lnTo>
                <a:lnTo>
                  <a:pt x="1835498" y="6529187"/>
                </a:lnTo>
                <a:lnTo>
                  <a:pt x="2085169" y="6279516"/>
                </a:lnTo>
                <a:lnTo>
                  <a:pt x="2786445" y="6279516"/>
                </a:lnTo>
                <a:cubicBezTo>
                  <a:pt x="2787542" y="6288844"/>
                  <a:pt x="2795225" y="6295978"/>
                  <a:pt x="2805102" y="6295978"/>
                </a:cubicBezTo>
                <a:cubicBezTo>
                  <a:pt x="2814979" y="6295978"/>
                  <a:pt x="2823759" y="6287747"/>
                  <a:pt x="2823759" y="6277321"/>
                </a:cubicBezTo>
                <a:cubicBezTo>
                  <a:pt x="2823759" y="6266895"/>
                  <a:pt x="2815528" y="6258664"/>
                  <a:pt x="2805102" y="6258664"/>
                </a:cubicBezTo>
                <a:close/>
                <a:moveTo>
                  <a:pt x="2804554" y="6175257"/>
                </a:moveTo>
                <a:cubicBezTo>
                  <a:pt x="2794128" y="6175257"/>
                  <a:pt x="2786994" y="6182391"/>
                  <a:pt x="2785897" y="6191720"/>
                </a:cubicBezTo>
                <a:lnTo>
                  <a:pt x="2621826" y="6191720"/>
                </a:lnTo>
                <a:cubicBezTo>
                  <a:pt x="2620729" y="6182391"/>
                  <a:pt x="2613047" y="6175257"/>
                  <a:pt x="2603170" y="6175257"/>
                </a:cubicBezTo>
                <a:cubicBezTo>
                  <a:pt x="2593292" y="6175257"/>
                  <a:pt x="2584513" y="6183488"/>
                  <a:pt x="2584513" y="6193914"/>
                </a:cubicBezTo>
                <a:cubicBezTo>
                  <a:pt x="2584513" y="6204340"/>
                  <a:pt x="2592744" y="6212571"/>
                  <a:pt x="2603170" y="6212571"/>
                </a:cubicBezTo>
                <a:cubicBezTo>
                  <a:pt x="2612498" y="6212571"/>
                  <a:pt x="2620729" y="6205437"/>
                  <a:pt x="2621826" y="6196109"/>
                </a:cubicBezTo>
                <a:lnTo>
                  <a:pt x="2785897" y="6196109"/>
                </a:lnTo>
                <a:cubicBezTo>
                  <a:pt x="2786994" y="6205437"/>
                  <a:pt x="2794676" y="6212571"/>
                  <a:pt x="2804554" y="6212571"/>
                </a:cubicBezTo>
                <a:cubicBezTo>
                  <a:pt x="2814430" y="6212571"/>
                  <a:pt x="2823210" y="6204340"/>
                  <a:pt x="2823210" y="6193914"/>
                </a:cubicBezTo>
                <a:cubicBezTo>
                  <a:pt x="2823210" y="6183488"/>
                  <a:pt x="2814979" y="6175257"/>
                  <a:pt x="2804554" y="6175257"/>
                </a:cubicBezTo>
                <a:close/>
                <a:moveTo>
                  <a:pt x="5032942" y="6093636"/>
                </a:moveTo>
                <a:cubicBezTo>
                  <a:pt x="5028140" y="6093636"/>
                  <a:pt x="5023339" y="6095419"/>
                  <a:pt x="5019772" y="6098986"/>
                </a:cubicBezTo>
                <a:cubicBezTo>
                  <a:pt x="5013188" y="6105571"/>
                  <a:pt x="5012639" y="6115997"/>
                  <a:pt x="5018126" y="6123679"/>
                </a:cubicBezTo>
                <a:lnTo>
                  <a:pt x="4240576" y="6901227"/>
                </a:lnTo>
                <a:lnTo>
                  <a:pt x="3982126" y="6901227"/>
                </a:lnTo>
                <a:lnTo>
                  <a:pt x="3452054" y="7431300"/>
                </a:lnTo>
                <a:lnTo>
                  <a:pt x="2989475" y="7431300"/>
                </a:lnTo>
                <a:lnTo>
                  <a:pt x="1999568" y="8421206"/>
                </a:lnTo>
                <a:lnTo>
                  <a:pt x="1184156" y="8421206"/>
                </a:lnTo>
                <a:lnTo>
                  <a:pt x="807180" y="8798184"/>
                </a:lnTo>
                <a:cubicBezTo>
                  <a:pt x="800046" y="8792696"/>
                  <a:pt x="789072" y="8793245"/>
                  <a:pt x="782486" y="8799830"/>
                </a:cubicBezTo>
                <a:cubicBezTo>
                  <a:pt x="775352" y="8806963"/>
                  <a:pt x="775352" y="8819035"/>
                  <a:pt x="782486" y="8826169"/>
                </a:cubicBezTo>
                <a:cubicBezTo>
                  <a:pt x="789620" y="8833301"/>
                  <a:pt x="801692" y="8833301"/>
                  <a:pt x="808826" y="8826169"/>
                </a:cubicBezTo>
                <a:cubicBezTo>
                  <a:pt x="815410" y="8819584"/>
                  <a:pt x="815960" y="8809158"/>
                  <a:pt x="810472" y="8801475"/>
                </a:cubicBezTo>
                <a:lnTo>
                  <a:pt x="1185802" y="8426145"/>
                </a:lnTo>
                <a:lnTo>
                  <a:pt x="2001214" y="8426145"/>
                </a:lnTo>
                <a:lnTo>
                  <a:pt x="2991121" y="7436238"/>
                </a:lnTo>
                <a:lnTo>
                  <a:pt x="3453699" y="7436238"/>
                </a:lnTo>
                <a:lnTo>
                  <a:pt x="3983772" y="6906167"/>
                </a:lnTo>
                <a:lnTo>
                  <a:pt x="4242224" y="6906167"/>
                </a:lnTo>
                <a:lnTo>
                  <a:pt x="5021418" y="6126971"/>
                </a:lnTo>
                <a:cubicBezTo>
                  <a:pt x="5028552" y="6132458"/>
                  <a:pt x="5039526" y="6131910"/>
                  <a:pt x="5046112" y="6125325"/>
                </a:cubicBezTo>
                <a:cubicBezTo>
                  <a:pt x="5053245" y="6118191"/>
                  <a:pt x="5053245" y="6106119"/>
                  <a:pt x="5046112" y="6098986"/>
                </a:cubicBezTo>
                <a:cubicBezTo>
                  <a:pt x="5042545" y="6095419"/>
                  <a:pt x="5037743" y="6093636"/>
                  <a:pt x="5032942" y="6093636"/>
                </a:cubicBezTo>
                <a:close/>
                <a:moveTo>
                  <a:pt x="2804554" y="6091851"/>
                </a:moveTo>
                <a:cubicBezTo>
                  <a:pt x="2794128" y="6091851"/>
                  <a:pt x="2786994" y="6098984"/>
                  <a:pt x="2785897" y="6108312"/>
                </a:cubicBezTo>
                <a:lnTo>
                  <a:pt x="2039076" y="6108312"/>
                </a:lnTo>
                <a:lnTo>
                  <a:pt x="1539184" y="6608204"/>
                </a:lnTo>
                <a:lnTo>
                  <a:pt x="856016" y="6608204"/>
                </a:lnTo>
                <a:lnTo>
                  <a:pt x="609636" y="6854584"/>
                </a:lnTo>
                <a:lnTo>
                  <a:pt x="196444" y="6854584"/>
                </a:lnTo>
                <a:cubicBezTo>
                  <a:pt x="195346" y="6845255"/>
                  <a:pt x="187664" y="6838122"/>
                  <a:pt x="177786" y="6838122"/>
                </a:cubicBezTo>
                <a:cubicBezTo>
                  <a:pt x="167910" y="6838122"/>
                  <a:pt x="159130" y="6846352"/>
                  <a:pt x="159130" y="6856778"/>
                </a:cubicBezTo>
                <a:cubicBezTo>
                  <a:pt x="159130" y="6867204"/>
                  <a:pt x="167360" y="6875435"/>
                  <a:pt x="177786" y="6875435"/>
                </a:cubicBezTo>
                <a:cubicBezTo>
                  <a:pt x="188214" y="6875435"/>
                  <a:pt x="195346" y="6868302"/>
                  <a:pt x="196444" y="6858974"/>
                </a:cubicBezTo>
                <a:lnTo>
                  <a:pt x="611832" y="6858974"/>
                </a:lnTo>
                <a:lnTo>
                  <a:pt x="858212" y="6612594"/>
                </a:lnTo>
                <a:lnTo>
                  <a:pt x="1541379" y="6612594"/>
                </a:lnTo>
                <a:lnTo>
                  <a:pt x="2041271" y="6112703"/>
                </a:lnTo>
                <a:lnTo>
                  <a:pt x="2785897" y="6112703"/>
                </a:lnTo>
                <a:cubicBezTo>
                  <a:pt x="2786994" y="6122031"/>
                  <a:pt x="2794676" y="6129164"/>
                  <a:pt x="2804554" y="6129164"/>
                </a:cubicBezTo>
                <a:cubicBezTo>
                  <a:pt x="2814979" y="6129164"/>
                  <a:pt x="2823210" y="6120934"/>
                  <a:pt x="2823210" y="6110508"/>
                </a:cubicBezTo>
                <a:cubicBezTo>
                  <a:pt x="2823210" y="6100081"/>
                  <a:pt x="2814979" y="6091851"/>
                  <a:pt x="2804554" y="6091851"/>
                </a:cubicBezTo>
                <a:close/>
                <a:moveTo>
                  <a:pt x="3537106" y="6091851"/>
                </a:moveTo>
                <a:cubicBezTo>
                  <a:pt x="3526680" y="6091851"/>
                  <a:pt x="3519548" y="6098984"/>
                  <a:pt x="3518449" y="6108312"/>
                </a:cubicBezTo>
                <a:lnTo>
                  <a:pt x="3354379" y="6108312"/>
                </a:lnTo>
                <a:cubicBezTo>
                  <a:pt x="3353282" y="6098984"/>
                  <a:pt x="3345600" y="6091851"/>
                  <a:pt x="3335723" y="6091851"/>
                </a:cubicBezTo>
                <a:cubicBezTo>
                  <a:pt x="3325846" y="6091851"/>
                  <a:pt x="3317066" y="6100081"/>
                  <a:pt x="3317066" y="6110508"/>
                </a:cubicBezTo>
                <a:cubicBezTo>
                  <a:pt x="3317066" y="6120934"/>
                  <a:pt x="3325297" y="6129164"/>
                  <a:pt x="3335723" y="6129164"/>
                </a:cubicBezTo>
                <a:cubicBezTo>
                  <a:pt x="3345051" y="6129164"/>
                  <a:pt x="3353282" y="6122031"/>
                  <a:pt x="3354379" y="6112703"/>
                </a:cubicBezTo>
                <a:lnTo>
                  <a:pt x="3518449" y="6112703"/>
                </a:lnTo>
                <a:cubicBezTo>
                  <a:pt x="3519548" y="6122031"/>
                  <a:pt x="3527229" y="6129164"/>
                  <a:pt x="3537106" y="6129164"/>
                </a:cubicBezTo>
                <a:cubicBezTo>
                  <a:pt x="3546984" y="6129164"/>
                  <a:pt x="3555763" y="6120934"/>
                  <a:pt x="3555763" y="6110508"/>
                </a:cubicBezTo>
                <a:cubicBezTo>
                  <a:pt x="3555763" y="6100081"/>
                  <a:pt x="3547532" y="6091851"/>
                  <a:pt x="3537106" y="6091851"/>
                </a:cubicBezTo>
                <a:close/>
                <a:moveTo>
                  <a:pt x="12898423" y="6025593"/>
                </a:moveTo>
                <a:cubicBezTo>
                  <a:pt x="12893622" y="6025593"/>
                  <a:pt x="12888820" y="6027377"/>
                  <a:pt x="12885254" y="6030944"/>
                </a:cubicBezTo>
                <a:cubicBezTo>
                  <a:pt x="12878120" y="6038077"/>
                  <a:pt x="12878120" y="6050149"/>
                  <a:pt x="12885254" y="6057283"/>
                </a:cubicBezTo>
                <a:cubicBezTo>
                  <a:pt x="12891838" y="6063867"/>
                  <a:pt x="12902265" y="6064416"/>
                  <a:pt x="12909946" y="6058928"/>
                </a:cubicBezTo>
                <a:lnTo>
                  <a:pt x="12959881" y="6108862"/>
                </a:lnTo>
                <a:lnTo>
                  <a:pt x="12960428" y="6108862"/>
                </a:lnTo>
                <a:cubicBezTo>
                  <a:pt x="12960428" y="6109412"/>
                  <a:pt x="14895795" y="6109412"/>
                  <a:pt x="14895795" y="6109412"/>
                </a:cubicBezTo>
                <a:lnTo>
                  <a:pt x="15247532" y="6461147"/>
                </a:lnTo>
                <a:cubicBezTo>
                  <a:pt x="15242044" y="6468280"/>
                  <a:pt x="15242594" y="6479255"/>
                  <a:pt x="15249178" y="6485840"/>
                </a:cubicBezTo>
                <a:cubicBezTo>
                  <a:pt x="15256311" y="6492973"/>
                  <a:pt x="15268383" y="6492973"/>
                  <a:pt x="15275517" y="6485840"/>
                </a:cubicBezTo>
                <a:cubicBezTo>
                  <a:pt x="15282649" y="6478706"/>
                  <a:pt x="15282649" y="6466634"/>
                  <a:pt x="15275517" y="6459501"/>
                </a:cubicBezTo>
                <a:cubicBezTo>
                  <a:pt x="15268932" y="6452916"/>
                  <a:pt x="15258506" y="6452367"/>
                  <a:pt x="15250825" y="6457855"/>
                </a:cubicBezTo>
                <a:lnTo>
                  <a:pt x="14898539" y="6105571"/>
                </a:lnTo>
                <a:lnTo>
                  <a:pt x="14897992" y="6105571"/>
                </a:lnTo>
                <a:cubicBezTo>
                  <a:pt x="14897992" y="6105022"/>
                  <a:pt x="12962625" y="6105022"/>
                  <a:pt x="12962625" y="6105022"/>
                </a:cubicBezTo>
                <a:lnTo>
                  <a:pt x="12913239" y="6055636"/>
                </a:lnTo>
                <a:cubicBezTo>
                  <a:pt x="12918726" y="6048502"/>
                  <a:pt x="12918177" y="6037528"/>
                  <a:pt x="12911593" y="6030944"/>
                </a:cubicBezTo>
                <a:cubicBezTo>
                  <a:pt x="12908026" y="6027377"/>
                  <a:pt x="12903224" y="6025593"/>
                  <a:pt x="12898423" y="6025593"/>
                </a:cubicBezTo>
                <a:close/>
                <a:moveTo>
                  <a:pt x="2805102" y="6008444"/>
                </a:moveTo>
                <a:cubicBezTo>
                  <a:pt x="2794676" y="6008444"/>
                  <a:pt x="2787542" y="6015577"/>
                  <a:pt x="2786445" y="6024906"/>
                </a:cubicBezTo>
                <a:lnTo>
                  <a:pt x="2018774" y="6024906"/>
                </a:lnTo>
                <a:lnTo>
                  <a:pt x="1510650" y="6533028"/>
                </a:lnTo>
                <a:lnTo>
                  <a:pt x="1277989" y="6533028"/>
                </a:lnTo>
                <a:lnTo>
                  <a:pt x="1184156" y="6439196"/>
                </a:lnTo>
                <a:lnTo>
                  <a:pt x="1183608" y="6439196"/>
                </a:lnTo>
                <a:cubicBezTo>
                  <a:pt x="1183608" y="6438647"/>
                  <a:pt x="931192" y="6438647"/>
                  <a:pt x="931192" y="6438647"/>
                </a:cubicBezTo>
                <a:lnTo>
                  <a:pt x="686458" y="6683380"/>
                </a:lnTo>
                <a:lnTo>
                  <a:pt x="171752" y="6683380"/>
                </a:lnTo>
                <a:lnTo>
                  <a:pt x="32374" y="6822757"/>
                </a:lnTo>
                <a:cubicBezTo>
                  <a:pt x="25240" y="6817270"/>
                  <a:pt x="14266" y="6817819"/>
                  <a:pt x="7682" y="6824403"/>
                </a:cubicBezTo>
                <a:cubicBezTo>
                  <a:pt x="548" y="6831538"/>
                  <a:pt x="548" y="6843609"/>
                  <a:pt x="7682" y="6850743"/>
                </a:cubicBezTo>
                <a:cubicBezTo>
                  <a:pt x="14814" y="6857876"/>
                  <a:pt x="26886" y="6857876"/>
                  <a:pt x="34020" y="6850743"/>
                </a:cubicBezTo>
                <a:lnTo>
                  <a:pt x="34568" y="6850743"/>
                </a:lnTo>
                <a:cubicBezTo>
                  <a:pt x="41154" y="6844158"/>
                  <a:pt x="41702" y="6833732"/>
                  <a:pt x="36216" y="6826050"/>
                </a:cubicBezTo>
                <a:lnTo>
                  <a:pt x="174494" y="6687770"/>
                </a:lnTo>
                <a:lnTo>
                  <a:pt x="688654" y="6687770"/>
                </a:lnTo>
                <a:lnTo>
                  <a:pt x="933388" y="6443037"/>
                </a:lnTo>
                <a:lnTo>
                  <a:pt x="1181412" y="6443037"/>
                </a:lnTo>
                <a:lnTo>
                  <a:pt x="1275245" y="6536870"/>
                </a:lnTo>
                <a:lnTo>
                  <a:pt x="1275794" y="6536870"/>
                </a:lnTo>
                <a:cubicBezTo>
                  <a:pt x="1275794" y="6537419"/>
                  <a:pt x="1512845" y="6537419"/>
                  <a:pt x="1512845" y="6537419"/>
                </a:cubicBezTo>
                <a:lnTo>
                  <a:pt x="2020968" y="6029295"/>
                </a:lnTo>
                <a:lnTo>
                  <a:pt x="2786445" y="6029295"/>
                </a:lnTo>
                <a:cubicBezTo>
                  <a:pt x="2787542" y="6038624"/>
                  <a:pt x="2795225" y="6045757"/>
                  <a:pt x="2805102" y="6045757"/>
                </a:cubicBezTo>
                <a:cubicBezTo>
                  <a:pt x="2814979" y="6045757"/>
                  <a:pt x="2823759" y="6037526"/>
                  <a:pt x="2823759" y="6027101"/>
                </a:cubicBezTo>
                <a:cubicBezTo>
                  <a:pt x="2823759" y="6016675"/>
                  <a:pt x="2815528" y="6008444"/>
                  <a:pt x="2805102" y="6008444"/>
                </a:cubicBezTo>
                <a:close/>
                <a:moveTo>
                  <a:pt x="4046876" y="6008444"/>
                </a:moveTo>
                <a:cubicBezTo>
                  <a:pt x="4036450" y="6008444"/>
                  <a:pt x="4029316" y="6015577"/>
                  <a:pt x="4028219" y="6024906"/>
                </a:cubicBezTo>
                <a:lnTo>
                  <a:pt x="3354379" y="6024906"/>
                </a:lnTo>
                <a:cubicBezTo>
                  <a:pt x="3353282" y="6015577"/>
                  <a:pt x="3345600" y="6008444"/>
                  <a:pt x="3335723" y="6008444"/>
                </a:cubicBezTo>
                <a:cubicBezTo>
                  <a:pt x="3325846" y="6008444"/>
                  <a:pt x="3317066" y="6016675"/>
                  <a:pt x="3317066" y="6027101"/>
                </a:cubicBezTo>
                <a:cubicBezTo>
                  <a:pt x="3317066" y="6037526"/>
                  <a:pt x="3325297" y="6045757"/>
                  <a:pt x="3335723" y="6045757"/>
                </a:cubicBezTo>
                <a:cubicBezTo>
                  <a:pt x="3345051" y="6045757"/>
                  <a:pt x="3353282" y="6038624"/>
                  <a:pt x="3354379" y="6029295"/>
                </a:cubicBezTo>
                <a:lnTo>
                  <a:pt x="4028219" y="6029295"/>
                </a:lnTo>
                <a:cubicBezTo>
                  <a:pt x="4029316" y="6038624"/>
                  <a:pt x="4036998" y="6045757"/>
                  <a:pt x="4046876" y="6045757"/>
                </a:cubicBezTo>
                <a:cubicBezTo>
                  <a:pt x="4056752" y="6045757"/>
                  <a:pt x="4065533" y="6037526"/>
                  <a:pt x="4065533" y="6027101"/>
                </a:cubicBezTo>
                <a:cubicBezTo>
                  <a:pt x="4065533" y="6016675"/>
                  <a:pt x="4057302" y="6008444"/>
                  <a:pt x="4046876" y="6008444"/>
                </a:cubicBezTo>
                <a:close/>
                <a:moveTo>
                  <a:pt x="2804004" y="5926136"/>
                </a:moveTo>
                <a:cubicBezTo>
                  <a:pt x="2793579" y="5926136"/>
                  <a:pt x="2786445" y="5933270"/>
                  <a:pt x="2785348" y="5942599"/>
                </a:cubicBezTo>
                <a:lnTo>
                  <a:pt x="1992983" y="5942599"/>
                </a:lnTo>
                <a:lnTo>
                  <a:pt x="1601739" y="6333841"/>
                </a:lnTo>
                <a:lnTo>
                  <a:pt x="932838" y="6333841"/>
                </a:lnTo>
                <a:lnTo>
                  <a:pt x="706762" y="6559919"/>
                </a:lnTo>
                <a:lnTo>
                  <a:pt x="441726" y="6559919"/>
                </a:lnTo>
                <a:cubicBezTo>
                  <a:pt x="440628" y="6550590"/>
                  <a:pt x="432946" y="6543456"/>
                  <a:pt x="423070" y="6543456"/>
                </a:cubicBezTo>
                <a:cubicBezTo>
                  <a:pt x="413192" y="6543456"/>
                  <a:pt x="404412" y="6551687"/>
                  <a:pt x="404412" y="6562113"/>
                </a:cubicBezTo>
                <a:cubicBezTo>
                  <a:pt x="404412" y="6572539"/>
                  <a:pt x="412644" y="6580770"/>
                  <a:pt x="423070" y="6580770"/>
                </a:cubicBezTo>
                <a:cubicBezTo>
                  <a:pt x="433494" y="6580770"/>
                  <a:pt x="440628" y="6573636"/>
                  <a:pt x="441726" y="6564307"/>
                </a:cubicBezTo>
                <a:lnTo>
                  <a:pt x="708958" y="6564307"/>
                </a:lnTo>
                <a:lnTo>
                  <a:pt x="935034" y="6338232"/>
                </a:lnTo>
                <a:lnTo>
                  <a:pt x="1603934" y="6338232"/>
                </a:lnTo>
                <a:lnTo>
                  <a:pt x="1995178" y="5946987"/>
                </a:lnTo>
                <a:lnTo>
                  <a:pt x="2785348" y="5946987"/>
                </a:lnTo>
                <a:cubicBezTo>
                  <a:pt x="2786445" y="5956316"/>
                  <a:pt x="2794127" y="5963450"/>
                  <a:pt x="2804004" y="5963450"/>
                </a:cubicBezTo>
                <a:cubicBezTo>
                  <a:pt x="2813881" y="5963450"/>
                  <a:pt x="2822662" y="5955218"/>
                  <a:pt x="2822662" y="5944793"/>
                </a:cubicBezTo>
                <a:cubicBezTo>
                  <a:pt x="2822662" y="5934367"/>
                  <a:pt x="2814430" y="5926136"/>
                  <a:pt x="2804004" y="5926136"/>
                </a:cubicBezTo>
                <a:close/>
                <a:moveTo>
                  <a:pt x="11466789" y="5863170"/>
                </a:moveTo>
                <a:cubicBezTo>
                  <a:pt x="11461988" y="5863170"/>
                  <a:pt x="11457187" y="5864953"/>
                  <a:pt x="11453620" y="5868520"/>
                </a:cubicBezTo>
                <a:cubicBezTo>
                  <a:pt x="11446487" y="5875653"/>
                  <a:pt x="11446487" y="5887725"/>
                  <a:pt x="11453620" y="5894858"/>
                </a:cubicBezTo>
                <a:cubicBezTo>
                  <a:pt x="11460204" y="5901444"/>
                  <a:pt x="11470629" y="5901992"/>
                  <a:pt x="11478312" y="5896505"/>
                </a:cubicBezTo>
                <a:lnTo>
                  <a:pt x="11798770" y="6216962"/>
                </a:lnTo>
                <a:lnTo>
                  <a:pt x="11799319" y="6216962"/>
                </a:lnTo>
                <a:cubicBezTo>
                  <a:pt x="11799319" y="6217512"/>
                  <a:pt x="12278359" y="6217512"/>
                  <a:pt x="12278359" y="6217512"/>
                </a:cubicBezTo>
                <a:lnTo>
                  <a:pt x="12570284" y="6509985"/>
                </a:lnTo>
                <a:lnTo>
                  <a:pt x="12570831" y="6509985"/>
                </a:lnTo>
                <a:cubicBezTo>
                  <a:pt x="12570831" y="6510533"/>
                  <a:pt x="13854309" y="6510533"/>
                  <a:pt x="13854309" y="6510533"/>
                </a:cubicBezTo>
                <a:lnTo>
                  <a:pt x="14513881" y="7170105"/>
                </a:lnTo>
                <a:lnTo>
                  <a:pt x="14514429" y="7170105"/>
                </a:lnTo>
                <a:cubicBezTo>
                  <a:pt x="14514429" y="7170654"/>
                  <a:pt x="15260152" y="7170654"/>
                  <a:pt x="15260152" y="7170654"/>
                </a:cubicBezTo>
                <a:lnTo>
                  <a:pt x="15528481" y="6902325"/>
                </a:lnTo>
                <a:lnTo>
                  <a:pt x="15694745" y="6902325"/>
                </a:lnTo>
                <a:cubicBezTo>
                  <a:pt x="15695843" y="6911653"/>
                  <a:pt x="15703526" y="6918787"/>
                  <a:pt x="15713402" y="6918787"/>
                </a:cubicBezTo>
                <a:cubicBezTo>
                  <a:pt x="15723280" y="6918787"/>
                  <a:pt x="15732060" y="6910556"/>
                  <a:pt x="15732060" y="6900130"/>
                </a:cubicBezTo>
                <a:cubicBezTo>
                  <a:pt x="15732060" y="6889704"/>
                  <a:pt x="15723828" y="6881473"/>
                  <a:pt x="15713402" y="6881473"/>
                </a:cubicBezTo>
                <a:lnTo>
                  <a:pt x="15712305" y="6880925"/>
                </a:lnTo>
                <a:cubicBezTo>
                  <a:pt x="15702977" y="6880925"/>
                  <a:pt x="15694745" y="6888057"/>
                  <a:pt x="15693648" y="6897386"/>
                </a:cubicBezTo>
                <a:lnTo>
                  <a:pt x="15525737" y="6897386"/>
                </a:lnTo>
                <a:lnTo>
                  <a:pt x="15257409" y="7165715"/>
                </a:lnTo>
                <a:lnTo>
                  <a:pt x="14516076" y="7165715"/>
                </a:lnTo>
                <a:lnTo>
                  <a:pt x="13856504" y="6506142"/>
                </a:lnTo>
                <a:lnTo>
                  <a:pt x="13855954" y="6506142"/>
                </a:lnTo>
                <a:cubicBezTo>
                  <a:pt x="13855954" y="6505594"/>
                  <a:pt x="12572478" y="6505594"/>
                  <a:pt x="12572478" y="6505594"/>
                </a:cubicBezTo>
                <a:lnTo>
                  <a:pt x="12280554" y="6213121"/>
                </a:lnTo>
                <a:lnTo>
                  <a:pt x="12280005" y="6213121"/>
                </a:lnTo>
                <a:cubicBezTo>
                  <a:pt x="12280005" y="6212573"/>
                  <a:pt x="11800964" y="6212573"/>
                  <a:pt x="11800964" y="6212573"/>
                </a:cubicBezTo>
                <a:lnTo>
                  <a:pt x="11481604" y="5893212"/>
                </a:lnTo>
                <a:cubicBezTo>
                  <a:pt x="11487092" y="5886079"/>
                  <a:pt x="11486544" y="5875104"/>
                  <a:pt x="11479958" y="5868520"/>
                </a:cubicBezTo>
                <a:cubicBezTo>
                  <a:pt x="11476392" y="5864953"/>
                  <a:pt x="11471591" y="5863170"/>
                  <a:pt x="11466789" y="5863170"/>
                </a:cubicBezTo>
                <a:close/>
                <a:moveTo>
                  <a:pt x="10306776" y="5831892"/>
                </a:moveTo>
                <a:cubicBezTo>
                  <a:pt x="10301974" y="5831892"/>
                  <a:pt x="10297173" y="5833675"/>
                  <a:pt x="10293606" y="5837242"/>
                </a:cubicBezTo>
                <a:cubicBezTo>
                  <a:pt x="10286473" y="5844375"/>
                  <a:pt x="10286473" y="5856447"/>
                  <a:pt x="10293606" y="5863581"/>
                </a:cubicBezTo>
                <a:cubicBezTo>
                  <a:pt x="10300191" y="5870166"/>
                  <a:pt x="10310617" y="5870715"/>
                  <a:pt x="10318299" y="5865227"/>
                </a:cubicBezTo>
                <a:lnTo>
                  <a:pt x="11084873" y="6631802"/>
                </a:lnTo>
                <a:lnTo>
                  <a:pt x="11085422" y="6631802"/>
                </a:lnTo>
                <a:cubicBezTo>
                  <a:pt x="11085422" y="6632351"/>
                  <a:pt x="11608362" y="6632351"/>
                  <a:pt x="11608362" y="6632351"/>
                </a:cubicBezTo>
                <a:lnTo>
                  <a:pt x="12314575" y="7338565"/>
                </a:lnTo>
                <a:lnTo>
                  <a:pt x="12315125" y="7338565"/>
                </a:lnTo>
                <a:cubicBezTo>
                  <a:pt x="12315125" y="7339114"/>
                  <a:pt x="12698685" y="7339114"/>
                  <a:pt x="12698685" y="7339114"/>
                </a:cubicBezTo>
                <a:lnTo>
                  <a:pt x="13217234" y="7857663"/>
                </a:lnTo>
                <a:lnTo>
                  <a:pt x="13217784" y="7857663"/>
                </a:lnTo>
                <a:cubicBezTo>
                  <a:pt x="13217784" y="7858211"/>
                  <a:pt x="14276830" y="7858211"/>
                  <a:pt x="14276830" y="7858211"/>
                </a:cubicBezTo>
                <a:lnTo>
                  <a:pt x="15188818" y="8770198"/>
                </a:lnTo>
                <a:cubicBezTo>
                  <a:pt x="15183331" y="8777332"/>
                  <a:pt x="15183878" y="8788306"/>
                  <a:pt x="15190464" y="8794890"/>
                </a:cubicBezTo>
                <a:cubicBezTo>
                  <a:pt x="15197597" y="8802024"/>
                  <a:pt x="15209670" y="8802024"/>
                  <a:pt x="15216802" y="8794890"/>
                </a:cubicBezTo>
                <a:cubicBezTo>
                  <a:pt x="15223936" y="8787758"/>
                  <a:pt x="15223936" y="8775685"/>
                  <a:pt x="15216802" y="8768552"/>
                </a:cubicBezTo>
                <a:cubicBezTo>
                  <a:pt x="15210217" y="8761966"/>
                  <a:pt x="15199792" y="8761418"/>
                  <a:pt x="15192109" y="8766906"/>
                </a:cubicBezTo>
                <a:lnTo>
                  <a:pt x="14279574" y="7854370"/>
                </a:lnTo>
                <a:lnTo>
                  <a:pt x="14279025" y="7854370"/>
                </a:lnTo>
                <a:cubicBezTo>
                  <a:pt x="14279025" y="7853821"/>
                  <a:pt x="13219978" y="7853821"/>
                  <a:pt x="13219978" y="7853821"/>
                </a:cubicBezTo>
                <a:lnTo>
                  <a:pt x="12701429" y="7335272"/>
                </a:lnTo>
                <a:lnTo>
                  <a:pt x="12700880" y="7335272"/>
                </a:lnTo>
                <a:cubicBezTo>
                  <a:pt x="12700880" y="7334723"/>
                  <a:pt x="12317319" y="7334723"/>
                  <a:pt x="12317319" y="7334723"/>
                </a:cubicBezTo>
                <a:lnTo>
                  <a:pt x="11611104" y="6628510"/>
                </a:lnTo>
                <a:lnTo>
                  <a:pt x="11610556" y="6628510"/>
                </a:lnTo>
                <a:cubicBezTo>
                  <a:pt x="11610556" y="6627961"/>
                  <a:pt x="11087617" y="6627961"/>
                  <a:pt x="11087617" y="6627961"/>
                </a:cubicBezTo>
                <a:lnTo>
                  <a:pt x="10321592" y="5861935"/>
                </a:lnTo>
                <a:cubicBezTo>
                  <a:pt x="10327079" y="5854801"/>
                  <a:pt x="10326529" y="5843827"/>
                  <a:pt x="10319945" y="5837242"/>
                </a:cubicBezTo>
                <a:cubicBezTo>
                  <a:pt x="10316378" y="5833675"/>
                  <a:pt x="10311577" y="5831892"/>
                  <a:pt x="10306776" y="5831892"/>
                </a:cubicBezTo>
                <a:close/>
                <a:moveTo>
                  <a:pt x="8942636" y="5819683"/>
                </a:moveTo>
                <a:cubicBezTo>
                  <a:pt x="8932210" y="5819683"/>
                  <a:pt x="8923979" y="5827914"/>
                  <a:pt x="8923979" y="5838340"/>
                </a:cubicBezTo>
                <a:cubicBezTo>
                  <a:pt x="8923979" y="5848766"/>
                  <a:pt x="8931112" y="5855899"/>
                  <a:pt x="8940440" y="5856997"/>
                </a:cubicBezTo>
                <a:lnTo>
                  <a:pt x="8940440" y="6048502"/>
                </a:lnTo>
                <a:lnTo>
                  <a:pt x="9310833" y="6418895"/>
                </a:lnTo>
                <a:lnTo>
                  <a:pt x="9310833" y="6624667"/>
                </a:lnTo>
                <a:cubicBezTo>
                  <a:pt x="9301504" y="6625766"/>
                  <a:pt x="9294370" y="6633448"/>
                  <a:pt x="9294370" y="6643325"/>
                </a:cubicBezTo>
                <a:cubicBezTo>
                  <a:pt x="9294370" y="6653202"/>
                  <a:pt x="9302601" y="6661982"/>
                  <a:pt x="9313027" y="6661982"/>
                </a:cubicBezTo>
                <a:cubicBezTo>
                  <a:pt x="9323453" y="6661982"/>
                  <a:pt x="9331684" y="6653750"/>
                  <a:pt x="9331684" y="6643325"/>
                </a:cubicBezTo>
                <a:cubicBezTo>
                  <a:pt x="9331684" y="6632899"/>
                  <a:pt x="9324550" y="6625766"/>
                  <a:pt x="9315223" y="6624667"/>
                </a:cubicBezTo>
                <a:lnTo>
                  <a:pt x="9315223" y="6416700"/>
                </a:lnTo>
                <a:lnTo>
                  <a:pt x="8944831" y="6046308"/>
                </a:lnTo>
                <a:lnTo>
                  <a:pt x="8944831" y="5856997"/>
                </a:lnTo>
                <a:cubicBezTo>
                  <a:pt x="8954159" y="5855899"/>
                  <a:pt x="8961292" y="5848216"/>
                  <a:pt x="8961292" y="5838340"/>
                </a:cubicBezTo>
                <a:cubicBezTo>
                  <a:pt x="8961292" y="5828462"/>
                  <a:pt x="8953062" y="5819683"/>
                  <a:pt x="8942636" y="5819683"/>
                </a:cubicBezTo>
                <a:close/>
                <a:moveTo>
                  <a:pt x="11741153" y="5795127"/>
                </a:moveTo>
                <a:cubicBezTo>
                  <a:pt x="11736352" y="5795127"/>
                  <a:pt x="11731550" y="5796911"/>
                  <a:pt x="11727985" y="5800478"/>
                </a:cubicBezTo>
                <a:cubicBezTo>
                  <a:pt x="11720851" y="5807611"/>
                  <a:pt x="11720851" y="5819683"/>
                  <a:pt x="11727985" y="5826817"/>
                </a:cubicBezTo>
                <a:cubicBezTo>
                  <a:pt x="11734569" y="5833401"/>
                  <a:pt x="11744994" y="5833949"/>
                  <a:pt x="11752677" y="5828462"/>
                </a:cubicBezTo>
                <a:lnTo>
                  <a:pt x="11802611" y="5878396"/>
                </a:lnTo>
                <a:lnTo>
                  <a:pt x="11803160" y="5878396"/>
                </a:lnTo>
                <a:cubicBezTo>
                  <a:pt x="11803160" y="5878946"/>
                  <a:pt x="12455050" y="5878946"/>
                  <a:pt x="12455050" y="5878946"/>
                </a:cubicBezTo>
                <a:lnTo>
                  <a:pt x="12555466" y="5979363"/>
                </a:lnTo>
                <a:lnTo>
                  <a:pt x="12556016" y="5979363"/>
                </a:lnTo>
                <a:cubicBezTo>
                  <a:pt x="12556016" y="5979911"/>
                  <a:pt x="12677833" y="5979911"/>
                  <a:pt x="12677833" y="5979911"/>
                </a:cubicBezTo>
                <a:cubicBezTo>
                  <a:pt x="12678930" y="5989240"/>
                  <a:pt x="12686613" y="5996373"/>
                  <a:pt x="12696491" y="5996373"/>
                </a:cubicBezTo>
                <a:cubicBezTo>
                  <a:pt x="12706367" y="5996373"/>
                  <a:pt x="12715147" y="5988142"/>
                  <a:pt x="12715147" y="5977717"/>
                </a:cubicBezTo>
                <a:cubicBezTo>
                  <a:pt x="12715147" y="5967291"/>
                  <a:pt x="12706916" y="5959060"/>
                  <a:pt x="12696491" y="5959060"/>
                </a:cubicBezTo>
                <a:cubicBezTo>
                  <a:pt x="12686064" y="5959060"/>
                  <a:pt x="12678930" y="5966193"/>
                  <a:pt x="12677833" y="5975522"/>
                </a:cubicBezTo>
                <a:lnTo>
                  <a:pt x="12558210" y="5975522"/>
                </a:lnTo>
                <a:lnTo>
                  <a:pt x="12457794" y="5875104"/>
                </a:lnTo>
                <a:lnTo>
                  <a:pt x="12457245" y="5875104"/>
                </a:lnTo>
                <a:cubicBezTo>
                  <a:pt x="12457245" y="5874555"/>
                  <a:pt x="11805354" y="5874555"/>
                  <a:pt x="11805354" y="5874555"/>
                </a:cubicBezTo>
                <a:lnTo>
                  <a:pt x="11755968" y="5825170"/>
                </a:lnTo>
                <a:cubicBezTo>
                  <a:pt x="11761456" y="5818036"/>
                  <a:pt x="11760908" y="5807062"/>
                  <a:pt x="11754323" y="5800478"/>
                </a:cubicBezTo>
                <a:cubicBezTo>
                  <a:pt x="11750757" y="5796911"/>
                  <a:pt x="11745955" y="5795127"/>
                  <a:pt x="11741153" y="5795127"/>
                </a:cubicBezTo>
                <a:close/>
                <a:moveTo>
                  <a:pt x="4557194" y="5784150"/>
                </a:moveTo>
                <a:cubicBezTo>
                  <a:pt x="4552392" y="5784150"/>
                  <a:pt x="4547591" y="5785934"/>
                  <a:pt x="4544024" y="5789500"/>
                </a:cubicBezTo>
                <a:lnTo>
                  <a:pt x="4543476" y="5789500"/>
                </a:lnTo>
                <a:cubicBezTo>
                  <a:pt x="4536890" y="5796085"/>
                  <a:pt x="4536342" y="5806512"/>
                  <a:pt x="4541829" y="5814194"/>
                </a:cubicBezTo>
                <a:lnTo>
                  <a:pt x="4081446" y="6275126"/>
                </a:lnTo>
                <a:lnTo>
                  <a:pt x="3354379" y="6275126"/>
                </a:lnTo>
                <a:cubicBezTo>
                  <a:pt x="3353282" y="6265798"/>
                  <a:pt x="3345600" y="6258664"/>
                  <a:pt x="3335723" y="6258664"/>
                </a:cubicBezTo>
                <a:cubicBezTo>
                  <a:pt x="3325846" y="6258664"/>
                  <a:pt x="3317066" y="6266895"/>
                  <a:pt x="3317066" y="6277321"/>
                </a:cubicBezTo>
                <a:cubicBezTo>
                  <a:pt x="3317066" y="6287747"/>
                  <a:pt x="3325297" y="6295978"/>
                  <a:pt x="3335723" y="6295978"/>
                </a:cubicBezTo>
                <a:cubicBezTo>
                  <a:pt x="3346148" y="6295978"/>
                  <a:pt x="3353282" y="6288844"/>
                  <a:pt x="3354379" y="6279516"/>
                </a:cubicBezTo>
                <a:lnTo>
                  <a:pt x="4083641" y="6279516"/>
                </a:lnTo>
                <a:lnTo>
                  <a:pt x="4545670" y="5817486"/>
                </a:lnTo>
                <a:cubicBezTo>
                  <a:pt x="4552804" y="5822973"/>
                  <a:pt x="4563778" y="5822424"/>
                  <a:pt x="4570363" y="5815840"/>
                </a:cubicBezTo>
                <a:cubicBezTo>
                  <a:pt x="4577497" y="5808707"/>
                  <a:pt x="4577497" y="5796635"/>
                  <a:pt x="4570363" y="5789500"/>
                </a:cubicBezTo>
                <a:cubicBezTo>
                  <a:pt x="4566796" y="5785934"/>
                  <a:pt x="4561995" y="5784150"/>
                  <a:pt x="4557194" y="5784150"/>
                </a:cubicBezTo>
                <a:close/>
                <a:moveTo>
                  <a:pt x="10997625" y="5764947"/>
                </a:moveTo>
                <a:cubicBezTo>
                  <a:pt x="10992824" y="5764947"/>
                  <a:pt x="10988023" y="5766730"/>
                  <a:pt x="10984456" y="5770298"/>
                </a:cubicBezTo>
                <a:cubicBezTo>
                  <a:pt x="10977323" y="5777431"/>
                  <a:pt x="10977323" y="5789503"/>
                  <a:pt x="10984456" y="5796637"/>
                </a:cubicBezTo>
                <a:cubicBezTo>
                  <a:pt x="10991041" y="5803221"/>
                  <a:pt x="11001467" y="5803769"/>
                  <a:pt x="11009149" y="5798282"/>
                </a:cubicBezTo>
                <a:lnTo>
                  <a:pt x="11105724" y="5894858"/>
                </a:lnTo>
                <a:lnTo>
                  <a:pt x="11105724" y="6118191"/>
                </a:lnTo>
                <a:lnTo>
                  <a:pt x="11291745" y="6304211"/>
                </a:lnTo>
                <a:cubicBezTo>
                  <a:pt x="11286257" y="6311344"/>
                  <a:pt x="11286806" y="6322318"/>
                  <a:pt x="11293390" y="6328903"/>
                </a:cubicBezTo>
                <a:cubicBezTo>
                  <a:pt x="11300523" y="6336037"/>
                  <a:pt x="11312595" y="6336037"/>
                  <a:pt x="11319729" y="6328903"/>
                </a:cubicBezTo>
                <a:cubicBezTo>
                  <a:pt x="11326863" y="6321770"/>
                  <a:pt x="11326863" y="6309698"/>
                  <a:pt x="11319729" y="6302564"/>
                </a:cubicBezTo>
                <a:cubicBezTo>
                  <a:pt x="11313145" y="6295980"/>
                  <a:pt x="11302720" y="6295431"/>
                  <a:pt x="11295037" y="6300917"/>
                </a:cubicBezTo>
                <a:lnTo>
                  <a:pt x="11110115" y="6115997"/>
                </a:lnTo>
                <a:lnTo>
                  <a:pt x="11110115" y="5892664"/>
                </a:lnTo>
                <a:lnTo>
                  <a:pt x="11012441" y="5794990"/>
                </a:lnTo>
                <a:cubicBezTo>
                  <a:pt x="11017928" y="5787856"/>
                  <a:pt x="11017380" y="5776882"/>
                  <a:pt x="11010795" y="5770298"/>
                </a:cubicBezTo>
                <a:cubicBezTo>
                  <a:pt x="11007228" y="5766730"/>
                  <a:pt x="11002427" y="5764947"/>
                  <a:pt x="10997625" y="5764947"/>
                </a:cubicBezTo>
                <a:close/>
                <a:moveTo>
                  <a:pt x="9271873" y="5704998"/>
                </a:moveTo>
                <a:cubicBezTo>
                  <a:pt x="9261995" y="5704998"/>
                  <a:pt x="9253216" y="5713229"/>
                  <a:pt x="9253216" y="5723655"/>
                </a:cubicBezTo>
                <a:cubicBezTo>
                  <a:pt x="9253216" y="5734081"/>
                  <a:pt x="9261446" y="5742312"/>
                  <a:pt x="9271873" y="5742312"/>
                </a:cubicBezTo>
                <a:cubicBezTo>
                  <a:pt x="9282299" y="5742312"/>
                  <a:pt x="9289432" y="5735178"/>
                  <a:pt x="9290529" y="5725850"/>
                </a:cubicBezTo>
                <a:lnTo>
                  <a:pt x="9462830" y="5725850"/>
                </a:lnTo>
                <a:lnTo>
                  <a:pt x="10563033" y="6826051"/>
                </a:lnTo>
                <a:lnTo>
                  <a:pt x="10563581" y="6826051"/>
                </a:lnTo>
                <a:cubicBezTo>
                  <a:pt x="10563581" y="6826600"/>
                  <a:pt x="11033842" y="6826600"/>
                  <a:pt x="11033842" y="6826600"/>
                </a:cubicBezTo>
                <a:lnTo>
                  <a:pt x="11462948" y="7255706"/>
                </a:lnTo>
                <a:lnTo>
                  <a:pt x="11462948" y="7500440"/>
                </a:lnTo>
                <a:lnTo>
                  <a:pt x="12370546" y="8408036"/>
                </a:lnTo>
                <a:lnTo>
                  <a:pt x="12370546" y="8759772"/>
                </a:lnTo>
                <a:cubicBezTo>
                  <a:pt x="12361217" y="8760869"/>
                  <a:pt x="12354083" y="8768552"/>
                  <a:pt x="12354083" y="8778429"/>
                </a:cubicBezTo>
                <a:cubicBezTo>
                  <a:pt x="12354083" y="8788306"/>
                  <a:pt x="12362314" y="8797086"/>
                  <a:pt x="12372741" y="8797086"/>
                </a:cubicBezTo>
                <a:cubicBezTo>
                  <a:pt x="12383166" y="8797086"/>
                  <a:pt x="12391397" y="8788855"/>
                  <a:pt x="12391397" y="8778429"/>
                </a:cubicBezTo>
                <a:cubicBezTo>
                  <a:pt x="12391397" y="8768004"/>
                  <a:pt x="12384263" y="8760869"/>
                  <a:pt x="12374935" y="8759772"/>
                </a:cubicBezTo>
                <a:lnTo>
                  <a:pt x="12374935" y="8406391"/>
                </a:lnTo>
                <a:lnTo>
                  <a:pt x="11467338" y="7498793"/>
                </a:lnTo>
                <a:lnTo>
                  <a:pt x="11467338" y="7254060"/>
                </a:lnTo>
                <a:lnTo>
                  <a:pt x="11036585" y="6822760"/>
                </a:lnTo>
                <a:lnTo>
                  <a:pt x="11036036" y="6822760"/>
                </a:lnTo>
                <a:cubicBezTo>
                  <a:pt x="11036036" y="6822210"/>
                  <a:pt x="10565777" y="6822210"/>
                  <a:pt x="10565777" y="6822210"/>
                </a:cubicBezTo>
                <a:lnTo>
                  <a:pt x="9465574" y="5722009"/>
                </a:lnTo>
                <a:lnTo>
                  <a:pt x="9465025" y="5722009"/>
                </a:lnTo>
                <a:cubicBezTo>
                  <a:pt x="9465025" y="5721460"/>
                  <a:pt x="9290529" y="5721460"/>
                  <a:pt x="9290529" y="5721460"/>
                </a:cubicBezTo>
                <a:cubicBezTo>
                  <a:pt x="9289432" y="5712132"/>
                  <a:pt x="9281750" y="5704998"/>
                  <a:pt x="9271873" y="5704998"/>
                </a:cubicBezTo>
                <a:close/>
                <a:moveTo>
                  <a:pt x="2945028" y="5666586"/>
                </a:moveTo>
                <a:cubicBezTo>
                  <a:pt x="2934602" y="5666586"/>
                  <a:pt x="2926371" y="5674817"/>
                  <a:pt x="2926371" y="5685243"/>
                </a:cubicBezTo>
                <a:cubicBezTo>
                  <a:pt x="2926371" y="5695669"/>
                  <a:pt x="2933505" y="5702801"/>
                  <a:pt x="2942832" y="5703899"/>
                </a:cubicBezTo>
                <a:lnTo>
                  <a:pt x="2942832" y="5867970"/>
                </a:lnTo>
                <a:cubicBezTo>
                  <a:pt x="2933505" y="5869067"/>
                  <a:pt x="2926371" y="5876749"/>
                  <a:pt x="2926371" y="5886626"/>
                </a:cubicBezTo>
                <a:cubicBezTo>
                  <a:pt x="2926371" y="5897052"/>
                  <a:pt x="2934602" y="5905282"/>
                  <a:pt x="2945028" y="5905282"/>
                </a:cubicBezTo>
                <a:cubicBezTo>
                  <a:pt x="2955454" y="5905282"/>
                  <a:pt x="2963685" y="5897052"/>
                  <a:pt x="2963685" y="5886626"/>
                </a:cubicBezTo>
                <a:cubicBezTo>
                  <a:pt x="2963685" y="5876201"/>
                  <a:pt x="2956551" y="5869067"/>
                  <a:pt x="2947223" y="5867970"/>
                </a:cubicBezTo>
                <a:lnTo>
                  <a:pt x="2947223" y="5703899"/>
                </a:lnTo>
                <a:cubicBezTo>
                  <a:pt x="2956551" y="5702801"/>
                  <a:pt x="2963685" y="5695120"/>
                  <a:pt x="2963685" y="5685243"/>
                </a:cubicBezTo>
                <a:cubicBezTo>
                  <a:pt x="2963685" y="5675365"/>
                  <a:pt x="2955454" y="5666586"/>
                  <a:pt x="2945028" y="5666586"/>
                </a:cubicBezTo>
                <a:close/>
                <a:moveTo>
                  <a:pt x="6933738" y="5600191"/>
                </a:moveTo>
                <a:lnTo>
                  <a:pt x="6928800" y="5600191"/>
                </a:lnTo>
                <a:lnTo>
                  <a:pt x="6928800" y="5827365"/>
                </a:lnTo>
                <a:lnTo>
                  <a:pt x="6482684" y="6273481"/>
                </a:lnTo>
                <a:lnTo>
                  <a:pt x="6035469" y="6273481"/>
                </a:lnTo>
                <a:lnTo>
                  <a:pt x="4939658" y="7369294"/>
                </a:lnTo>
                <a:lnTo>
                  <a:pt x="4939658" y="8352616"/>
                </a:lnTo>
                <a:lnTo>
                  <a:pt x="4530855" y="8761418"/>
                </a:lnTo>
                <a:cubicBezTo>
                  <a:pt x="4523722" y="8755931"/>
                  <a:pt x="4512747" y="8756480"/>
                  <a:pt x="4506162" y="8763065"/>
                </a:cubicBezTo>
                <a:cubicBezTo>
                  <a:pt x="4499028" y="8770198"/>
                  <a:pt x="4499028" y="8782270"/>
                  <a:pt x="4506162" y="8789404"/>
                </a:cubicBezTo>
                <a:cubicBezTo>
                  <a:pt x="4513296" y="8796537"/>
                  <a:pt x="4525367" y="8796537"/>
                  <a:pt x="4532501" y="8789404"/>
                </a:cubicBezTo>
                <a:cubicBezTo>
                  <a:pt x="4539086" y="8782819"/>
                  <a:pt x="4539634" y="8772392"/>
                  <a:pt x="4534146" y="8764710"/>
                </a:cubicBezTo>
                <a:lnTo>
                  <a:pt x="4944596" y="8354261"/>
                </a:lnTo>
                <a:lnTo>
                  <a:pt x="4944596" y="7371489"/>
                </a:lnTo>
                <a:lnTo>
                  <a:pt x="6037116" y="6278969"/>
                </a:lnTo>
                <a:lnTo>
                  <a:pt x="6484330" y="6278969"/>
                </a:lnTo>
                <a:lnTo>
                  <a:pt x="6933738" y="5829560"/>
                </a:lnTo>
                <a:close/>
                <a:moveTo>
                  <a:pt x="7517587" y="5600191"/>
                </a:moveTo>
                <a:lnTo>
                  <a:pt x="7512648" y="5600191"/>
                </a:lnTo>
                <a:lnTo>
                  <a:pt x="7512648" y="6661982"/>
                </a:lnTo>
                <a:lnTo>
                  <a:pt x="7355162" y="6819466"/>
                </a:lnTo>
                <a:lnTo>
                  <a:pt x="7355162" y="6975306"/>
                </a:lnTo>
                <a:lnTo>
                  <a:pt x="6702174" y="7628293"/>
                </a:lnTo>
                <a:lnTo>
                  <a:pt x="6702174" y="8766357"/>
                </a:lnTo>
                <a:cubicBezTo>
                  <a:pt x="6692846" y="8767454"/>
                  <a:pt x="6685713" y="8775136"/>
                  <a:pt x="6685713" y="8785014"/>
                </a:cubicBezTo>
                <a:cubicBezTo>
                  <a:pt x="6685713" y="8794890"/>
                  <a:pt x="6693944" y="8803671"/>
                  <a:pt x="6704370" y="8803671"/>
                </a:cubicBezTo>
                <a:cubicBezTo>
                  <a:pt x="6714796" y="8803671"/>
                  <a:pt x="6723026" y="8795440"/>
                  <a:pt x="6723026" y="8785014"/>
                </a:cubicBezTo>
                <a:cubicBezTo>
                  <a:pt x="6723026" y="8774588"/>
                  <a:pt x="6715893" y="8767454"/>
                  <a:pt x="6706565" y="8766357"/>
                </a:cubicBezTo>
                <a:lnTo>
                  <a:pt x="6707114" y="8766357"/>
                </a:lnTo>
                <a:lnTo>
                  <a:pt x="6707114" y="7630488"/>
                </a:lnTo>
                <a:lnTo>
                  <a:pt x="7360101" y="6977501"/>
                </a:lnTo>
                <a:lnTo>
                  <a:pt x="7360101" y="6821662"/>
                </a:lnTo>
                <a:lnTo>
                  <a:pt x="7517587" y="6664176"/>
                </a:lnTo>
                <a:close/>
                <a:moveTo>
                  <a:pt x="7745858" y="5600191"/>
                </a:moveTo>
                <a:lnTo>
                  <a:pt x="7740920" y="5600191"/>
                </a:lnTo>
                <a:lnTo>
                  <a:pt x="7740920" y="6817821"/>
                </a:lnTo>
                <a:lnTo>
                  <a:pt x="7741468" y="6817821"/>
                </a:lnTo>
                <a:lnTo>
                  <a:pt x="7583982" y="6975306"/>
                </a:lnTo>
                <a:lnTo>
                  <a:pt x="7583982" y="8008014"/>
                </a:lnTo>
                <a:lnTo>
                  <a:pt x="7281634" y="8310364"/>
                </a:lnTo>
                <a:lnTo>
                  <a:pt x="7281634" y="8747152"/>
                </a:lnTo>
                <a:cubicBezTo>
                  <a:pt x="7272304" y="8748249"/>
                  <a:pt x="7265172" y="8755931"/>
                  <a:pt x="7265172" y="8765808"/>
                </a:cubicBezTo>
                <a:cubicBezTo>
                  <a:pt x="7265172" y="8775685"/>
                  <a:pt x="7273402" y="8784465"/>
                  <a:pt x="7283828" y="8784465"/>
                </a:cubicBezTo>
                <a:cubicBezTo>
                  <a:pt x="7294254" y="8784465"/>
                  <a:pt x="7302484" y="8776235"/>
                  <a:pt x="7302484" y="8765808"/>
                </a:cubicBezTo>
                <a:cubicBezTo>
                  <a:pt x="7302484" y="8755382"/>
                  <a:pt x="7295352" y="8748249"/>
                  <a:pt x="7286023" y="8747152"/>
                </a:cubicBezTo>
                <a:lnTo>
                  <a:pt x="7286023" y="8312558"/>
                </a:lnTo>
                <a:lnTo>
                  <a:pt x="7588372" y="8010209"/>
                </a:lnTo>
                <a:lnTo>
                  <a:pt x="7588372" y="6977501"/>
                </a:lnTo>
                <a:lnTo>
                  <a:pt x="7745858" y="6820016"/>
                </a:lnTo>
                <a:close/>
                <a:moveTo>
                  <a:pt x="2025358" y="5590313"/>
                </a:moveTo>
                <a:lnTo>
                  <a:pt x="1402002" y="6213669"/>
                </a:lnTo>
                <a:lnTo>
                  <a:pt x="422520" y="6213669"/>
                </a:lnTo>
                <a:lnTo>
                  <a:pt x="47190" y="6588999"/>
                </a:lnTo>
                <a:cubicBezTo>
                  <a:pt x="40056" y="6583511"/>
                  <a:pt x="29082" y="6584061"/>
                  <a:pt x="22496" y="6590645"/>
                </a:cubicBezTo>
                <a:cubicBezTo>
                  <a:pt x="15364" y="6597779"/>
                  <a:pt x="15364" y="6609851"/>
                  <a:pt x="22496" y="6616985"/>
                </a:cubicBezTo>
                <a:cubicBezTo>
                  <a:pt x="29630" y="6624117"/>
                  <a:pt x="41702" y="6624117"/>
                  <a:pt x="48836" y="6616985"/>
                </a:cubicBezTo>
                <a:lnTo>
                  <a:pt x="49384" y="6616435"/>
                </a:lnTo>
                <a:cubicBezTo>
                  <a:pt x="55970" y="6609851"/>
                  <a:pt x="56518" y="6599425"/>
                  <a:pt x="51032" y="6591742"/>
                </a:cubicBezTo>
                <a:lnTo>
                  <a:pt x="424716" y="6218058"/>
                </a:lnTo>
                <a:lnTo>
                  <a:pt x="1404745" y="6218058"/>
                </a:lnTo>
                <a:lnTo>
                  <a:pt x="2028101" y="5594702"/>
                </a:lnTo>
                <a:lnTo>
                  <a:pt x="2767788" y="5594702"/>
                </a:lnTo>
                <a:lnTo>
                  <a:pt x="2859426" y="5686340"/>
                </a:lnTo>
                <a:lnTo>
                  <a:pt x="2859426" y="5863031"/>
                </a:lnTo>
                <a:cubicBezTo>
                  <a:pt x="2850098" y="5864128"/>
                  <a:pt x="2842964" y="5871810"/>
                  <a:pt x="2842964" y="5881687"/>
                </a:cubicBezTo>
                <a:cubicBezTo>
                  <a:pt x="2842964" y="5891564"/>
                  <a:pt x="2851195" y="5900344"/>
                  <a:pt x="2861621" y="5900344"/>
                </a:cubicBezTo>
                <a:cubicBezTo>
                  <a:pt x="2872046" y="5900344"/>
                  <a:pt x="2880278" y="5892112"/>
                  <a:pt x="2880278" y="5881687"/>
                </a:cubicBezTo>
                <a:cubicBezTo>
                  <a:pt x="2880278" y="5871261"/>
                  <a:pt x="2873144" y="5864128"/>
                  <a:pt x="2863816" y="5863031"/>
                </a:cubicBezTo>
                <a:lnTo>
                  <a:pt x="2863816" y="5684694"/>
                </a:lnTo>
                <a:lnTo>
                  <a:pt x="2769983" y="5590861"/>
                </a:lnTo>
                <a:lnTo>
                  <a:pt x="2769434" y="5590861"/>
                </a:lnTo>
                <a:cubicBezTo>
                  <a:pt x="2769434" y="5590313"/>
                  <a:pt x="2025358" y="5590313"/>
                  <a:pt x="2025358" y="5590313"/>
                </a:cubicBezTo>
                <a:close/>
                <a:moveTo>
                  <a:pt x="7168594" y="5555195"/>
                </a:moveTo>
                <a:lnTo>
                  <a:pt x="7163657" y="5555195"/>
                </a:lnTo>
                <a:lnTo>
                  <a:pt x="7163657" y="6259214"/>
                </a:lnTo>
                <a:lnTo>
                  <a:pt x="6775156" y="6647715"/>
                </a:lnTo>
                <a:lnTo>
                  <a:pt x="6300506" y="6647715"/>
                </a:lnTo>
                <a:lnTo>
                  <a:pt x="5453817" y="7494404"/>
                </a:lnTo>
                <a:lnTo>
                  <a:pt x="5453817" y="8703253"/>
                </a:lnTo>
                <a:cubicBezTo>
                  <a:pt x="5444488" y="8704350"/>
                  <a:pt x="5437356" y="8712032"/>
                  <a:pt x="5437356" y="8721910"/>
                </a:cubicBezTo>
                <a:cubicBezTo>
                  <a:pt x="5437356" y="8731786"/>
                  <a:pt x="5445586" y="8740567"/>
                  <a:pt x="5456011" y="8740567"/>
                </a:cubicBezTo>
                <a:cubicBezTo>
                  <a:pt x="5466438" y="8740567"/>
                  <a:pt x="5474668" y="8732336"/>
                  <a:pt x="5474668" y="8721910"/>
                </a:cubicBezTo>
                <a:cubicBezTo>
                  <a:pt x="5474668" y="8711484"/>
                  <a:pt x="5467536" y="8704350"/>
                  <a:pt x="5458206" y="8703253"/>
                </a:cubicBezTo>
                <a:lnTo>
                  <a:pt x="5458206" y="7496049"/>
                </a:lnTo>
                <a:lnTo>
                  <a:pt x="6302152" y="6652105"/>
                </a:lnTo>
                <a:lnTo>
                  <a:pt x="6776803" y="6652105"/>
                </a:lnTo>
                <a:lnTo>
                  <a:pt x="7168046" y="6260861"/>
                </a:lnTo>
                <a:lnTo>
                  <a:pt x="7168594" y="6261409"/>
                </a:lnTo>
                <a:close/>
                <a:moveTo>
                  <a:pt x="8094301" y="5550805"/>
                </a:moveTo>
                <a:lnTo>
                  <a:pt x="8089362" y="5550805"/>
                </a:lnTo>
                <a:lnTo>
                  <a:pt x="8089362" y="7186018"/>
                </a:lnTo>
                <a:lnTo>
                  <a:pt x="8236421" y="7333077"/>
                </a:lnTo>
                <a:lnTo>
                  <a:pt x="8236421" y="8138611"/>
                </a:lnTo>
                <a:lnTo>
                  <a:pt x="8598033" y="8500223"/>
                </a:lnTo>
                <a:lnTo>
                  <a:pt x="8598033" y="8747700"/>
                </a:lnTo>
                <a:cubicBezTo>
                  <a:pt x="8588705" y="8748797"/>
                  <a:pt x="8581572" y="8756480"/>
                  <a:pt x="8581572" y="8766357"/>
                </a:cubicBezTo>
                <a:cubicBezTo>
                  <a:pt x="8581572" y="8776235"/>
                  <a:pt x="8589803" y="8785014"/>
                  <a:pt x="8600229" y="8785014"/>
                </a:cubicBezTo>
                <a:cubicBezTo>
                  <a:pt x="8610655" y="8785014"/>
                  <a:pt x="8618886" y="8776783"/>
                  <a:pt x="8618886" y="8766357"/>
                </a:cubicBezTo>
                <a:cubicBezTo>
                  <a:pt x="8618886" y="8755931"/>
                  <a:pt x="8611752" y="8748797"/>
                  <a:pt x="8602423" y="8747700"/>
                </a:cubicBezTo>
                <a:lnTo>
                  <a:pt x="8602972" y="8747700"/>
                </a:lnTo>
                <a:lnTo>
                  <a:pt x="8602972" y="8498028"/>
                </a:lnTo>
                <a:lnTo>
                  <a:pt x="8241360" y="8136416"/>
                </a:lnTo>
                <a:lnTo>
                  <a:pt x="8241360" y="7330883"/>
                </a:lnTo>
                <a:lnTo>
                  <a:pt x="8094301" y="7183823"/>
                </a:lnTo>
                <a:close/>
                <a:moveTo>
                  <a:pt x="8342874" y="5550805"/>
                </a:moveTo>
                <a:lnTo>
                  <a:pt x="8337936" y="5550805"/>
                </a:lnTo>
                <a:lnTo>
                  <a:pt x="8337936" y="7063651"/>
                </a:lnTo>
                <a:lnTo>
                  <a:pt x="8547002" y="7272717"/>
                </a:lnTo>
                <a:lnTo>
                  <a:pt x="8547002" y="7628293"/>
                </a:lnTo>
                <a:lnTo>
                  <a:pt x="9146763" y="8228054"/>
                </a:lnTo>
                <a:lnTo>
                  <a:pt x="9146763" y="8759772"/>
                </a:lnTo>
                <a:cubicBezTo>
                  <a:pt x="9137435" y="8760869"/>
                  <a:pt x="9130300" y="8768552"/>
                  <a:pt x="9130300" y="8778429"/>
                </a:cubicBezTo>
                <a:cubicBezTo>
                  <a:pt x="9130300" y="8788306"/>
                  <a:pt x="9138532" y="8797086"/>
                  <a:pt x="9148958" y="8797086"/>
                </a:cubicBezTo>
                <a:cubicBezTo>
                  <a:pt x="9159383" y="8797086"/>
                  <a:pt x="9167615" y="8788855"/>
                  <a:pt x="9167615" y="8778429"/>
                </a:cubicBezTo>
                <a:cubicBezTo>
                  <a:pt x="9167615" y="8773217"/>
                  <a:pt x="9165831" y="8768827"/>
                  <a:pt x="9162881" y="8765603"/>
                </a:cubicBezTo>
                <a:lnTo>
                  <a:pt x="9151701" y="8760045"/>
                </a:lnTo>
                <a:lnTo>
                  <a:pt x="9151701" y="8760321"/>
                </a:lnTo>
                <a:lnTo>
                  <a:pt x="9151152" y="8759772"/>
                </a:lnTo>
                <a:lnTo>
                  <a:pt x="9151701" y="8760045"/>
                </a:lnTo>
                <a:lnTo>
                  <a:pt x="9151701" y="8226408"/>
                </a:lnTo>
                <a:lnTo>
                  <a:pt x="8551940" y="7626647"/>
                </a:lnTo>
                <a:lnTo>
                  <a:pt x="8551940" y="7271071"/>
                </a:lnTo>
                <a:lnTo>
                  <a:pt x="8342874" y="7062005"/>
                </a:lnTo>
                <a:close/>
                <a:moveTo>
                  <a:pt x="8562915" y="5550805"/>
                </a:moveTo>
                <a:lnTo>
                  <a:pt x="8557977" y="5550805"/>
                </a:lnTo>
                <a:lnTo>
                  <a:pt x="8557977" y="6582417"/>
                </a:lnTo>
                <a:lnTo>
                  <a:pt x="8656199" y="6680639"/>
                </a:lnTo>
                <a:lnTo>
                  <a:pt x="8656199" y="6911105"/>
                </a:lnTo>
                <a:lnTo>
                  <a:pt x="8981595" y="7236501"/>
                </a:lnTo>
                <a:lnTo>
                  <a:pt x="8981595" y="7821995"/>
                </a:lnTo>
                <a:lnTo>
                  <a:pt x="9516057" y="8356457"/>
                </a:lnTo>
                <a:lnTo>
                  <a:pt x="9516057" y="8760869"/>
                </a:lnTo>
                <a:cubicBezTo>
                  <a:pt x="9506729" y="8761966"/>
                  <a:pt x="9499596" y="8769650"/>
                  <a:pt x="9499596" y="8779526"/>
                </a:cubicBezTo>
                <a:cubicBezTo>
                  <a:pt x="9499596" y="8789404"/>
                  <a:pt x="9507826" y="8798184"/>
                  <a:pt x="9518252" y="8798184"/>
                </a:cubicBezTo>
                <a:cubicBezTo>
                  <a:pt x="9528678" y="8798184"/>
                  <a:pt x="9536909" y="8789952"/>
                  <a:pt x="9536909" y="8779526"/>
                </a:cubicBezTo>
                <a:cubicBezTo>
                  <a:pt x="9536909" y="8769101"/>
                  <a:pt x="9529776" y="8761966"/>
                  <a:pt x="9520448" y="8760869"/>
                </a:cubicBezTo>
                <a:lnTo>
                  <a:pt x="9520996" y="8760321"/>
                </a:lnTo>
                <a:lnTo>
                  <a:pt x="9520996" y="8354261"/>
                </a:lnTo>
                <a:lnTo>
                  <a:pt x="8986534" y="7819799"/>
                </a:lnTo>
                <a:lnTo>
                  <a:pt x="8986534" y="7234306"/>
                </a:lnTo>
                <a:lnTo>
                  <a:pt x="8661137" y="6908909"/>
                </a:lnTo>
                <a:lnTo>
                  <a:pt x="8661137" y="6678444"/>
                </a:lnTo>
                <a:lnTo>
                  <a:pt x="8562915" y="6580221"/>
                </a:lnTo>
                <a:close/>
                <a:moveTo>
                  <a:pt x="7981263" y="5550257"/>
                </a:moveTo>
                <a:lnTo>
                  <a:pt x="7976324" y="5550257"/>
                </a:lnTo>
                <a:lnTo>
                  <a:pt x="7976324" y="7449408"/>
                </a:lnTo>
                <a:lnTo>
                  <a:pt x="8142588" y="7615673"/>
                </a:lnTo>
                <a:lnTo>
                  <a:pt x="8142588" y="8734530"/>
                </a:lnTo>
                <a:cubicBezTo>
                  <a:pt x="8133260" y="8735628"/>
                  <a:pt x="8126127" y="8743311"/>
                  <a:pt x="8126127" y="8753187"/>
                </a:cubicBezTo>
                <a:cubicBezTo>
                  <a:pt x="8126127" y="8763065"/>
                  <a:pt x="8134358" y="8771844"/>
                  <a:pt x="8144784" y="8771844"/>
                </a:cubicBezTo>
                <a:cubicBezTo>
                  <a:pt x="8155210" y="8771844"/>
                  <a:pt x="8163440" y="8763613"/>
                  <a:pt x="8163440" y="8753187"/>
                </a:cubicBezTo>
                <a:cubicBezTo>
                  <a:pt x="8163440" y="8747974"/>
                  <a:pt x="8161657" y="8743584"/>
                  <a:pt x="8158707" y="8740361"/>
                </a:cubicBezTo>
                <a:lnTo>
                  <a:pt x="8147526" y="8734803"/>
                </a:lnTo>
                <a:lnTo>
                  <a:pt x="8147526" y="8735080"/>
                </a:lnTo>
                <a:lnTo>
                  <a:pt x="8146978" y="8734530"/>
                </a:lnTo>
                <a:lnTo>
                  <a:pt x="8147526" y="8734803"/>
                </a:lnTo>
                <a:lnTo>
                  <a:pt x="8147526" y="7614027"/>
                </a:lnTo>
                <a:lnTo>
                  <a:pt x="7981263" y="7447761"/>
                </a:lnTo>
                <a:close/>
                <a:moveTo>
                  <a:pt x="8674855" y="5545867"/>
                </a:moveTo>
                <a:lnTo>
                  <a:pt x="8669918" y="5545867"/>
                </a:lnTo>
                <a:lnTo>
                  <a:pt x="8669918" y="6403530"/>
                </a:lnTo>
                <a:lnTo>
                  <a:pt x="8878983" y="6612597"/>
                </a:lnTo>
                <a:lnTo>
                  <a:pt x="8878983" y="6976953"/>
                </a:lnTo>
                <a:lnTo>
                  <a:pt x="9308089" y="7406058"/>
                </a:lnTo>
                <a:lnTo>
                  <a:pt x="9308638" y="7406058"/>
                </a:lnTo>
                <a:cubicBezTo>
                  <a:pt x="9308638" y="7406606"/>
                  <a:pt x="9581356" y="7406606"/>
                  <a:pt x="9581356" y="7406606"/>
                </a:cubicBezTo>
                <a:lnTo>
                  <a:pt x="9900716" y="7725968"/>
                </a:lnTo>
                <a:lnTo>
                  <a:pt x="9900716" y="8574851"/>
                </a:lnTo>
                <a:lnTo>
                  <a:pt x="10090577" y="8764710"/>
                </a:lnTo>
                <a:cubicBezTo>
                  <a:pt x="10085089" y="8771844"/>
                  <a:pt x="10085638" y="8782819"/>
                  <a:pt x="10092222" y="8789404"/>
                </a:cubicBezTo>
                <a:cubicBezTo>
                  <a:pt x="10099357" y="8796537"/>
                  <a:pt x="10111429" y="8796537"/>
                  <a:pt x="10118562" y="8789404"/>
                </a:cubicBezTo>
                <a:cubicBezTo>
                  <a:pt x="10125695" y="8782270"/>
                  <a:pt x="10125695" y="8770198"/>
                  <a:pt x="10118562" y="8763065"/>
                </a:cubicBezTo>
                <a:cubicBezTo>
                  <a:pt x="10111977" y="8756480"/>
                  <a:pt x="10101551" y="8755931"/>
                  <a:pt x="10093869" y="8761418"/>
                </a:cubicBezTo>
                <a:lnTo>
                  <a:pt x="10093869" y="8760869"/>
                </a:lnTo>
                <a:lnTo>
                  <a:pt x="9905655" y="8572655"/>
                </a:lnTo>
                <a:lnTo>
                  <a:pt x="9905655" y="7723772"/>
                </a:lnTo>
                <a:lnTo>
                  <a:pt x="9584099" y="7402218"/>
                </a:lnTo>
                <a:lnTo>
                  <a:pt x="9583551" y="7402218"/>
                </a:lnTo>
                <a:cubicBezTo>
                  <a:pt x="9583551" y="7401669"/>
                  <a:pt x="9310833" y="7401669"/>
                  <a:pt x="9310833" y="7401669"/>
                </a:cubicBezTo>
                <a:lnTo>
                  <a:pt x="8883922" y="6974757"/>
                </a:lnTo>
                <a:lnTo>
                  <a:pt x="8883922" y="6610401"/>
                </a:lnTo>
                <a:lnTo>
                  <a:pt x="8674855" y="6401335"/>
                </a:lnTo>
                <a:close/>
                <a:moveTo>
                  <a:pt x="5604168" y="5531600"/>
                </a:moveTo>
                <a:cubicBezTo>
                  <a:pt x="5593742" y="5531600"/>
                  <a:pt x="5586609" y="5538733"/>
                  <a:pt x="5585512" y="5548062"/>
                </a:cubicBezTo>
                <a:lnTo>
                  <a:pt x="4807962" y="5548062"/>
                </a:lnTo>
                <a:lnTo>
                  <a:pt x="4635662" y="5720362"/>
                </a:lnTo>
                <a:cubicBezTo>
                  <a:pt x="4628529" y="5714876"/>
                  <a:pt x="4617554" y="5715424"/>
                  <a:pt x="4610969" y="5722009"/>
                </a:cubicBezTo>
                <a:cubicBezTo>
                  <a:pt x="4603836" y="5729143"/>
                  <a:pt x="4603836" y="5741215"/>
                  <a:pt x="4610969" y="5748348"/>
                </a:cubicBezTo>
                <a:cubicBezTo>
                  <a:pt x="4618102" y="5755482"/>
                  <a:pt x="4630174" y="5755482"/>
                  <a:pt x="4637308" y="5748348"/>
                </a:cubicBezTo>
                <a:cubicBezTo>
                  <a:pt x="4643893" y="5741763"/>
                  <a:pt x="4644442" y="5731337"/>
                  <a:pt x="4638954" y="5723655"/>
                </a:cubicBezTo>
                <a:lnTo>
                  <a:pt x="4810158" y="5552452"/>
                </a:lnTo>
                <a:lnTo>
                  <a:pt x="5585512" y="5552452"/>
                </a:lnTo>
                <a:cubicBezTo>
                  <a:pt x="5586609" y="5561780"/>
                  <a:pt x="5594292" y="5568914"/>
                  <a:pt x="5604168" y="5568914"/>
                </a:cubicBezTo>
                <a:cubicBezTo>
                  <a:pt x="5614046" y="5568914"/>
                  <a:pt x="5622826" y="5560683"/>
                  <a:pt x="5622826" y="5550257"/>
                </a:cubicBezTo>
                <a:cubicBezTo>
                  <a:pt x="5622826" y="5539831"/>
                  <a:pt x="5614594" y="5531600"/>
                  <a:pt x="5604168" y="5531600"/>
                </a:cubicBezTo>
                <a:close/>
                <a:moveTo>
                  <a:pt x="7615808" y="5518431"/>
                </a:moveTo>
                <a:lnTo>
                  <a:pt x="7610870" y="5518431"/>
                </a:lnTo>
                <a:lnTo>
                  <a:pt x="7610870" y="6798615"/>
                </a:lnTo>
                <a:lnTo>
                  <a:pt x="7453385" y="6956101"/>
                </a:lnTo>
                <a:lnTo>
                  <a:pt x="7453385" y="7533364"/>
                </a:lnTo>
                <a:lnTo>
                  <a:pt x="7137866" y="7848882"/>
                </a:lnTo>
                <a:lnTo>
                  <a:pt x="7137866" y="8652221"/>
                </a:lnTo>
                <a:cubicBezTo>
                  <a:pt x="7128538" y="8653319"/>
                  <a:pt x="7121404" y="8661001"/>
                  <a:pt x="7121404" y="8670878"/>
                </a:cubicBezTo>
                <a:cubicBezTo>
                  <a:pt x="7121404" y="8680755"/>
                  <a:pt x="7129635" y="8689534"/>
                  <a:pt x="7140061" y="8689534"/>
                </a:cubicBezTo>
                <a:cubicBezTo>
                  <a:pt x="7150487" y="8689534"/>
                  <a:pt x="7158718" y="8681304"/>
                  <a:pt x="7158718" y="8670878"/>
                </a:cubicBezTo>
                <a:cubicBezTo>
                  <a:pt x="7158718" y="8660452"/>
                  <a:pt x="7151584" y="8653319"/>
                  <a:pt x="7142256" y="8652221"/>
                </a:cubicBezTo>
                <a:lnTo>
                  <a:pt x="7142805" y="8651672"/>
                </a:lnTo>
                <a:lnTo>
                  <a:pt x="7142805" y="7850528"/>
                </a:lnTo>
                <a:lnTo>
                  <a:pt x="7458324" y="7535010"/>
                </a:lnTo>
                <a:lnTo>
                  <a:pt x="7458324" y="6957746"/>
                </a:lnTo>
                <a:lnTo>
                  <a:pt x="7615808" y="6800261"/>
                </a:lnTo>
                <a:close/>
                <a:moveTo>
                  <a:pt x="9293557" y="5506251"/>
                </a:moveTo>
                <a:lnTo>
                  <a:pt x="9293273" y="5506359"/>
                </a:lnTo>
                <a:lnTo>
                  <a:pt x="9293822" y="5506359"/>
                </a:lnTo>
                <a:close/>
                <a:moveTo>
                  <a:pt x="2078585" y="5497577"/>
                </a:moveTo>
                <a:cubicBezTo>
                  <a:pt x="2068708" y="5497577"/>
                  <a:pt x="2059928" y="5505808"/>
                  <a:pt x="2059928" y="5516234"/>
                </a:cubicBezTo>
                <a:cubicBezTo>
                  <a:pt x="2059928" y="5526659"/>
                  <a:pt x="2068159" y="5534891"/>
                  <a:pt x="2078585" y="5534891"/>
                </a:cubicBezTo>
                <a:lnTo>
                  <a:pt x="2078585" y="5535440"/>
                </a:lnTo>
                <a:cubicBezTo>
                  <a:pt x="2087913" y="5535440"/>
                  <a:pt x="2096144" y="5528306"/>
                  <a:pt x="2097241" y="5518978"/>
                </a:cubicBezTo>
                <a:lnTo>
                  <a:pt x="2858877" y="5518978"/>
                </a:lnTo>
                <a:lnTo>
                  <a:pt x="3026239" y="5686340"/>
                </a:lnTo>
                <a:lnTo>
                  <a:pt x="3026239" y="5870164"/>
                </a:lnTo>
                <a:cubicBezTo>
                  <a:pt x="3016911" y="5871261"/>
                  <a:pt x="3009778" y="5878944"/>
                  <a:pt x="3009778" y="5888821"/>
                </a:cubicBezTo>
                <a:cubicBezTo>
                  <a:pt x="3009778" y="5898698"/>
                  <a:pt x="3018008" y="5907478"/>
                  <a:pt x="3028434" y="5907478"/>
                </a:cubicBezTo>
                <a:cubicBezTo>
                  <a:pt x="3038860" y="5907478"/>
                  <a:pt x="3047091" y="5899247"/>
                  <a:pt x="3047091" y="5888821"/>
                </a:cubicBezTo>
                <a:cubicBezTo>
                  <a:pt x="3047091" y="5878395"/>
                  <a:pt x="3039958" y="5871261"/>
                  <a:pt x="3030629" y="5870164"/>
                </a:cubicBezTo>
                <a:lnTo>
                  <a:pt x="3030629" y="5684145"/>
                </a:lnTo>
                <a:lnTo>
                  <a:pt x="2861073" y="5514588"/>
                </a:lnTo>
                <a:lnTo>
                  <a:pt x="2860523" y="5514588"/>
                </a:lnTo>
                <a:cubicBezTo>
                  <a:pt x="2860523" y="5514039"/>
                  <a:pt x="2097241" y="5514039"/>
                  <a:pt x="2097241" y="5514039"/>
                </a:cubicBezTo>
                <a:cubicBezTo>
                  <a:pt x="2096144" y="5504711"/>
                  <a:pt x="2088462" y="5497577"/>
                  <a:pt x="2078585" y="5497577"/>
                </a:cubicBezTo>
                <a:close/>
                <a:moveTo>
                  <a:pt x="9293822" y="5469044"/>
                </a:moveTo>
                <a:cubicBezTo>
                  <a:pt x="9283944" y="5469044"/>
                  <a:pt x="9275165" y="5477276"/>
                  <a:pt x="9275165" y="5487702"/>
                </a:cubicBezTo>
                <a:cubicBezTo>
                  <a:pt x="9275165" y="5492915"/>
                  <a:pt x="9277223" y="5497579"/>
                  <a:pt x="9280584" y="5500940"/>
                </a:cubicBezTo>
                <a:lnTo>
                  <a:pt x="9293557" y="5506251"/>
                </a:lnTo>
                <a:lnTo>
                  <a:pt x="9305688" y="5501626"/>
                </a:lnTo>
                <a:cubicBezTo>
                  <a:pt x="9309049" y="5498676"/>
                  <a:pt x="9311381" y="5494561"/>
                  <a:pt x="9311930" y="5489897"/>
                </a:cubicBezTo>
                <a:lnTo>
                  <a:pt x="9486426" y="5489897"/>
                </a:lnTo>
                <a:lnTo>
                  <a:pt x="9856270" y="5859741"/>
                </a:lnTo>
                <a:lnTo>
                  <a:pt x="9856818" y="5859741"/>
                </a:lnTo>
                <a:cubicBezTo>
                  <a:pt x="9856818" y="5860289"/>
                  <a:pt x="10064786" y="5860289"/>
                  <a:pt x="10064786" y="5860289"/>
                </a:cubicBezTo>
                <a:cubicBezTo>
                  <a:pt x="10065883" y="5869617"/>
                  <a:pt x="10073566" y="5876751"/>
                  <a:pt x="10083443" y="5876751"/>
                </a:cubicBezTo>
                <a:cubicBezTo>
                  <a:pt x="10093320" y="5876751"/>
                  <a:pt x="10102100" y="5868520"/>
                  <a:pt x="10102100" y="5858094"/>
                </a:cubicBezTo>
                <a:cubicBezTo>
                  <a:pt x="10102100" y="5847668"/>
                  <a:pt x="10093869" y="5839437"/>
                  <a:pt x="10083443" y="5839437"/>
                </a:cubicBezTo>
                <a:cubicBezTo>
                  <a:pt x="10073017" y="5839437"/>
                  <a:pt x="10065883" y="5846571"/>
                  <a:pt x="10064786" y="5855899"/>
                </a:cubicBezTo>
                <a:lnTo>
                  <a:pt x="9859012" y="5855899"/>
                </a:lnTo>
                <a:lnTo>
                  <a:pt x="9489169" y="5486055"/>
                </a:lnTo>
                <a:lnTo>
                  <a:pt x="9488621" y="5486055"/>
                </a:lnTo>
                <a:cubicBezTo>
                  <a:pt x="9488621" y="5485507"/>
                  <a:pt x="9312479" y="5485507"/>
                  <a:pt x="9312479" y="5485507"/>
                </a:cubicBezTo>
                <a:cubicBezTo>
                  <a:pt x="9311381" y="5476179"/>
                  <a:pt x="9303699" y="5469044"/>
                  <a:pt x="9293822" y="5469044"/>
                </a:cubicBezTo>
                <a:close/>
                <a:moveTo>
                  <a:pt x="9005740" y="5334058"/>
                </a:moveTo>
                <a:lnTo>
                  <a:pt x="9005740" y="5338996"/>
                </a:lnTo>
                <a:lnTo>
                  <a:pt x="9640070" y="5338996"/>
                </a:lnTo>
                <a:lnTo>
                  <a:pt x="9835417" y="5534344"/>
                </a:lnTo>
                <a:cubicBezTo>
                  <a:pt x="9829930" y="5541477"/>
                  <a:pt x="9830479" y="5552452"/>
                  <a:pt x="9837064" y="5559036"/>
                </a:cubicBezTo>
                <a:lnTo>
                  <a:pt x="9837064" y="5558487"/>
                </a:lnTo>
                <a:cubicBezTo>
                  <a:pt x="9844198" y="5565621"/>
                  <a:pt x="9856270" y="5565621"/>
                  <a:pt x="9863403" y="5558487"/>
                </a:cubicBezTo>
                <a:cubicBezTo>
                  <a:pt x="9870536" y="5551354"/>
                  <a:pt x="9870536" y="5539282"/>
                  <a:pt x="9863403" y="5532148"/>
                </a:cubicBezTo>
                <a:cubicBezTo>
                  <a:pt x="9856270" y="5525015"/>
                  <a:pt x="9846392" y="5525015"/>
                  <a:pt x="9838710" y="5530503"/>
                </a:cubicBezTo>
                <a:lnTo>
                  <a:pt x="9642814" y="5334607"/>
                </a:lnTo>
                <a:lnTo>
                  <a:pt x="9642265" y="5334607"/>
                </a:lnTo>
                <a:cubicBezTo>
                  <a:pt x="9642265" y="5334058"/>
                  <a:pt x="9005740" y="5334058"/>
                  <a:pt x="9005740" y="5334058"/>
                </a:cubicBezTo>
                <a:close/>
                <a:moveTo>
                  <a:pt x="6706565" y="5332960"/>
                </a:moveTo>
                <a:lnTo>
                  <a:pt x="6511218" y="5332960"/>
                </a:lnTo>
                <a:lnTo>
                  <a:pt x="4669134" y="7175043"/>
                </a:lnTo>
                <a:lnTo>
                  <a:pt x="4276793" y="7175043"/>
                </a:lnTo>
                <a:lnTo>
                  <a:pt x="3538204" y="7913632"/>
                </a:lnTo>
                <a:lnTo>
                  <a:pt x="3006485" y="7913632"/>
                </a:lnTo>
                <a:lnTo>
                  <a:pt x="2406176" y="8513942"/>
                </a:lnTo>
                <a:lnTo>
                  <a:pt x="1628078" y="8513942"/>
                </a:lnTo>
                <a:lnTo>
                  <a:pt x="1336154" y="8805865"/>
                </a:lnTo>
                <a:cubicBezTo>
                  <a:pt x="1329021" y="8800378"/>
                  <a:pt x="1318047" y="8800927"/>
                  <a:pt x="1311462" y="8807512"/>
                </a:cubicBezTo>
                <a:cubicBezTo>
                  <a:pt x="1304328" y="8814645"/>
                  <a:pt x="1304328" y="8826717"/>
                  <a:pt x="1311462" y="8833851"/>
                </a:cubicBezTo>
                <a:cubicBezTo>
                  <a:pt x="1318595" y="8840983"/>
                  <a:pt x="1330667" y="8840983"/>
                  <a:pt x="1337801" y="8833851"/>
                </a:cubicBezTo>
                <a:cubicBezTo>
                  <a:pt x="1344386" y="8827266"/>
                  <a:pt x="1344934" y="8816840"/>
                  <a:pt x="1339446" y="8809158"/>
                </a:cubicBezTo>
                <a:lnTo>
                  <a:pt x="1629724" y="8518880"/>
                </a:lnTo>
                <a:lnTo>
                  <a:pt x="2407822" y="8518880"/>
                </a:lnTo>
                <a:lnTo>
                  <a:pt x="3008132" y="7918571"/>
                </a:lnTo>
                <a:lnTo>
                  <a:pt x="3539850" y="7918571"/>
                </a:lnTo>
                <a:lnTo>
                  <a:pt x="4278440" y="7179982"/>
                </a:lnTo>
                <a:lnTo>
                  <a:pt x="4278988" y="7179982"/>
                </a:lnTo>
                <a:lnTo>
                  <a:pt x="4671330" y="7179982"/>
                </a:lnTo>
                <a:lnTo>
                  <a:pt x="6513413" y="5337899"/>
                </a:lnTo>
                <a:lnTo>
                  <a:pt x="6706565" y="5337899"/>
                </a:lnTo>
                <a:close/>
                <a:moveTo>
                  <a:pt x="3355477" y="5325413"/>
                </a:moveTo>
                <a:cubicBezTo>
                  <a:pt x="3350676" y="5325413"/>
                  <a:pt x="3345875" y="5327197"/>
                  <a:pt x="3342308" y="5330764"/>
                </a:cubicBezTo>
                <a:cubicBezTo>
                  <a:pt x="3335723" y="5337348"/>
                  <a:pt x="3335174" y="5347774"/>
                  <a:pt x="3340661" y="5355456"/>
                </a:cubicBezTo>
                <a:lnTo>
                  <a:pt x="3109647" y="5586471"/>
                </a:lnTo>
                <a:lnTo>
                  <a:pt x="3109647" y="5867420"/>
                </a:lnTo>
                <a:cubicBezTo>
                  <a:pt x="3100318" y="5868518"/>
                  <a:pt x="3093184" y="5876201"/>
                  <a:pt x="3093184" y="5886077"/>
                </a:cubicBezTo>
                <a:cubicBezTo>
                  <a:pt x="3093184" y="5895955"/>
                  <a:pt x="3101415" y="5904734"/>
                  <a:pt x="3111841" y="5904734"/>
                </a:cubicBezTo>
                <a:cubicBezTo>
                  <a:pt x="3122267" y="5904734"/>
                  <a:pt x="3130498" y="5896503"/>
                  <a:pt x="3130498" y="5886077"/>
                </a:cubicBezTo>
                <a:cubicBezTo>
                  <a:pt x="3130498" y="5875651"/>
                  <a:pt x="3123364" y="5868518"/>
                  <a:pt x="3114036" y="5867420"/>
                </a:cubicBezTo>
                <a:lnTo>
                  <a:pt x="3114036" y="5588666"/>
                </a:lnTo>
                <a:lnTo>
                  <a:pt x="3343954" y="5358749"/>
                </a:lnTo>
                <a:cubicBezTo>
                  <a:pt x="3351088" y="5364236"/>
                  <a:pt x="3362062" y="5363687"/>
                  <a:pt x="3368646" y="5357103"/>
                </a:cubicBezTo>
                <a:cubicBezTo>
                  <a:pt x="3375780" y="5349969"/>
                  <a:pt x="3375780" y="5337897"/>
                  <a:pt x="3368646" y="5330764"/>
                </a:cubicBezTo>
                <a:cubicBezTo>
                  <a:pt x="3365080" y="5327197"/>
                  <a:pt x="3360279" y="5325413"/>
                  <a:pt x="3355477" y="5325413"/>
                </a:cubicBezTo>
                <a:close/>
                <a:moveTo>
                  <a:pt x="3814214" y="5323629"/>
                </a:moveTo>
                <a:cubicBezTo>
                  <a:pt x="3803788" y="5323629"/>
                  <a:pt x="3796655" y="5330764"/>
                  <a:pt x="3795558" y="5340092"/>
                </a:cubicBezTo>
                <a:lnTo>
                  <a:pt x="3438884" y="5340092"/>
                </a:lnTo>
                <a:lnTo>
                  <a:pt x="3191955" y="5587019"/>
                </a:lnTo>
                <a:lnTo>
                  <a:pt x="3191955" y="5867970"/>
                </a:lnTo>
                <a:lnTo>
                  <a:pt x="3192504" y="5867970"/>
                </a:lnTo>
                <a:cubicBezTo>
                  <a:pt x="3183176" y="5869067"/>
                  <a:pt x="3176042" y="5876749"/>
                  <a:pt x="3176042" y="5886626"/>
                </a:cubicBezTo>
                <a:cubicBezTo>
                  <a:pt x="3176042" y="5896503"/>
                  <a:pt x="3184273" y="5905282"/>
                  <a:pt x="3194699" y="5905282"/>
                </a:cubicBezTo>
                <a:cubicBezTo>
                  <a:pt x="3205125" y="5905282"/>
                  <a:pt x="3213356" y="5897052"/>
                  <a:pt x="3213356" y="5886626"/>
                </a:cubicBezTo>
                <a:cubicBezTo>
                  <a:pt x="3213356" y="5876201"/>
                  <a:pt x="3206222" y="5869067"/>
                  <a:pt x="3196894" y="5867970"/>
                </a:cubicBezTo>
                <a:lnTo>
                  <a:pt x="3196894" y="5588666"/>
                </a:lnTo>
                <a:lnTo>
                  <a:pt x="3441079" y="5344482"/>
                </a:lnTo>
                <a:lnTo>
                  <a:pt x="3795558" y="5344482"/>
                </a:lnTo>
                <a:cubicBezTo>
                  <a:pt x="3796655" y="5353810"/>
                  <a:pt x="3804337" y="5360944"/>
                  <a:pt x="3814214" y="5360944"/>
                </a:cubicBezTo>
                <a:cubicBezTo>
                  <a:pt x="3824092" y="5360944"/>
                  <a:pt x="3832872" y="5352712"/>
                  <a:pt x="3832872" y="5342287"/>
                </a:cubicBezTo>
                <a:cubicBezTo>
                  <a:pt x="3832872" y="5331861"/>
                  <a:pt x="3824641" y="5323629"/>
                  <a:pt x="3814214" y="5323629"/>
                </a:cubicBezTo>
                <a:close/>
                <a:moveTo>
                  <a:pt x="13100904" y="5298390"/>
                </a:moveTo>
                <a:cubicBezTo>
                  <a:pt x="13091026" y="5298390"/>
                  <a:pt x="13082246" y="5306621"/>
                  <a:pt x="13082246" y="5317047"/>
                </a:cubicBezTo>
                <a:cubicBezTo>
                  <a:pt x="13082246" y="5327473"/>
                  <a:pt x="13090478" y="5335704"/>
                  <a:pt x="13100904" y="5335704"/>
                </a:cubicBezTo>
                <a:cubicBezTo>
                  <a:pt x="13110232" y="5335704"/>
                  <a:pt x="13118463" y="5328570"/>
                  <a:pt x="13119561" y="5319242"/>
                </a:cubicBezTo>
                <a:lnTo>
                  <a:pt x="14531440" y="5319242"/>
                </a:lnTo>
                <a:lnTo>
                  <a:pt x="14688925" y="5476728"/>
                </a:lnTo>
                <a:lnTo>
                  <a:pt x="14689474" y="5476728"/>
                </a:lnTo>
                <a:cubicBezTo>
                  <a:pt x="14689474" y="5477276"/>
                  <a:pt x="15652493" y="5477276"/>
                  <a:pt x="15652493" y="5477276"/>
                </a:cubicBezTo>
                <a:cubicBezTo>
                  <a:pt x="15653591" y="5486604"/>
                  <a:pt x="15661273" y="5493738"/>
                  <a:pt x="15671150" y="5493738"/>
                </a:cubicBezTo>
                <a:cubicBezTo>
                  <a:pt x="15681028" y="5493738"/>
                  <a:pt x="15689808" y="5485507"/>
                  <a:pt x="15689808" y="5475081"/>
                </a:cubicBezTo>
                <a:cubicBezTo>
                  <a:pt x="15689808" y="5464655"/>
                  <a:pt x="15681576" y="5456424"/>
                  <a:pt x="15671150" y="5456424"/>
                </a:cubicBezTo>
                <a:cubicBezTo>
                  <a:pt x="15660725" y="5456424"/>
                  <a:pt x="15653591" y="5463558"/>
                  <a:pt x="15652493" y="5472886"/>
                </a:cubicBezTo>
                <a:lnTo>
                  <a:pt x="14691668" y="5472886"/>
                </a:lnTo>
                <a:lnTo>
                  <a:pt x="14534184" y="5315401"/>
                </a:lnTo>
                <a:lnTo>
                  <a:pt x="14533634" y="5315401"/>
                </a:lnTo>
                <a:cubicBezTo>
                  <a:pt x="14533634" y="5314853"/>
                  <a:pt x="13119561" y="5314853"/>
                  <a:pt x="13119561" y="5314853"/>
                </a:cubicBezTo>
                <a:cubicBezTo>
                  <a:pt x="13118463" y="5305524"/>
                  <a:pt x="13110781" y="5298390"/>
                  <a:pt x="13100904" y="5298390"/>
                </a:cubicBezTo>
                <a:close/>
                <a:moveTo>
                  <a:pt x="2501654" y="5222666"/>
                </a:moveTo>
                <a:cubicBezTo>
                  <a:pt x="2491228" y="5222666"/>
                  <a:pt x="2484096" y="5229799"/>
                  <a:pt x="2482998" y="5239127"/>
                </a:cubicBezTo>
                <a:lnTo>
                  <a:pt x="1538086" y="5239127"/>
                </a:lnTo>
                <a:lnTo>
                  <a:pt x="1012404" y="5764810"/>
                </a:lnTo>
                <a:lnTo>
                  <a:pt x="373684" y="5764810"/>
                </a:lnTo>
                <a:cubicBezTo>
                  <a:pt x="372586" y="5755482"/>
                  <a:pt x="364904" y="5748348"/>
                  <a:pt x="355028" y="5748348"/>
                </a:cubicBezTo>
                <a:cubicBezTo>
                  <a:pt x="345150" y="5748348"/>
                  <a:pt x="336370" y="5756579"/>
                  <a:pt x="336370" y="5767005"/>
                </a:cubicBezTo>
                <a:cubicBezTo>
                  <a:pt x="336370" y="5777431"/>
                  <a:pt x="344602" y="5785662"/>
                  <a:pt x="355028" y="5785662"/>
                </a:cubicBezTo>
                <a:cubicBezTo>
                  <a:pt x="365452" y="5785662"/>
                  <a:pt x="372586" y="5778528"/>
                  <a:pt x="373684" y="5769200"/>
                </a:cubicBezTo>
                <a:lnTo>
                  <a:pt x="1014600" y="5769200"/>
                </a:lnTo>
                <a:lnTo>
                  <a:pt x="1540282" y="5243518"/>
                </a:lnTo>
                <a:lnTo>
                  <a:pt x="2482998" y="5243518"/>
                </a:lnTo>
                <a:cubicBezTo>
                  <a:pt x="2484096" y="5252846"/>
                  <a:pt x="2491778" y="5259979"/>
                  <a:pt x="2501654" y="5259979"/>
                </a:cubicBezTo>
                <a:cubicBezTo>
                  <a:pt x="2511532" y="5259979"/>
                  <a:pt x="2520311" y="5251748"/>
                  <a:pt x="2520311" y="5241322"/>
                </a:cubicBezTo>
                <a:cubicBezTo>
                  <a:pt x="2520311" y="5230896"/>
                  <a:pt x="2512080" y="5222666"/>
                  <a:pt x="2501654" y="5222666"/>
                </a:cubicBezTo>
                <a:close/>
                <a:moveTo>
                  <a:pt x="6731258" y="5216629"/>
                </a:moveTo>
                <a:lnTo>
                  <a:pt x="6337270" y="5216629"/>
                </a:lnTo>
                <a:lnTo>
                  <a:pt x="5447780" y="6106119"/>
                </a:lnTo>
                <a:lnTo>
                  <a:pt x="5184390" y="6106119"/>
                </a:lnTo>
                <a:lnTo>
                  <a:pt x="4126990" y="7163520"/>
                </a:lnTo>
                <a:cubicBezTo>
                  <a:pt x="4119856" y="7158033"/>
                  <a:pt x="4108882" y="7158582"/>
                  <a:pt x="4102298" y="7165166"/>
                </a:cubicBezTo>
                <a:cubicBezTo>
                  <a:pt x="4095164" y="7172299"/>
                  <a:pt x="4095164" y="7184371"/>
                  <a:pt x="4102298" y="7191505"/>
                </a:cubicBezTo>
                <a:cubicBezTo>
                  <a:pt x="4109431" y="7198639"/>
                  <a:pt x="4121503" y="7198639"/>
                  <a:pt x="4128636" y="7191505"/>
                </a:cubicBezTo>
                <a:cubicBezTo>
                  <a:pt x="4135222" y="7184921"/>
                  <a:pt x="4135770" y="7174495"/>
                  <a:pt x="4130282" y="7166813"/>
                </a:cubicBezTo>
                <a:lnTo>
                  <a:pt x="5186586" y="6110509"/>
                </a:lnTo>
                <a:lnTo>
                  <a:pt x="5449976" y="6110509"/>
                </a:lnTo>
                <a:lnTo>
                  <a:pt x="6338917" y="5221568"/>
                </a:lnTo>
                <a:lnTo>
                  <a:pt x="6338916" y="5221568"/>
                </a:lnTo>
                <a:lnTo>
                  <a:pt x="6339465" y="5221020"/>
                </a:lnTo>
                <a:lnTo>
                  <a:pt x="6338917" y="5221568"/>
                </a:lnTo>
                <a:lnTo>
                  <a:pt x="6731258" y="5221568"/>
                </a:lnTo>
                <a:close/>
                <a:moveTo>
                  <a:pt x="5903774" y="5215121"/>
                </a:moveTo>
                <a:cubicBezTo>
                  <a:pt x="5898973" y="5215121"/>
                  <a:pt x="5894171" y="5216904"/>
                  <a:pt x="5890605" y="5220470"/>
                </a:cubicBezTo>
                <a:cubicBezTo>
                  <a:pt x="5884020" y="5227055"/>
                  <a:pt x="5883472" y="5237481"/>
                  <a:pt x="5888960" y="5245164"/>
                </a:cubicBezTo>
                <a:lnTo>
                  <a:pt x="5719401" y="5414721"/>
                </a:lnTo>
                <a:lnTo>
                  <a:pt x="5389616" y="5414721"/>
                </a:lnTo>
                <a:lnTo>
                  <a:pt x="5283162" y="5308268"/>
                </a:lnTo>
                <a:lnTo>
                  <a:pt x="5282613" y="5308268"/>
                </a:lnTo>
                <a:cubicBezTo>
                  <a:pt x="5282613" y="5307719"/>
                  <a:pt x="4879298" y="5307719"/>
                  <a:pt x="4879298" y="5307719"/>
                </a:cubicBezTo>
                <a:lnTo>
                  <a:pt x="3998039" y="6188977"/>
                </a:lnTo>
                <a:lnTo>
                  <a:pt x="3354380" y="6188977"/>
                </a:lnTo>
                <a:cubicBezTo>
                  <a:pt x="3353282" y="6179649"/>
                  <a:pt x="3345600" y="6172516"/>
                  <a:pt x="3335723" y="6172516"/>
                </a:cubicBezTo>
                <a:cubicBezTo>
                  <a:pt x="3325846" y="6172516"/>
                  <a:pt x="3317066" y="6180747"/>
                  <a:pt x="3317066" y="6191172"/>
                </a:cubicBezTo>
                <a:cubicBezTo>
                  <a:pt x="3317066" y="6201598"/>
                  <a:pt x="3325297" y="6209829"/>
                  <a:pt x="3335723" y="6209829"/>
                </a:cubicBezTo>
                <a:cubicBezTo>
                  <a:pt x="3346149" y="6209829"/>
                  <a:pt x="3353282" y="6202696"/>
                  <a:pt x="3354380" y="6193367"/>
                </a:cubicBezTo>
                <a:lnTo>
                  <a:pt x="4000233" y="6193367"/>
                </a:lnTo>
                <a:lnTo>
                  <a:pt x="4881492" y="5312109"/>
                </a:lnTo>
                <a:lnTo>
                  <a:pt x="5280967" y="5312109"/>
                </a:lnTo>
                <a:lnTo>
                  <a:pt x="5387420" y="5418562"/>
                </a:lnTo>
                <a:lnTo>
                  <a:pt x="5387969" y="5418562"/>
                </a:lnTo>
                <a:cubicBezTo>
                  <a:pt x="5387969" y="5419110"/>
                  <a:pt x="5721596" y="5419110"/>
                  <a:pt x="5721596" y="5419110"/>
                </a:cubicBezTo>
                <a:lnTo>
                  <a:pt x="5892251" y="5248456"/>
                </a:lnTo>
                <a:lnTo>
                  <a:pt x="5892251" y="5248456"/>
                </a:lnTo>
                <a:lnTo>
                  <a:pt x="5892800" y="5247907"/>
                </a:lnTo>
                <a:lnTo>
                  <a:pt x="5892251" y="5248456"/>
                </a:lnTo>
                <a:lnTo>
                  <a:pt x="5904803" y="5252160"/>
                </a:lnTo>
                <a:cubicBezTo>
                  <a:pt x="5909261" y="5251885"/>
                  <a:pt x="5913651" y="5250102"/>
                  <a:pt x="5916944" y="5246809"/>
                </a:cubicBezTo>
                <a:cubicBezTo>
                  <a:pt x="5924078" y="5239677"/>
                  <a:pt x="5924078" y="5227604"/>
                  <a:pt x="5916944" y="5220470"/>
                </a:cubicBezTo>
                <a:cubicBezTo>
                  <a:pt x="5913377" y="5216904"/>
                  <a:pt x="5908575" y="5215121"/>
                  <a:pt x="5903774" y="5215121"/>
                </a:cubicBezTo>
                <a:close/>
                <a:moveTo>
                  <a:pt x="14162694" y="5037332"/>
                </a:moveTo>
                <a:cubicBezTo>
                  <a:pt x="14157892" y="5037332"/>
                  <a:pt x="14153091" y="5039115"/>
                  <a:pt x="14149524" y="5042682"/>
                </a:cubicBezTo>
                <a:cubicBezTo>
                  <a:pt x="14142392" y="5049816"/>
                  <a:pt x="14142392" y="5061888"/>
                  <a:pt x="14149524" y="5069021"/>
                </a:cubicBezTo>
                <a:cubicBezTo>
                  <a:pt x="14156110" y="5075606"/>
                  <a:pt x="14166535" y="5076155"/>
                  <a:pt x="14174217" y="5070668"/>
                </a:cubicBezTo>
                <a:lnTo>
                  <a:pt x="14224152" y="5120602"/>
                </a:lnTo>
                <a:lnTo>
                  <a:pt x="14224701" y="5120602"/>
                </a:lnTo>
                <a:cubicBezTo>
                  <a:pt x="14224701" y="5121151"/>
                  <a:pt x="15006090" y="5121151"/>
                  <a:pt x="15006090" y="5121151"/>
                </a:cubicBezTo>
                <a:lnTo>
                  <a:pt x="15196500" y="5311560"/>
                </a:lnTo>
                <a:lnTo>
                  <a:pt x="15197048" y="5311560"/>
                </a:lnTo>
                <a:cubicBezTo>
                  <a:pt x="15197048" y="5312109"/>
                  <a:pt x="15565794" y="5312109"/>
                  <a:pt x="15565794" y="5312109"/>
                </a:cubicBezTo>
                <a:cubicBezTo>
                  <a:pt x="15566891" y="5321437"/>
                  <a:pt x="15574575" y="5328570"/>
                  <a:pt x="15584450" y="5328570"/>
                </a:cubicBezTo>
                <a:cubicBezTo>
                  <a:pt x="15594328" y="5328570"/>
                  <a:pt x="15603108" y="5320339"/>
                  <a:pt x="15603108" y="5309913"/>
                </a:cubicBezTo>
                <a:cubicBezTo>
                  <a:pt x="15603108" y="5299488"/>
                  <a:pt x="15594877" y="5291257"/>
                  <a:pt x="15584450" y="5291257"/>
                </a:cubicBezTo>
                <a:cubicBezTo>
                  <a:pt x="15574025" y="5291257"/>
                  <a:pt x="15566891" y="5298390"/>
                  <a:pt x="15565794" y="5307719"/>
                </a:cubicBezTo>
                <a:lnTo>
                  <a:pt x="15199243" y="5307719"/>
                </a:lnTo>
                <a:lnTo>
                  <a:pt x="15008834" y="5117310"/>
                </a:lnTo>
                <a:lnTo>
                  <a:pt x="15008285" y="5117310"/>
                </a:lnTo>
                <a:cubicBezTo>
                  <a:pt x="15008285" y="5116761"/>
                  <a:pt x="14226895" y="5116761"/>
                  <a:pt x="14226895" y="5116761"/>
                </a:cubicBezTo>
                <a:lnTo>
                  <a:pt x="14177510" y="5067376"/>
                </a:lnTo>
                <a:cubicBezTo>
                  <a:pt x="14182998" y="5060242"/>
                  <a:pt x="14182448" y="5049267"/>
                  <a:pt x="14175863" y="5042682"/>
                </a:cubicBezTo>
                <a:cubicBezTo>
                  <a:pt x="14172296" y="5039115"/>
                  <a:pt x="14167495" y="5037332"/>
                  <a:pt x="14162694" y="5037332"/>
                </a:cubicBezTo>
                <a:close/>
                <a:moveTo>
                  <a:pt x="6701626" y="4985066"/>
                </a:moveTo>
                <a:lnTo>
                  <a:pt x="6314773" y="4985066"/>
                </a:lnTo>
                <a:lnTo>
                  <a:pt x="5641482" y="5658905"/>
                </a:lnTo>
                <a:lnTo>
                  <a:pt x="4869421" y="5658905"/>
                </a:lnTo>
                <a:lnTo>
                  <a:pt x="3998039" y="6530287"/>
                </a:lnTo>
                <a:lnTo>
                  <a:pt x="3561250" y="6530287"/>
                </a:lnTo>
                <a:cubicBezTo>
                  <a:pt x="3560152" y="6520958"/>
                  <a:pt x="3552471" y="6513825"/>
                  <a:pt x="3542594" y="6513825"/>
                </a:cubicBezTo>
                <a:cubicBezTo>
                  <a:pt x="3532716" y="6513825"/>
                  <a:pt x="3523937" y="6522055"/>
                  <a:pt x="3523937" y="6532481"/>
                </a:cubicBezTo>
                <a:cubicBezTo>
                  <a:pt x="3523937" y="6542908"/>
                  <a:pt x="3532168" y="6551138"/>
                  <a:pt x="3542594" y="6551138"/>
                </a:cubicBezTo>
                <a:cubicBezTo>
                  <a:pt x="3553020" y="6551138"/>
                  <a:pt x="3560152" y="6544005"/>
                  <a:pt x="3561250" y="6534677"/>
                </a:cubicBezTo>
                <a:lnTo>
                  <a:pt x="4000233" y="6534677"/>
                </a:lnTo>
                <a:lnTo>
                  <a:pt x="4871615" y="5663295"/>
                </a:lnTo>
                <a:lnTo>
                  <a:pt x="5643678" y="5663295"/>
                </a:lnTo>
                <a:lnTo>
                  <a:pt x="5643678" y="5663843"/>
                </a:lnTo>
                <a:lnTo>
                  <a:pt x="6316967" y="4990004"/>
                </a:lnTo>
                <a:lnTo>
                  <a:pt x="6701626" y="4990004"/>
                </a:lnTo>
                <a:close/>
                <a:moveTo>
                  <a:pt x="8990924" y="4884100"/>
                </a:moveTo>
                <a:lnTo>
                  <a:pt x="8990924" y="4889039"/>
                </a:lnTo>
                <a:lnTo>
                  <a:pt x="10502123" y="4889039"/>
                </a:lnTo>
                <a:lnTo>
                  <a:pt x="10710640" y="5097556"/>
                </a:lnTo>
                <a:lnTo>
                  <a:pt x="10711189" y="5097556"/>
                </a:lnTo>
                <a:cubicBezTo>
                  <a:pt x="10711189" y="5098104"/>
                  <a:pt x="11067314" y="5098104"/>
                  <a:pt x="11067314" y="5098104"/>
                </a:cubicBezTo>
                <a:lnTo>
                  <a:pt x="11665978" y="5696767"/>
                </a:lnTo>
                <a:lnTo>
                  <a:pt x="11666525" y="5696767"/>
                </a:lnTo>
                <a:lnTo>
                  <a:pt x="12664664" y="5696767"/>
                </a:lnTo>
                <a:cubicBezTo>
                  <a:pt x="12665761" y="5706096"/>
                  <a:pt x="12673443" y="5713229"/>
                  <a:pt x="12683321" y="5713229"/>
                </a:cubicBezTo>
                <a:cubicBezTo>
                  <a:pt x="12693198" y="5713229"/>
                  <a:pt x="12701979" y="5704998"/>
                  <a:pt x="12701979" y="5694572"/>
                </a:cubicBezTo>
                <a:cubicBezTo>
                  <a:pt x="12701979" y="5684147"/>
                  <a:pt x="12693747" y="5675916"/>
                  <a:pt x="12683321" y="5675916"/>
                </a:cubicBezTo>
                <a:cubicBezTo>
                  <a:pt x="12672896" y="5675916"/>
                  <a:pt x="12665761" y="5683049"/>
                  <a:pt x="12664664" y="5692378"/>
                </a:cubicBezTo>
                <a:lnTo>
                  <a:pt x="11668172" y="5692378"/>
                </a:lnTo>
                <a:lnTo>
                  <a:pt x="11069509" y="5093715"/>
                </a:lnTo>
                <a:lnTo>
                  <a:pt x="11068960" y="5093715"/>
                </a:lnTo>
                <a:cubicBezTo>
                  <a:pt x="11068960" y="5093165"/>
                  <a:pt x="10712835" y="5093165"/>
                  <a:pt x="10712835" y="5093165"/>
                </a:cubicBezTo>
                <a:lnTo>
                  <a:pt x="10504318" y="4884648"/>
                </a:lnTo>
                <a:lnTo>
                  <a:pt x="10503770" y="4884648"/>
                </a:lnTo>
                <a:cubicBezTo>
                  <a:pt x="10503770" y="4884100"/>
                  <a:pt x="8990924" y="4884100"/>
                  <a:pt x="8990924" y="4884100"/>
                </a:cubicBezTo>
                <a:close/>
                <a:moveTo>
                  <a:pt x="6691750" y="4867090"/>
                </a:moveTo>
                <a:lnTo>
                  <a:pt x="6359219" y="4867090"/>
                </a:lnTo>
                <a:lnTo>
                  <a:pt x="6139180" y="5087130"/>
                </a:lnTo>
                <a:lnTo>
                  <a:pt x="4979166" y="5087130"/>
                </a:lnTo>
                <a:lnTo>
                  <a:pt x="4126441" y="5939855"/>
                </a:lnTo>
                <a:lnTo>
                  <a:pt x="3354380" y="5939855"/>
                </a:lnTo>
                <a:cubicBezTo>
                  <a:pt x="3353282" y="5930526"/>
                  <a:pt x="3345600" y="5923392"/>
                  <a:pt x="3335723" y="5923392"/>
                </a:cubicBezTo>
                <a:cubicBezTo>
                  <a:pt x="3325846" y="5923392"/>
                  <a:pt x="3317066" y="5931624"/>
                  <a:pt x="3317066" y="5942050"/>
                </a:cubicBezTo>
                <a:cubicBezTo>
                  <a:pt x="3317066" y="5952475"/>
                  <a:pt x="3325297" y="5960706"/>
                  <a:pt x="3335723" y="5960706"/>
                </a:cubicBezTo>
                <a:cubicBezTo>
                  <a:pt x="3346149" y="5960706"/>
                  <a:pt x="3353282" y="5953572"/>
                  <a:pt x="3354380" y="5944244"/>
                </a:cubicBezTo>
                <a:lnTo>
                  <a:pt x="4128636" y="5944244"/>
                </a:lnTo>
                <a:lnTo>
                  <a:pt x="4981361" y="5091519"/>
                </a:lnTo>
                <a:lnTo>
                  <a:pt x="6141374" y="5091519"/>
                </a:lnTo>
                <a:lnTo>
                  <a:pt x="6361414" y="4871479"/>
                </a:lnTo>
                <a:lnTo>
                  <a:pt x="6360866" y="4872028"/>
                </a:lnTo>
                <a:lnTo>
                  <a:pt x="6691750" y="4872028"/>
                </a:lnTo>
                <a:close/>
                <a:moveTo>
                  <a:pt x="11528247" y="4844729"/>
                </a:moveTo>
                <a:cubicBezTo>
                  <a:pt x="11523446" y="4844729"/>
                  <a:pt x="11518644" y="4846512"/>
                  <a:pt x="11515077" y="4850079"/>
                </a:cubicBezTo>
                <a:cubicBezTo>
                  <a:pt x="11507944" y="4857212"/>
                  <a:pt x="11507944" y="4869284"/>
                  <a:pt x="11515077" y="4876418"/>
                </a:cubicBezTo>
                <a:cubicBezTo>
                  <a:pt x="11521661" y="4883003"/>
                  <a:pt x="11532088" y="4883551"/>
                  <a:pt x="11539770" y="4878064"/>
                </a:cubicBezTo>
                <a:lnTo>
                  <a:pt x="11636345" y="4974640"/>
                </a:lnTo>
                <a:lnTo>
                  <a:pt x="11636345" y="5197973"/>
                </a:lnTo>
                <a:lnTo>
                  <a:pt x="11880530" y="5442157"/>
                </a:lnTo>
                <a:lnTo>
                  <a:pt x="11881079" y="5442157"/>
                </a:lnTo>
                <a:cubicBezTo>
                  <a:pt x="11881079" y="5442705"/>
                  <a:pt x="13668290" y="5442705"/>
                  <a:pt x="13668290" y="5442705"/>
                </a:cubicBezTo>
                <a:lnTo>
                  <a:pt x="13953628" y="5728046"/>
                </a:lnTo>
                <a:lnTo>
                  <a:pt x="13954178" y="5728046"/>
                </a:lnTo>
                <a:cubicBezTo>
                  <a:pt x="13954178" y="5728594"/>
                  <a:pt x="15683771" y="5728594"/>
                  <a:pt x="15683771" y="5728594"/>
                </a:cubicBezTo>
                <a:cubicBezTo>
                  <a:pt x="15684868" y="5737922"/>
                  <a:pt x="15692551" y="5745056"/>
                  <a:pt x="15702428" y="5745056"/>
                </a:cubicBezTo>
                <a:lnTo>
                  <a:pt x="15702428" y="5744507"/>
                </a:lnTo>
                <a:cubicBezTo>
                  <a:pt x="15712854" y="5744507"/>
                  <a:pt x="15721085" y="5736276"/>
                  <a:pt x="15721085" y="5725850"/>
                </a:cubicBezTo>
                <a:cubicBezTo>
                  <a:pt x="15721085" y="5715424"/>
                  <a:pt x="15712854" y="5707193"/>
                  <a:pt x="15702428" y="5707193"/>
                </a:cubicBezTo>
                <a:cubicBezTo>
                  <a:pt x="15692002" y="5707193"/>
                  <a:pt x="15684868" y="5714327"/>
                  <a:pt x="15683771" y="5723655"/>
                </a:cubicBezTo>
                <a:lnTo>
                  <a:pt x="13955824" y="5723655"/>
                </a:lnTo>
                <a:lnTo>
                  <a:pt x="13670485" y="5438316"/>
                </a:lnTo>
                <a:lnTo>
                  <a:pt x="13669935" y="5438316"/>
                </a:lnTo>
                <a:cubicBezTo>
                  <a:pt x="13669935" y="5437767"/>
                  <a:pt x="11882726" y="5437767"/>
                  <a:pt x="11882726" y="5437767"/>
                </a:cubicBezTo>
                <a:lnTo>
                  <a:pt x="11640736" y="5195778"/>
                </a:lnTo>
                <a:lnTo>
                  <a:pt x="11640736" y="4972445"/>
                </a:lnTo>
                <a:lnTo>
                  <a:pt x="11543061" y="4874772"/>
                </a:lnTo>
                <a:cubicBezTo>
                  <a:pt x="11548549" y="4867638"/>
                  <a:pt x="11548001" y="4856664"/>
                  <a:pt x="11541416" y="4850079"/>
                </a:cubicBezTo>
                <a:cubicBezTo>
                  <a:pt x="11537849" y="4846512"/>
                  <a:pt x="11533048" y="4844729"/>
                  <a:pt x="11528247" y="4844729"/>
                </a:cubicBezTo>
                <a:close/>
                <a:moveTo>
                  <a:pt x="3694591" y="4724420"/>
                </a:moveTo>
                <a:cubicBezTo>
                  <a:pt x="3684166" y="4724420"/>
                  <a:pt x="3677032" y="4731554"/>
                  <a:pt x="3675934" y="4740882"/>
                </a:cubicBezTo>
                <a:lnTo>
                  <a:pt x="2397397" y="4740882"/>
                </a:lnTo>
                <a:lnTo>
                  <a:pt x="2225096" y="4913183"/>
                </a:lnTo>
                <a:cubicBezTo>
                  <a:pt x="2217962" y="4907695"/>
                  <a:pt x="2206987" y="4908244"/>
                  <a:pt x="2200402" y="4914828"/>
                </a:cubicBezTo>
                <a:cubicBezTo>
                  <a:pt x="2193269" y="4921962"/>
                  <a:pt x="2193269" y="4934034"/>
                  <a:pt x="2200402" y="4941167"/>
                </a:cubicBezTo>
                <a:cubicBezTo>
                  <a:pt x="2207536" y="4948301"/>
                  <a:pt x="2219608" y="4948301"/>
                  <a:pt x="2226741" y="4941167"/>
                </a:cubicBezTo>
                <a:cubicBezTo>
                  <a:pt x="2233326" y="4934583"/>
                  <a:pt x="2233875" y="4924157"/>
                  <a:pt x="2228388" y="4916475"/>
                </a:cubicBezTo>
                <a:lnTo>
                  <a:pt x="2399591" y="4745271"/>
                </a:lnTo>
                <a:lnTo>
                  <a:pt x="3675934" y="4745271"/>
                </a:lnTo>
                <a:cubicBezTo>
                  <a:pt x="3677032" y="4754600"/>
                  <a:pt x="3684715" y="4761734"/>
                  <a:pt x="3694591" y="4761734"/>
                </a:cubicBezTo>
                <a:cubicBezTo>
                  <a:pt x="3704469" y="4761734"/>
                  <a:pt x="3713248" y="4753502"/>
                  <a:pt x="3713248" y="4743076"/>
                </a:cubicBezTo>
                <a:cubicBezTo>
                  <a:pt x="3713248" y="4732651"/>
                  <a:pt x="3705018" y="4724420"/>
                  <a:pt x="3694591" y="4724420"/>
                </a:cubicBezTo>
                <a:close/>
                <a:moveTo>
                  <a:pt x="8991472" y="4634977"/>
                </a:moveTo>
                <a:lnTo>
                  <a:pt x="8991472" y="4639915"/>
                </a:lnTo>
                <a:lnTo>
                  <a:pt x="10625039" y="4639915"/>
                </a:lnTo>
                <a:lnTo>
                  <a:pt x="10771549" y="4786426"/>
                </a:lnTo>
                <a:lnTo>
                  <a:pt x="10772098" y="4786426"/>
                </a:lnTo>
                <a:cubicBezTo>
                  <a:pt x="10772098" y="4786975"/>
                  <a:pt x="11577632" y="4786975"/>
                  <a:pt x="11577632" y="4786975"/>
                </a:cubicBezTo>
                <a:lnTo>
                  <a:pt x="12118130" y="5327473"/>
                </a:lnTo>
                <a:lnTo>
                  <a:pt x="12118679" y="5327473"/>
                </a:lnTo>
                <a:cubicBezTo>
                  <a:pt x="12118679" y="5328022"/>
                  <a:pt x="12693747" y="5328022"/>
                  <a:pt x="12693747" y="5328022"/>
                </a:cubicBezTo>
                <a:cubicBezTo>
                  <a:pt x="12694844" y="5337349"/>
                  <a:pt x="12702526" y="5344484"/>
                  <a:pt x="12712404" y="5344484"/>
                </a:cubicBezTo>
                <a:cubicBezTo>
                  <a:pt x="12722281" y="5344484"/>
                  <a:pt x="12731060" y="5336252"/>
                  <a:pt x="12731060" y="5325826"/>
                </a:cubicBezTo>
                <a:cubicBezTo>
                  <a:pt x="12731060" y="5315401"/>
                  <a:pt x="12722829" y="5307169"/>
                  <a:pt x="12712404" y="5307169"/>
                </a:cubicBezTo>
                <a:cubicBezTo>
                  <a:pt x="12701979" y="5307169"/>
                  <a:pt x="12694844" y="5314304"/>
                  <a:pt x="12693747" y="5323632"/>
                </a:cubicBezTo>
                <a:lnTo>
                  <a:pt x="12693198" y="5323083"/>
                </a:lnTo>
                <a:lnTo>
                  <a:pt x="12120326" y="5323083"/>
                </a:lnTo>
                <a:lnTo>
                  <a:pt x="11579827" y="4782585"/>
                </a:lnTo>
                <a:lnTo>
                  <a:pt x="11579279" y="4782585"/>
                </a:lnTo>
                <a:cubicBezTo>
                  <a:pt x="11579279" y="4782036"/>
                  <a:pt x="10773744" y="4782036"/>
                  <a:pt x="10773744" y="4782036"/>
                </a:cubicBezTo>
                <a:lnTo>
                  <a:pt x="10627234" y="4635526"/>
                </a:lnTo>
                <a:lnTo>
                  <a:pt x="10626685" y="4635526"/>
                </a:lnTo>
                <a:cubicBezTo>
                  <a:pt x="10626685" y="4634977"/>
                  <a:pt x="8991472" y="4634977"/>
                  <a:pt x="8991472" y="4634977"/>
                </a:cubicBezTo>
                <a:close/>
                <a:moveTo>
                  <a:pt x="6695042" y="4618513"/>
                </a:moveTo>
                <a:cubicBezTo>
                  <a:pt x="6685714" y="4618513"/>
                  <a:pt x="6677482" y="4625647"/>
                  <a:pt x="6676386" y="4634975"/>
                </a:cubicBezTo>
                <a:lnTo>
                  <a:pt x="6045896" y="4634975"/>
                </a:lnTo>
                <a:lnTo>
                  <a:pt x="5800614" y="4880257"/>
                </a:lnTo>
                <a:lnTo>
                  <a:pt x="4406842" y="4880257"/>
                </a:lnTo>
                <a:lnTo>
                  <a:pt x="3872928" y="5414171"/>
                </a:lnTo>
                <a:lnTo>
                  <a:pt x="3545886" y="5414171"/>
                </a:lnTo>
                <a:lnTo>
                  <a:pt x="3275363" y="5684694"/>
                </a:lnTo>
                <a:lnTo>
                  <a:pt x="3275363" y="5867970"/>
                </a:lnTo>
                <a:cubicBezTo>
                  <a:pt x="3266034" y="5869067"/>
                  <a:pt x="3258900" y="5876749"/>
                  <a:pt x="3258900" y="5886626"/>
                </a:cubicBezTo>
                <a:cubicBezTo>
                  <a:pt x="3258900" y="5896503"/>
                  <a:pt x="3267131" y="5905282"/>
                  <a:pt x="3277557" y="5905282"/>
                </a:cubicBezTo>
                <a:cubicBezTo>
                  <a:pt x="3287983" y="5905282"/>
                  <a:pt x="3296214" y="5897052"/>
                  <a:pt x="3296214" y="5886626"/>
                </a:cubicBezTo>
                <a:cubicBezTo>
                  <a:pt x="3296214" y="5876201"/>
                  <a:pt x="3289080" y="5869067"/>
                  <a:pt x="3279752" y="5867970"/>
                </a:cubicBezTo>
                <a:lnTo>
                  <a:pt x="3279752" y="5686888"/>
                </a:lnTo>
                <a:lnTo>
                  <a:pt x="3546984" y="5419657"/>
                </a:lnTo>
                <a:lnTo>
                  <a:pt x="3874026" y="5419657"/>
                </a:lnTo>
                <a:lnTo>
                  <a:pt x="4407940" y="4885744"/>
                </a:lnTo>
                <a:lnTo>
                  <a:pt x="5801711" y="4885744"/>
                </a:lnTo>
                <a:lnTo>
                  <a:pt x="6046994" y="4640462"/>
                </a:lnTo>
                <a:lnTo>
                  <a:pt x="6675288" y="4640462"/>
                </a:lnTo>
                <a:cubicBezTo>
                  <a:pt x="6676386" y="4649790"/>
                  <a:pt x="6684068" y="4656924"/>
                  <a:pt x="6693944" y="4656924"/>
                </a:cubicBezTo>
                <a:cubicBezTo>
                  <a:pt x="6703822" y="4656924"/>
                  <a:pt x="6712601" y="4648693"/>
                  <a:pt x="6712601" y="4638267"/>
                </a:cubicBezTo>
                <a:cubicBezTo>
                  <a:pt x="6712601" y="4627842"/>
                  <a:pt x="6704370" y="4619610"/>
                  <a:pt x="6693944" y="4619610"/>
                </a:cubicBezTo>
                <a:close/>
                <a:moveTo>
                  <a:pt x="8991472" y="4523584"/>
                </a:moveTo>
                <a:lnTo>
                  <a:pt x="8991472" y="4528523"/>
                </a:lnTo>
                <a:lnTo>
                  <a:pt x="10888977" y="4528523"/>
                </a:lnTo>
                <a:lnTo>
                  <a:pt x="11054145" y="4693691"/>
                </a:lnTo>
                <a:lnTo>
                  <a:pt x="11054693" y="4693691"/>
                </a:lnTo>
                <a:cubicBezTo>
                  <a:pt x="11054693" y="4694240"/>
                  <a:pt x="12657531" y="4694240"/>
                  <a:pt x="12657531" y="4694240"/>
                </a:cubicBezTo>
                <a:lnTo>
                  <a:pt x="12816113" y="4852823"/>
                </a:lnTo>
                <a:lnTo>
                  <a:pt x="12816662" y="4852823"/>
                </a:lnTo>
                <a:lnTo>
                  <a:pt x="13567872" y="4852823"/>
                </a:lnTo>
                <a:cubicBezTo>
                  <a:pt x="13568970" y="4862151"/>
                  <a:pt x="13576651" y="4869284"/>
                  <a:pt x="13586529" y="4869284"/>
                </a:cubicBezTo>
                <a:cubicBezTo>
                  <a:pt x="13596406" y="4869284"/>
                  <a:pt x="13605186" y="4861053"/>
                  <a:pt x="13605186" y="4850627"/>
                </a:cubicBezTo>
                <a:cubicBezTo>
                  <a:pt x="13605186" y="4840201"/>
                  <a:pt x="13596955" y="4831970"/>
                  <a:pt x="13586529" y="4831970"/>
                </a:cubicBezTo>
                <a:cubicBezTo>
                  <a:pt x="13576103" y="4831970"/>
                  <a:pt x="13568970" y="4839104"/>
                  <a:pt x="13567872" y="4848433"/>
                </a:cubicBezTo>
                <a:lnTo>
                  <a:pt x="12818856" y="4848433"/>
                </a:lnTo>
                <a:lnTo>
                  <a:pt x="12660274" y="4689849"/>
                </a:lnTo>
                <a:lnTo>
                  <a:pt x="12659725" y="4689849"/>
                </a:lnTo>
                <a:cubicBezTo>
                  <a:pt x="12659725" y="4689301"/>
                  <a:pt x="11056888" y="4689301"/>
                  <a:pt x="11056888" y="4689301"/>
                </a:cubicBezTo>
                <a:lnTo>
                  <a:pt x="10891721" y="4524134"/>
                </a:lnTo>
                <a:lnTo>
                  <a:pt x="10891172" y="4524134"/>
                </a:lnTo>
                <a:cubicBezTo>
                  <a:pt x="10891172" y="4523584"/>
                  <a:pt x="8991472" y="4523584"/>
                  <a:pt x="8991472" y="4523584"/>
                </a:cubicBezTo>
                <a:close/>
                <a:moveTo>
                  <a:pt x="6703822" y="4402864"/>
                </a:moveTo>
                <a:lnTo>
                  <a:pt x="5683734" y="4402864"/>
                </a:lnTo>
                <a:lnTo>
                  <a:pt x="5552040" y="4534559"/>
                </a:lnTo>
                <a:lnTo>
                  <a:pt x="4131380" y="4534559"/>
                </a:lnTo>
                <a:lnTo>
                  <a:pt x="3723126" y="4942814"/>
                </a:lnTo>
                <a:lnTo>
                  <a:pt x="2970818" y="4942814"/>
                </a:lnTo>
                <a:lnTo>
                  <a:pt x="2818820" y="5094812"/>
                </a:lnTo>
                <a:lnTo>
                  <a:pt x="1509552" y="5094812"/>
                </a:lnTo>
                <a:lnTo>
                  <a:pt x="1163304" y="5441060"/>
                </a:lnTo>
                <a:lnTo>
                  <a:pt x="321006" y="5441060"/>
                </a:lnTo>
                <a:lnTo>
                  <a:pt x="59810" y="5702254"/>
                </a:lnTo>
                <a:cubicBezTo>
                  <a:pt x="52676" y="5696767"/>
                  <a:pt x="41702" y="5697316"/>
                  <a:pt x="35118" y="5703901"/>
                </a:cubicBezTo>
                <a:cubicBezTo>
                  <a:pt x="27984" y="5711035"/>
                  <a:pt x="27984" y="5723106"/>
                  <a:pt x="35118" y="5730240"/>
                </a:cubicBezTo>
                <a:cubicBezTo>
                  <a:pt x="42250" y="5737374"/>
                  <a:pt x="54324" y="5737374"/>
                  <a:pt x="61458" y="5730240"/>
                </a:cubicBezTo>
                <a:cubicBezTo>
                  <a:pt x="68590" y="5723106"/>
                  <a:pt x="68590" y="5713229"/>
                  <a:pt x="63102" y="5705547"/>
                </a:cubicBezTo>
                <a:lnTo>
                  <a:pt x="323200" y="5445449"/>
                </a:lnTo>
                <a:lnTo>
                  <a:pt x="1165500" y="5445449"/>
                </a:lnTo>
                <a:lnTo>
                  <a:pt x="1511748" y="5099201"/>
                </a:lnTo>
                <a:lnTo>
                  <a:pt x="2821015" y="5099201"/>
                </a:lnTo>
                <a:lnTo>
                  <a:pt x="2973012" y="4947204"/>
                </a:lnTo>
                <a:lnTo>
                  <a:pt x="3725320" y="4947204"/>
                </a:lnTo>
                <a:lnTo>
                  <a:pt x="3725320" y="4947752"/>
                </a:lnTo>
                <a:lnTo>
                  <a:pt x="4133575" y="4539498"/>
                </a:lnTo>
                <a:lnTo>
                  <a:pt x="5554234" y="4539498"/>
                </a:lnTo>
                <a:lnTo>
                  <a:pt x="5685930" y="4407804"/>
                </a:lnTo>
                <a:lnTo>
                  <a:pt x="6703822" y="4407804"/>
                </a:lnTo>
                <a:close/>
                <a:moveTo>
                  <a:pt x="2547199" y="4266779"/>
                </a:moveTo>
                <a:cubicBezTo>
                  <a:pt x="2536774" y="4266779"/>
                  <a:pt x="2529640" y="4273913"/>
                  <a:pt x="2528542" y="4283241"/>
                </a:cubicBezTo>
                <a:lnTo>
                  <a:pt x="2284358" y="4283241"/>
                </a:lnTo>
                <a:lnTo>
                  <a:pt x="1833302" y="4734845"/>
                </a:lnTo>
                <a:lnTo>
                  <a:pt x="518000" y="4734845"/>
                </a:lnTo>
                <a:lnTo>
                  <a:pt x="301800" y="4951045"/>
                </a:lnTo>
                <a:lnTo>
                  <a:pt x="47738" y="4951045"/>
                </a:lnTo>
                <a:cubicBezTo>
                  <a:pt x="46642" y="4941716"/>
                  <a:pt x="38960" y="4934583"/>
                  <a:pt x="29082" y="4934583"/>
                </a:cubicBezTo>
                <a:cubicBezTo>
                  <a:pt x="19204" y="4934583"/>
                  <a:pt x="10424" y="4942814"/>
                  <a:pt x="10424" y="4953239"/>
                </a:cubicBezTo>
                <a:cubicBezTo>
                  <a:pt x="10424" y="4963665"/>
                  <a:pt x="18656" y="4971896"/>
                  <a:pt x="29082" y="4971896"/>
                </a:cubicBezTo>
                <a:lnTo>
                  <a:pt x="29630" y="4971348"/>
                </a:lnTo>
                <a:cubicBezTo>
                  <a:pt x="38960" y="4971348"/>
                  <a:pt x="47190" y="4964214"/>
                  <a:pt x="48288" y="4954886"/>
                </a:cubicBezTo>
                <a:lnTo>
                  <a:pt x="303996" y="4954886"/>
                </a:lnTo>
                <a:lnTo>
                  <a:pt x="520194" y="4738686"/>
                </a:lnTo>
                <a:lnTo>
                  <a:pt x="1835498" y="4738686"/>
                </a:lnTo>
                <a:lnTo>
                  <a:pt x="2286553" y="4287631"/>
                </a:lnTo>
                <a:lnTo>
                  <a:pt x="2528542" y="4287631"/>
                </a:lnTo>
                <a:cubicBezTo>
                  <a:pt x="2529640" y="4296959"/>
                  <a:pt x="2537322" y="4304093"/>
                  <a:pt x="2547199" y="4304093"/>
                </a:cubicBezTo>
                <a:cubicBezTo>
                  <a:pt x="2557076" y="4304093"/>
                  <a:pt x="2565856" y="4295863"/>
                  <a:pt x="2565856" y="4285437"/>
                </a:cubicBezTo>
                <a:cubicBezTo>
                  <a:pt x="2565856" y="4275010"/>
                  <a:pt x="2557625" y="4266779"/>
                  <a:pt x="2547199" y="4266779"/>
                </a:cubicBezTo>
                <a:close/>
                <a:moveTo>
                  <a:pt x="42800" y="4115331"/>
                </a:moveTo>
                <a:cubicBezTo>
                  <a:pt x="32922" y="4115331"/>
                  <a:pt x="24144" y="4123561"/>
                  <a:pt x="24144" y="4133987"/>
                </a:cubicBezTo>
                <a:cubicBezTo>
                  <a:pt x="24144" y="4144413"/>
                  <a:pt x="32374" y="4152644"/>
                  <a:pt x="42800" y="4152644"/>
                </a:cubicBezTo>
                <a:cubicBezTo>
                  <a:pt x="52128" y="4152644"/>
                  <a:pt x="60360" y="4145511"/>
                  <a:pt x="61458" y="4136182"/>
                </a:cubicBezTo>
                <a:lnTo>
                  <a:pt x="351734" y="4136182"/>
                </a:lnTo>
                <a:lnTo>
                  <a:pt x="547630" y="4332078"/>
                </a:lnTo>
                <a:lnTo>
                  <a:pt x="1194034" y="4332078"/>
                </a:lnTo>
                <a:lnTo>
                  <a:pt x="1378955" y="4147157"/>
                </a:lnTo>
                <a:lnTo>
                  <a:pt x="2154310" y="4147157"/>
                </a:lnTo>
                <a:cubicBezTo>
                  <a:pt x="2155406" y="4156485"/>
                  <a:pt x="2163089" y="4163619"/>
                  <a:pt x="2172966" y="4163619"/>
                </a:cubicBezTo>
                <a:cubicBezTo>
                  <a:pt x="2182844" y="4163619"/>
                  <a:pt x="2191623" y="4155387"/>
                  <a:pt x="2191623" y="4144962"/>
                </a:cubicBezTo>
                <a:cubicBezTo>
                  <a:pt x="2191623" y="4134536"/>
                  <a:pt x="2183392" y="4126305"/>
                  <a:pt x="2172966" y="4126305"/>
                </a:cubicBezTo>
                <a:cubicBezTo>
                  <a:pt x="2162540" y="4126305"/>
                  <a:pt x="2155406" y="4133439"/>
                  <a:pt x="2154310" y="4142767"/>
                </a:cubicBezTo>
                <a:lnTo>
                  <a:pt x="1376760" y="4142767"/>
                </a:lnTo>
                <a:lnTo>
                  <a:pt x="1191838" y="4327689"/>
                </a:lnTo>
                <a:lnTo>
                  <a:pt x="549276" y="4327689"/>
                </a:lnTo>
                <a:lnTo>
                  <a:pt x="353380" y="4131792"/>
                </a:lnTo>
                <a:lnTo>
                  <a:pt x="61458" y="4131792"/>
                </a:lnTo>
                <a:cubicBezTo>
                  <a:pt x="60360" y="4122464"/>
                  <a:pt x="52676" y="4115331"/>
                  <a:pt x="42800" y="4115331"/>
                </a:cubicBezTo>
                <a:close/>
                <a:moveTo>
                  <a:pt x="15685417" y="3827248"/>
                </a:moveTo>
                <a:cubicBezTo>
                  <a:pt x="15674991" y="3827248"/>
                  <a:pt x="15667859" y="3834381"/>
                  <a:pt x="15666760" y="3843710"/>
                </a:cubicBezTo>
                <a:lnTo>
                  <a:pt x="15063708" y="3843710"/>
                </a:lnTo>
                <a:lnTo>
                  <a:pt x="14576985" y="4330432"/>
                </a:lnTo>
                <a:lnTo>
                  <a:pt x="14109469" y="4330432"/>
                </a:lnTo>
                <a:cubicBezTo>
                  <a:pt x="14108369" y="4321105"/>
                  <a:pt x="14100688" y="4313970"/>
                  <a:pt x="14090811" y="4313970"/>
                </a:cubicBezTo>
                <a:cubicBezTo>
                  <a:pt x="14080933" y="4313970"/>
                  <a:pt x="14072154" y="4322201"/>
                  <a:pt x="14072154" y="4332627"/>
                </a:cubicBezTo>
                <a:cubicBezTo>
                  <a:pt x="14072154" y="4343052"/>
                  <a:pt x="14080386" y="4351285"/>
                  <a:pt x="14090811" y="4351285"/>
                </a:cubicBezTo>
                <a:cubicBezTo>
                  <a:pt x="14101237" y="4351285"/>
                  <a:pt x="14108369" y="4344150"/>
                  <a:pt x="14109469" y="4334822"/>
                </a:cubicBezTo>
                <a:lnTo>
                  <a:pt x="14579180" y="4334822"/>
                </a:lnTo>
                <a:lnTo>
                  <a:pt x="15065902" y="3848100"/>
                </a:lnTo>
                <a:lnTo>
                  <a:pt x="15666760" y="3848100"/>
                </a:lnTo>
                <a:cubicBezTo>
                  <a:pt x="15667859" y="3857428"/>
                  <a:pt x="15675540" y="3864561"/>
                  <a:pt x="15685417" y="3864561"/>
                </a:cubicBezTo>
                <a:cubicBezTo>
                  <a:pt x="15695295" y="3864561"/>
                  <a:pt x="15704074" y="3856330"/>
                  <a:pt x="15704074" y="3845904"/>
                </a:cubicBezTo>
                <a:cubicBezTo>
                  <a:pt x="15704074" y="3835478"/>
                  <a:pt x="15695843" y="3827248"/>
                  <a:pt x="15685417" y="3827248"/>
                </a:cubicBezTo>
                <a:close/>
                <a:moveTo>
                  <a:pt x="77370" y="3732318"/>
                </a:moveTo>
                <a:cubicBezTo>
                  <a:pt x="67492" y="3732318"/>
                  <a:pt x="58714" y="3740549"/>
                  <a:pt x="58714" y="3750975"/>
                </a:cubicBezTo>
                <a:cubicBezTo>
                  <a:pt x="58714" y="3761401"/>
                  <a:pt x="66944" y="3769631"/>
                  <a:pt x="77370" y="3769631"/>
                </a:cubicBezTo>
                <a:cubicBezTo>
                  <a:pt x="87796" y="3769631"/>
                  <a:pt x="94928" y="3762498"/>
                  <a:pt x="96026" y="3753169"/>
                </a:cubicBezTo>
                <a:lnTo>
                  <a:pt x="340760" y="3753169"/>
                </a:lnTo>
                <a:lnTo>
                  <a:pt x="531168" y="3943578"/>
                </a:lnTo>
                <a:lnTo>
                  <a:pt x="2615241" y="3943578"/>
                </a:lnTo>
                <a:lnTo>
                  <a:pt x="2970818" y="4299155"/>
                </a:lnTo>
                <a:lnTo>
                  <a:pt x="2970818" y="4299703"/>
                </a:lnTo>
                <a:lnTo>
                  <a:pt x="3600210" y="4299703"/>
                </a:lnTo>
                <a:lnTo>
                  <a:pt x="3896524" y="4003390"/>
                </a:lnTo>
                <a:lnTo>
                  <a:pt x="4295998" y="4003390"/>
                </a:lnTo>
                <a:lnTo>
                  <a:pt x="4389282" y="4096674"/>
                </a:lnTo>
                <a:cubicBezTo>
                  <a:pt x="4383796" y="4103807"/>
                  <a:pt x="4384344" y="4114781"/>
                  <a:pt x="4390928" y="4121366"/>
                </a:cubicBezTo>
                <a:cubicBezTo>
                  <a:pt x="4398062" y="4128500"/>
                  <a:pt x="4410134" y="4128500"/>
                  <a:pt x="4417268" y="4121366"/>
                </a:cubicBezTo>
                <a:cubicBezTo>
                  <a:pt x="4424401" y="4114233"/>
                  <a:pt x="4424401" y="4102161"/>
                  <a:pt x="4417268" y="4095027"/>
                </a:cubicBezTo>
                <a:cubicBezTo>
                  <a:pt x="4410684" y="4088443"/>
                  <a:pt x="4400257" y="4087895"/>
                  <a:pt x="4392575" y="4093381"/>
                </a:cubicBezTo>
                <a:lnTo>
                  <a:pt x="4297645" y="3998450"/>
                </a:lnTo>
                <a:lnTo>
                  <a:pt x="3894328" y="3998450"/>
                </a:lnTo>
                <a:lnTo>
                  <a:pt x="3598016" y="4294765"/>
                </a:lnTo>
                <a:lnTo>
                  <a:pt x="2972464" y="4294765"/>
                </a:lnTo>
                <a:lnTo>
                  <a:pt x="2616888" y="3939189"/>
                </a:lnTo>
                <a:lnTo>
                  <a:pt x="533364" y="3939189"/>
                </a:lnTo>
                <a:lnTo>
                  <a:pt x="342954" y="3748779"/>
                </a:lnTo>
                <a:lnTo>
                  <a:pt x="96026" y="3748779"/>
                </a:lnTo>
                <a:cubicBezTo>
                  <a:pt x="94928" y="3739451"/>
                  <a:pt x="87246" y="3732318"/>
                  <a:pt x="77370" y="3732318"/>
                </a:cubicBezTo>
                <a:close/>
                <a:moveTo>
                  <a:pt x="15683771" y="3693357"/>
                </a:moveTo>
                <a:lnTo>
                  <a:pt x="15683222" y="3693357"/>
                </a:lnTo>
                <a:cubicBezTo>
                  <a:pt x="15673894" y="3693357"/>
                  <a:pt x="15665662" y="3700491"/>
                  <a:pt x="15664565" y="3709820"/>
                </a:cubicBezTo>
                <a:lnTo>
                  <a:pt x="14817329" y="3709820"/>
                </a:lnTo>
                <a:lnTo>
                  <a:pt x="14361884" y="4165265"/>
                </a:lnTo>
                <a:lnTo>
                  <a:pt x="12428711" y="4165265"/>
                </a:lnTo>
                <a:lnTo>
                  <a:pt x="12247081" y="4346894"/>
                </a:lnTo>
                <a:lnTo>
                  <a:pt x="11035488" y="4346894"/>
                </a:lnTo>
                <a:lnTo>
                  <a:pt x="10969092" y="4413290"/>
                </a:lnTo>
                <a:cubicBezTo>
                  <a:pt x="10961959" y="4407804"/>
                  <a:pt x="10950984" y="4408352"/>
                  <a:pt x="10944399" y="4414936"/>
                </a:cubicBezTo>
                <a:cubicBezTo>
                  <a:pt x="10937814" y="4421521"/>
                  <a:pt x="10937265" y="4434141"/>
                  <a:pt x="10944399" y="4441275"/>
                </a:cubicBezTo>
                <a:cubicBezTo>
                  <a:pt x="10951533" y="4448408"/>
                  <a:pt x="10963604" y="4448408"/>
                  <a:pt x="10970738" y="4441275"/>
                </a:cubicBezTo>
                <a:cubicBezTo>
                  <a:pt x="10977323" y="4434690"/>
                  <a:pt x="10977872" y="4424265"/>
                  <a:pt x="10972384" y="4416583"/>
                </a:cubicBezTo>
                <a:lnTo>
                  <a:pt x="11037683" y="4351285"/>
                </a:lnTo>
                <a:lnTo>
                  <a:pt x="12249277" y="4351285"/>
                </a:lnTo>
                <a:lnTo>
                  <a:pt x="12430906" y="4169655"/>
                </a:lnTo>
                <a:lnTo>
                  <a:pt x="14364078" y="4169655"/>
                </a:lnTo>
                <a:lnTo>
                  <a:pt x="14819523" y="3714209"/>
                </a:lnTo>
                <a:lnTo>
                  <a:pt x="15665115" y="3714209"/>
                </a:lnTo>
                <a:cubicBezTo>
                  <a:pt x="15666212" y="3723537"/>
                  <a:pt x="15673894" y="3730671"/>
                  <a:pt x="15683771" y="3730671"/>
                </a:cubicBezTo>
                <a:cubicBezTo>
                  <a:pt x="15693648" y="3730671"/>
                  <a:pt x="15702428" y="3722440"/>
                  <a:pt x="15702428" y="3712015"/>
                </a:cubicBezTo>
                <a:cubicBezTo>
                  <a:pt x="15702428" y="3701589"/>
                  <a:pt x="15694197" y="3693357"/>
                  <a:pt x="15683771" y="3693357"/>
                </a:cubicBezTo>
                <a:close/>
                <a:moveTo>
                  <a:pt x="12974696" y="3689105"/>
                </a:moveTo>
                <a:cubicBezTo>
                  <a:pt x="12969894" y="3689105"/>
                  <a:pt x="12965093" y="3690889"/>
                  <a:pt x="12961526" y="3694456"/>
                </a:cubicBezTo>
                <a:cubicBezTo>
                  <a:pt x="12954942" y="3701041"/>
                  <a:pt x="12954394" y="3711465"/>
                  <a:pt x="12959881" y="3719148"/>
                </a:cubicBezTo>
                <a:lnTo>
                  <a:pt x="12852330" y="3826699"/>
                </a:lnTo>
                <a:lnTo>
                  <a:pt x="11751031" y="3826699"/>
                </a:lnTo>
                <a:lnTo>
                  <a:pt x="11448681" y="4129048"/>
                </a:lnTo>
                <a:lnTo>
                  <a:pt x="10415972" y="4129048"/>
                </a:lnTo>
                <a:lnTo>
                  <a:pt x="10258488" y="4286533"/>
                </a:lnTo>
                <a:lnTo>
                  <a:pt x="10257938" y="4286533"/>
                </a:lnTo>
                <a:lnTo>
                  <a:pt x="9040309" y="4286533"/>
                </a:lnTo>
                <a:lnTo>
                  <a:pt x="9040309" y="4291473"/>
                </a:lnTo>
                <a:lnTo>
                  <a:pt x="10260134" y="4291473"/>
                </a:lnTo>
                <a:lnTo>
                  <a:pt x="10417619" y="4133987"/>
                </a:lnTo>
                <a:lnTo>
                  <a:pt x="11450327" y="4133987"/>
                </a:lnTo>
                <a:lnTo>
                  <a:pt x="11752677" y="3831637"/>
                </a:lnTo>
                <a:lnTo>
                  <a:pt x="12853976" y="3831637"/>
                </a:lnTo>
                <a:lnTo>
                  <a:pt x="12963172" y="3722440"/>
                </a:lnTo>
                <a:cubicBezTo>
                  <a:pt x="12970306" y="3727928"/>
                  <a:pt x="12981281" y="3727379"/>
                  <a:pt x="12987866" y="3720795"/>
                </a:cubicBezTo>
                <a:cubicBezTo>
                  <a:pt x="12994999" y="3713661"/>
                  <a:pt x="12994999" y="3701589"/>
                  <a:pt x="12987866" y="3694456"/>
                </a:cubicBezTo>
                <a:cubicBezTo>
                  <a:pt x="12984299" y="3690889"/>
                  <a:pt x="12979498" y="3689105"/>
                  <a:pt x="12974696" y="3689105"/>
                </a:cubicBezTo>
                <a:close/>
                <a:moveTo>
                  <a:pt x="12164772" y="3515569"/>
                </a:moveTo>
                <a:cubicBezTo>
                  <a:pt x="12154894" y="3515569"/>
                  <a:pt x="12146116" y="3523800"/>
                  <a:pt x="12146116" y="3534226"/>
                </a:cubicBezTo>
                <a:cubicBezTo>
                  <a:pt x="12146116" y="3544652"/>
                  <a:pt x="12154347" y="3552883"/>
                  <a:pt x="12164772" y="3552883"/>
                </a:cubicBezTo>
                <a:cubicBezTo>
                  <a:pt x="12174100" y="3552883"/>
                  <a:pt x="12182331" y="3545749"/>
                  <a:pt x="12183430" y="3536421"/>
                </a:cubicBezTo>
                <a:lnTo>
                  <a:pt x="13138217" y="3536421"/>
                </a:lnTo>
                <a:lnTo>
                  <a:pt x="13656218" y="4054421"/>
                </a:lnTo>
                <a:lnTo>
                  <a:pt x="14248295" y="4054421"/>
                </a:lnTo>
                <a:lnTo>
                  <a:pt x="14525953" y="3776765"/>
                </a:lnTo>
                <a:cubicBezTo>
                  <a:pt x="14533087" y="3782252"/>
                  <a:pt x="14544061" y="3781703"/>
                  <a:pt x="14550645" y="3775118"/>
                </a:cubicBezTo>
                <a:cubicBezTo>
                  <a:pt x="14557779" y="3767985"/>
                  <a:pt x="14557779" y="3755913"/>
                  <a:pt x="14550645" y="3748779"/>
                </a:cubicBezTo>
                <a:cubicBezTo>
                  <a:pt x="14543512" y="3741645"/>
                  <a:pt x="14531440" y="3741645"/>
                  <a:pt x="14524306" y="3748779"/>
                </a:cubicBezTo>
                <a:cubicBezTo>
                  <a:pt x="14517722" y="3755364"/>
                  <a:pt x="14517173" y="3765790"/>
                  <a:pt x="14522660" y="3773472"/>
                </a:cubicBezTo>
                <a:lnTo>
                  <a:pt x="14246650" y="4049483"/>
                </a:lnTo>
                <a:lnTo>
                  <a:pt x="13658961" y="4049483"/>
                </a:lnTo>
                <a:lnTo>
                  <a:pt x="13657864" y="4050031"/>
                </a:lnTo>
                <a:lnTo>
                  <a:pt x="13139863" y="3532031"/>
                </a:lnTo>
                <a:lnTo>
                  <a:pt x="12183430" y="3532031"/>
                </a:lnTo>
                <a:cubicBezTo>
                  <a:pt x="12182331" y="3522703"/>
                  <a:pt x="12174649" y="3515569"/>
                  <a:pt x="12164772" y="3515569"/>
                </a:cubicBezTo>
                <a:close/>
                <a:moveTo>
                  <a:pt x="12627351" y="3354791"/>
                </a:moveTo>
                <a:cubicBezTo>
                  <a:pt x="12618023" y="3354791"/>
                  <a:pt x="12609792" y="3361925"/>
                  <a:pt x="12608695" y="3371254"/>
                </a:cubicBezTo>
                <a:lnTo>
                  <a:pt x="12074781" y="3371254"/>
                </a:lnTo>
                <a:lnTo>
                  <a:pt x="11893151" y="3552883"/>
                </a:lnTo>
                <a:lnTo>
                  <a:pt x="10993784" y="3552883"/>
                </a:lnTo>
                <a:lnTo>
                  <a:pt x="10697472" y="3849197"/>
                </a:lnTo>
                <a:cubicBezTo>
                  <a:pt x="10690337" y="3843710"/>
                  <a:pt x="10679362" y="3844259"/>
                  <a:pt x="10672778" y="3850842"/>
                </a:cubicBezTo>
                <a:cubicBezTo>
                  <a:pt x="10665645" y="3857976"/>
                  <a:pt x="10665645" y="3870048"/>
                  <a:pt x="10672778" y="3877181"/>
                </a:cubicBezTo>
                <a:cubicBezTo>
                  <a:pt x="10679911" y="3884315"/>
                  <a:pt x="10691984" y="3884315"/>
                  <a:pt x="10699117" y="3877181"/>
                </a:cubicBezTo>
                <a:cubicBezTo>
                  <a:pt x="10705702" y="3870597"/>
                  <a:pt x="10706251" y="3860172"/>
                  <a:pt x="10700763" y="3852489"/>
                </a:cubicBezTo>
                <a:lnTo>
                  <a:pt x="10995430" y="3557821"/>
                </a:lnTo>
                <a:lnTo>
                  <a:pt x="11894797" y="3557821"/>
                </a:lnTo>
                <a:lnTo>
                  <a:pt x="12076427" y="3376192"/>
                </a:lnTo>
                <a:lnTo>
                  <a:pt x="12608145" y="3376192"/>
                </a:lnTo>
                <a:cubicBezTo>
                  <a:pt x="12609242" y="3385521"/>
                  <a:pt x="12616925" y="3392655"/>
                  <a:pt x="12626801" y="3392655"/>
                </a:cubicBezTo>
                <a:cubicBezTo>
                  <a:pt x="12636678" y="3392655"/>
                  <a:pt x="12645459" y="3384423"/>
                  <a:pt x="12645459" y="3373997"/>
                </a:cubicBezTo>
                <a:cubicBezTo>
                  <a:pt x="12645459" y="3363572"/>
                  <a:pt x="12637228" y="3355341"/>
                  <a:pt x="12626801" y="3355341"/>
                </a:cubicBezTo>
                <a:close/>
                <a:moveTo>
                  <a:pt x="4118210" y="3273032"/>
                </a:moveTo>
                <a:cubicBezTo>
                  <a:pt x="4108333" y="3273032"/>
                  <a:pt x="4099554" y="3281262"/>
                  <a:pt x="4099554" y="3291688"/>
                </a:cubicBezTo>
                <a:cubicBezTo>
                  <a:pt x="4099554" y="3302114"/>
                  <a:pt x="4107784" y="3310345"/>
                  <a:pt x="4118210" y="3310345"/>
                </a:cubicBezTo>
                <a:cubicBezTo>
                  <a:pt x="4128636" y="3310345"/>
                  <a:pt x="4135770" y="3303212"/>
                  <a:pt x="4136867" y="3293883"/>
                </a:cubicBezTo>
                <a:lnTo>
                  <a:pt x="4675719" y="3293883"/>
                </a:lnTo>
                <a:lnTo>
                  <a:pt x="5210181" y="3828345"/>
                </a:lnTo>
                <a:cubicBezTo>
                  <a:pt x="5204694" y="3835478"/>
                  <a:pt x="5205242" y="3846453"/>
                  <a:pt x="5211826" y="3853038"/>
                </a:cubicBezTo>
                <a:cubicBezTo>
                  <a:pt x="5218962" y="3860172"/>
                  <a:pt x="5231033" y="3860172"/>
                  <a:pt x="5238166" y="3853038"/>
                </a:cubicBezTo>
                <a:cubicBezTo>
                  <a:pt x="5245300" y="3845904"/>
                  <a:pt x="5245300" y="3833832"/>
                  <a:pt x="5238166" y="3826699"/>
                </a:cubicBezTo>
                <a:cubicBezTo>
                  <a:pt x="5231582" y="3820114"/>
                  <a:pt x="5221156" y="3819565"/>
                  <a:pt x="5213474" y="3825052"/>
                </a:cubicBezTo>
                <a:lnTo>
                  <a:pt x="4677366" y="3288944"/>
                </a:lnTo>
                <a:lnTo>
                  <a:pt x="4136585" y="3288944"/>
                </a:lnTo>
                <a:lnTo>
                  <a:pt x="4136867" y="3289493"/>
                </a:lnTo>
                <a:lnTo>
                  <a:pt x="4136319" y="3288944"/>
                </a:lnTo>
                <a:lnTo>
                  <a:pt x="4136585" y="3288944"/>
                </a:lnTo>
                <a:lnTo>
                  <a:pt x="4130831" y="3277764"/>
                </a:lnTo>
                <a:cubicBezTo>
                  <a:pt x="4127539" y="3274815"/>
                  <a:pt x="4123148" y="3273032"/>
                  <a:pt x="4118210" y="3273032"/>
                </a:cubicBezTo>
                <a:close/>
                <a:moveTo>
                  <a:pt x="4958864" y="3183177"/>
                </a:moveTo>
                <a:cubicBezTo>
                  <a:pt x="4954063" y="3183177"/>
                  <a:pt x="4949261" y="3184960"/>
                  <a:pt x="4945694" y="3188527"/>
                </a:cubicBezTo>
                <a:cubicBezTo>
                  <a:pt x="4938560" y="3195660"/>
                  <a:pt x="4938560" y="3207732"/>
                  <a:pt x="4945694" y="3214866"/>
                </a:cubicBezTo>
                <a:cubicBezTo>
                  <a:pt x="4952279" y="3221451"/>
                  <a:pt x="4962704" y="3221999"/>
                  <a:pt x="4970386" y="3216512"/>
                </a:cubicBezTo>
                <a:lnTo>
                  <a:pt x="5116348" y="3362475"/>
                </a:lnTo>
                <a:lnTo>
                  <a:pt x="5342424" y="3362475"/>
                </a:lnTo>
                <a:lnTo>
                  <a:pt x="5723792" y="3743841"/>
                </a:lnTo>
                <a:cubicBezTo>
                  <a:pt x="5718304" y="3750975"/>
                  <a:pt x="5718852" y="3761949"/>
                  <a:pt x="5725438" y="3768533"/>
                </a:cubicBezTo>
                <a:cubicBezTo>
                  <a:pt x="5732022" y="3775118"/>
                  <a:pt x="5744643" y="3775667"/>
                  <a:pt x="5751776" y="3768533"/>
                </a:cubicBezTo>
                <a:cubicBezTo>
                  <a:pt x="5758910" y="3761401"/>
                  <a:pt x="5758910" y="3749328"/>
                  <a:pt x="5751776" y="3742195"/>
                </a:cubicBezTo>
                <a:cubicBezTo>
                  <a:pt x="5745192" y="3735610"/>
                  <a:pt x="5734766" y="3735061"/>
                  <a:pt x="5727084" y="3740549"/>
                </a:cubicBezTo>
                <a:lnTo>
                  <a:pt x="5344071" y="3357535"/>
                </a:lnTo>
                <a:lnTo>
                  <a:pt x="5117995" y="3357535"/>
                </a:lnTo>
                <a:lnTo>
                  <a:pt x="4973678" y="3213220"/>
                </a:lnTo>
                <a:cubicBezTo>
                  <a:pt x="4979166" y="3206087"/>
                  <a:pt x="4978617" y="3195112"/>
                  <a:pt x="4972033" y="3188527"/>
                </a:cubicBezTo>
                <a:cubicBezTo>
                  <a:pt x="4968466" y="3184960"/>
                  <a:pt x="4963665" y="3183177"/>
                  <a:pt x="4958864" y="3183177"/>
                </a:cubicBezTo>
                <a:close/>
                <a:moveTo>
                  <a:pt x="55970" y="2984400"/>
                </a:moveTo>
                <a:cubicBezTo>
                  <a:pt x="46092" y="2984400"/>
                  <a:pt x="37312" y="2992631"/>
                  <a:pt x="37312" y="3003057"/>
                </a:cubicBezTo>
                <a:cubicBezTo>
                  <a:pt x="37312" y="3013483"/>
                  <a:pt x="45544" y="3021714"/>
                  <a:pt x="55970" y="3021714"/>
                </a:cubicBezTo>
                <a:cubicBezTo>
                  <a:pt x="66396" y="3021714"/>
                  <a:pt x="73530" y="3014580"/>
                  <a:pt x="74626" y="3005251"/>
                </a:cubicBezTo>
                <a:lnTo>
                  <a:pt x="544888" y="3005251"/>
                </a:lnTo>
                <a:lnTo>
                  <a:pt x="1083738" y="3544103"/>
                </a:lnTo>
                <a:lnTo>
                  <a:pt x="1490347" y="3544103"/>
                </a:lnTo>
                <a:lnTo>
                  <a:pt x="1594606" y="3439845"/>
                </a:lnTo>
                <a:lnTo>
                  <a:pt x="3079466" y="3439845"/>
                </a:lnTo>
                <a:cubicBezTo>
                  <a:pt x="3080564" y="3449173"/>
                  <a:pt x="3088246" y="3456306"/>
                  <a:pt x="3098124" y="3456306"/>
                </a:cubicBezTo>
                <a:cubicBezTo>
                  <a:pt x="3108000" y="3456306"/>
                  <a:pt x="3116780" y="3448076"/>
                  <a:pt x="3116780" y="3437650"/>
                </a:cubicBezTo>
                <a:cubicBezTo>
                  <a:pt x="3116780" y="3427224"/>
                  <a:pt x="3108548" y="3418993"/>
                  <a:pt x="3098124" y="3418993"/>
                </a:cubicBezTo>
                <a:cubicBezTo>
                  <a:pt x="3087697" y="3418993"/>
                  <a:pt x="3080564" y="3426126"/>
                  <a:pt x="3079466" y="3435455"/>
                </a:cubicBezTo>
                <a:lnTo>
                  <a:pt x="1592960" y="3435455"/>
                </a:lnTo>
                <a:lnTo>
                  <a:pt x="1488701" y="3539714"/>
                </a:lnTo>
                <a:lnTo>
                  <a:pt x="1085934" y="3539714"/>
                </a:lnTo>
                <a:lnTo>
                  <a:pt x="547082" y="3000861"/>
                </a:lnTo>
                <a:lnTo>
                  <a:pt x="74626" y="3000861"/>
                </a:lnTo>
                <a:cubicBezTo>
                  <a:pt x="73530" y="2991534"/>
                  <a:pt x="65846" y="2984400"/>
                  <a:pt x="55970" y="2984400"/>
                </a:cubicBezTo>
                <a:close/>
                <a:moveTo>
                  <a:pt x="15666760" y="2930076"/>
                </a:moveTo>
                <a:cubicBezTo>
                  <a:pt x="15657432" y="2930076"/>
                  <a:pt x="15649201" y="2937209"/>
                  <a:pt x="15648104" y="2946538"/>
                </a:cubicBezTo>
                <a:lnTo>
                  <a:pt x="15219546" y="2946538"/>
                </a:lnTo>
                <a:lnTo>
                  <a:pt x="14996213" y="3169870"/>
                </a:lnTo>
                <a:lnTo>
                  <a:pt x="14421694" y="3169870"/>
                </a:lnTo>
                <a:cubicBezTo>
                  <a:pt x="14420597" y="3160542"/>
                  <a:pt x="14412914" y="3153409"/>
                  <a:pt x="14403039" y="3153409"/>
                </a:cubicBezTo>
                <a:cubicBezTo>
                  <a:pt x="14393161" y="3153409"/>
                  <a:pt x="14384381" y="3161639"/>
                  <a:pt x="14384381" y="3172065"/>
                </a:cubicBezTo>
                <a:cubicBezTo>
                  <a:pt x="14384381" y="3182491"/>
                  <a:pt x="14392612" y="3190722"/>
                  <a:pt x="14403039" y="3190722"/>
                </a:cubicBezTo>
                <a:cubicBezTo>
                  <a:pt x="14413464" y="3190722"/>
                  <a:pt x="14420597" y="3183589"/>
                  <a:pt x="14421694" y="3174261"/>
                </a:cubicBezTo>
                <a:lnTo>
                  <a:pt x="14998409" y="3174261"/>
                </a:lnTo>
                <a:lnTo>
                  <a:pt x="15221742" y="2950927"/>
                </a:lnTo>
                <a:lnTo>
                  <a:pt x="15648104" y="2950927"/>
                </a:lnTo>
                <a:cubicBezTo>
                  <a:pt x="15649201" y="2960256"/>
                  <a:pt x="15656884" y="2967389"/>
                  <a:pt x="15666760" y="2967389"/>
                </a:cubicBezTo>
                <a:cubicBezTo>
                  <a:pt x="15676637" y="2967389"/>
                  <a:pt x="15685417" y="2959158"/>
                  <a:pt x="15685417" y="2948732"/>
                </a:cubicBezTo>
                <a:cubicBezTo>
                  <a:pt x="15685417" y="2938307"/>
                  <a:pt x="15677187" y="2930076"/>
                  <a:pt x="15666760" y="2930076"/>
                </a:cubicBezTo>
                <a:close/>
                <a:moveTo>
                  <a:pt x="3441628" y="2777529"/>
                </a:moveTo>
                <a:lnTo>
                  <a:pt x="3441079" y="2777529"/>
                </a:lnTo>
                <a:lnTo>
                  <a:pt x="3441344" y="2777637"/>
                </a:lnTo>
                <a:close/>
                <a:moveTo>
                  <a:pt x="11909613" y="2741313"/>
                </a:moveTo>
                <a:cubicBezTo>
                  <a:pt x="11899188" y="2741313"/>
                  <a:pt x="11892054" y="2748446"/>
                  <a:pt x="11890957" y="2757775"/>
                </a:cubicBezTo>
                <a:lnTo>
                  <a:pt x="11273637" y="2757775"/>
                </a:lnTo>
                <a:cubicBezTo>
                  <a:pt x="11272540" y="2748446"/>
                  <a:pt x="11264857" y="2741313"/>
                  <a:pt x="11254979" y="2741313"/>
                </a:cubicBezTo>
                <a:cubicBezTo>
                  <a:pt x="11245103" y="2741313"/>
                  <a:pt x="11236322" y="2749544"/>
                  <a:pt x="11236322" y="2759970"/>
                </a:cubicBezTo>
                <a:cubicBezTo>
                  <a:pt x="11236322" y="2770396"/>
                  <a:pt x="11244554" y="2778626"/>
                  <a:pt x="11254979" y="2778626"/>
                </a:cubicBezTo>
                <a:cubicBezTo>
                  <a:pt x="11265405" y="2778626"/>
                  <a:pt x="11272540" y="2771493"/>
                  <a:pt x="11273637" y="2762165"/>
                </a:cubicBezTo>
                <a:lnTo>
                  <a:pt x="11890957" y="2762165"/>
                </a:lnTo>
                <a:cubicBezTo>
                  <a:pt x="11892054" y="2771493"/>
                  <a:pt x="11899735" y="2778626"/>
                  <a:pt x="11909613" y="2778626"/>
                </a:cubicBezTo>
                <a:cubicBezTo>
                  <a:pt x="11919490" y="2778626"/>
                  <a:pt x="11928271" y="2770396"/>
                  <a:pt x="11928271" y="2759970"/>
                </a:cubicBezTo>
                <a:cubicBezTo>
                  <a:pt x="11928271" y="2749544"/>
                  <a:pt x="11920040" y="2741313"/>
                  <a:pt x="11909613" y="2741313"/>
                </a:cubicBezTo>
                <a:close/>
                <a:moveTo>
                  <a:pt x="9326745" y="2650910"/>
                </a:moveTo>
                <a:cubicBezTo>
                  <a:pt x="9321944" y="2650910"/>
                  <a:pt x="9317142" y="2652693"/>
                  <a:pt x="9313576" y="2656260"/>
                </a:cubicBezTo>
                <a:cubicBezTo>
                  <a:pt x="9306992" y="2662845"/>
                  <a:pt x="9306443" y="2673270"/>
                  <a:pt x="9311930" y="2680953"/>
                </a:cubicBezTo>
                <a:lnTo>
                  <a:pt x="9167066" y="2825817"/>
                </a:lnTo>
                <a:lnTo>
                  <a:pt x="9166518" y="2825817"/>
                </a:lnTo>
                <a:lnTo>
                  <a:pt x="9165968" y="2827463"/>
                </a:lnTo>
                <a:lnTo>
                  <a:pt x="9165968" y="3018421"/>
                </a:lnTo>
                <a:lnTo>
                  <a:pt x="8996411" y="3187978"/>
                </a:lnTo>
                <a:cubicBezTo>
                  <a:pt x="8989277" y="3182491"/>
                  <a:pt x="8978303" y="3183040"/>
                  <a:pt x="8971718" y="3189625"/>
                </a:cubicBezTo>
                <a:cubicBezTo>
                  <a:pt x="8964585" y="3196757"/>
                  <a:pt x="8964585" y="3208830"/>
                  <a:pt x="8971718" y="3215963"/>
                </a:cubicBezTo>
                <a:cubicBezTo>
                  <a:pt x="8978851" y="3223096"/>
                  <a:pt x="8990924" y="3223096"/>
                  <a:pt x="8998057" y="3215963"/>
                </a:cubicBezTo>
                <a:cubicBezTo>
                  <a:pt x="9004642" y="3209379"/>
                  <a:pt x="9005191" y="3198953"/>
                  <a:pt x="8999703" y="3191271"/>
                </a:cubicBezTo>
                <a:lnTo>
                  <a:pt x="9170358" y="3020616"/>
                </a:lnTo>
                <a:lnTo>
                  <a:pt x="9170906" y="3020616"/>
                </a:lnTo>
                <a:lnTo>
                  <a:pt x="9170906" y="2828561"/>
                </a:lnTo>
                <a:lnTo>
                  <a:pt x="9315223" y="2684245"/>
                </a:lnTo>
                <a:cubicBezTo>
                  <a:pt x="9322356" y="2689733"/>
                  <a:pt x="9333330" y="2689183"/>
                  <a:pt x="9339916" y="2682599"/>
                </a:cubicBezTo>
                <a:cubicBezTo>
                  <a:pt x="9347048" y="2675466"/>
                  <a:pt x="9347048" y="2663394"/>
                  <a:pt x="9339916" y="2656260"/>
                </a:cubicBezTo>
                <a:cubicBezTo>
                  <a:pt x="9336348" y="2652693"/>
                  <a:pt x="9331547" y="2650910"/>
                  <a:pt x="9326745" y="2650910"/>
                </a:cubicBezTo>
                <a:close/>
                <a:moveTo>
                  <a:pt x="2008896" y="2464342"/>
                </a:moveTo>
                <a:cubicBezTo>
                  <a:pt x="2004095" y="2464342"/>
                  <a:pt x="1999293" y="2466125"/>
                  <a:pt x="1995727" y="2469692"/>
                </a:cubicBezTo>
                <a:cubicBezTo>
                  <a:pt x="1988593" y="2476826"/>
                  <a:pt x="1988593" y="2488897"/>
                  <a:pt x="1995727" y="2496031"/>
                </a:cubicBezTo>
                <a:cubicBezTo>
                  <a:pt x="2002860" y="2503165"/>
                  <a:pt x="2012737" y="2503165"/>
                  <a:pt x="2020419" y="2497678"/>
                </a:cubicBezTo>
                <a:lnTo>
                  <a:pt x="2146627" y="2623885"/>
                </a:lnTo>
                <a:lnTo>
                  <a:pt x="2602621" y="2623885"/>
                </a:lnTo>
                <a:lnTo>
                  <a:pt x="2807846" y="2829110"/>
                </a:lnTo>
                <a:cubicBezTo>
                  <a:pt x="2802358" y="2836243"/>
                  <a:pt x="2802907" y="2847217"/>
                  <a:pt x="2809492" y="2853802"/>
                </a:cubicBezTo>
                <a:cubicBezTo>
                  <a:pt x="2816625" y="2860936"/>
                  <a:pt x="2828697" y="2860936"/>
                  <a:pt x="2835831" y="2853802"/>
                </a:cubicBezTo>
                <a:cubicBezTo>
                  <a:pt x="2842964" y="2846669"/>
                  <a:pt x="2842964" y="2834597"/>
                  <a:pt x="2835831" y="2827463"/>
                </a:cubicBezTo>
                <a:cubicBezTo>
                  <a:pt x="2829246" y="2820878"/>
                  <a:pt x="2818820" y="2820330"/>
                  <a:pt x="2811138" y="2825817"/>
                </a:cubicBezTo>
                <a:lnTo>
                  <a:pt x="2604266" y="2618947"/>
                </a:lnTo>
                <a:lnTo>
                  <a:pt x="2148273" y="2618947"/>
                </a:lnTo>
                <a:lnTo>
                  <a:pt x="2023712" y="2494385"/>
                </a:lnTo>
                <a:cubicBezTo>
                  <a:pt x="2029199" y="2487252"/>
                  <a:pt x="2028651" y="2476277"/>
                  <a:pt x="2022066" y="2469692"/>
                </a:cubicBezTo>
                <a:cubicBezTo>
                  <a:pt x="2018499" y="2466125"/>
                  <a:pt x="2013698" y="2464342"/>
                  <a:pt x="2008896" y="2464342"/>
                </a:cubicBezTo>
                <a:close/>
                <a:moveTo>
                  <a:pt x="77370" y="2377506"/>
                </a:moveTo>
                <a:cubicBezTo>
                  <a:pt x="67492" y="2377506"/>
                  <a:pt x="58714" y="2385737"/>
                  <a:pt x="58714" y="2396163"/>
                </a:cubicBezTo>
                <a:cubicBezTo>
                  <a:pt x="58714" y="2406588"/>
                  <a:pt x="66944" y="2414820"/>
                  <a:pt x="77370" y="2414820"/>
                </a:cubicBezTo>
                <a:cubicBezTo>
                  <a:pt x="87796" y="2414820"/>
                  <a:pt x="94928" y="2407686"/>
                  <a:pt x="96026" y="2398357"/>
                </a:cubicBezTo>
                <a:lnTo>
                  <a:pt x="935582" y="2398357"/>
                </a:lnTo>
                <a:lnTo>
                  <a:pt x="1728496" y="3191271"/>
                </a:lnTo>
                <a:lnTo>
                  <a:pt x="3514060" y="3191271"/>
                </a:lnTo>
                <a:lnTo>
                  <a:pt x="3938776" y="3615987"/>
                </a:lnTo>
                <a:lnTo>
                  <a:pt x="4752542" y="3615987"/>
                </a:lnTo>
                <a:lnTo>
                  <a:pt x="5081230" y="3944675"/>
                </a:lnTo>
                <a:lnTo>
                  <a:pt x="6690103" y="3944675"/>
                </a:lnTo>
                <a:lnTo>
                  <a:pt x="6690103" y="3939737"/>
                </a:lnTo>
                <a:lnTo>
                  <a:pt x="5082876" y="3939737"/>
                </a:lnTo>
                <a:lnTo>
                  <a:pt x="4754188" y="3611049"/>
                </a:lnTo>
                <a:lnTo>
                  <a:pt x="3940422" y="3611049"/>
                </a:lnTo>
                <a:lnTo>
                  <a:pt x="3515706" y="3186331"/>
                </a:lnTo>
                <a:lnTo>
                  <a:pt x="3515706" y="3186881"/>
                </a:lnTo>
                <a:lnTo>
                  <a:pt x="1730142" y="3186881"/>
                </a:lnTo>
                <a:lnTo>
                  <a:pt x="937228" y="2393968"/>
                </a:lnTo>
                <a:lnTo>
                  <a:pt x="96026" y="2393968"/>
                </a:lnTo>
                <a:cubicBezTo>
                  <a:pt x="94928" y="2384640"/>
                  <a:pt x="87246" y="2377506"/>
                  <a:pt x="77370" y="2377506"/>
                </a:cubicBezTo>
                <a:close/>
                <a:moveTo>
                  <a:pt x="12415254" y="2285761"/>
                </a:moveTo>
                <a:lnTo>
                  <a:pt x="12414993" y="2285868"/>
                </a:lnTo>
                <a:lnTo>
                  <a:pt x="12415540" y="2285868"/>
                </a:lnTo>
                <a:close/>
                <a:moveTo>
                  <a:pt x="12414993" y="2248554"/>
                </a:moveTo>
                <a:cubicBezTo>
                  <a:pt x="12404566" y="2248554"/>
                  <a:pt x="12397434" y="2255688"/>
                  <a:pt x="12396335" y="2265017"/>
                </a:cubicBezTo>
                <a:lnTo>
                  <a:pt x="11202302" y="2265017"/>
                </a:lnTo>
                <a:lnTo>
                  <a:pt x="11135905" y="2331412"/>
                </a:lnTo>
                <a:cubicBezTo>
                  <a:pt x="11128772" y="2325925"/>
                  <a:pt x="11117797" y="2326474"/>
                  <a:pt x="11111212" y="2333059"/>
                </a:cubicBezTo>
                <a:cubicBezTo>
                  <a:pt x="11104079" y="2340192"/>
                  <a:pt x="11104079" y="2352264"/>
                  <a:pt x="11111212" y="2359398"/>
                </a:cubicBezTo>
                <a:cubicBezTo>
                  <a:pt x="11118346" y="2366531"/>
                  <a:pt x="11130418" y="2366531"/>
                  <a:pt x="11137551" y="2359398"/>
                </a:cubicBezTo>
                <a:cubicBezTo>
                  <a:pt x="11144136" y="2352813"/>
                  <a:pt x="11144685" y="2342387"/>
                  <a:pt x="11139198" y="2334705"/>
                </a:cubicBezTo>
                <a:lnTo>
                  <a:pt x="11204496" y="2269406"/>
                </a:lnTo>
                <a:lnTo>
                  <a:pt x="12396885" y="2269406"/>
                </a:lnTo>
                <a:cubicBezTo>
                  <a:pt x="12397434" y="2274070"/>
                  <a:pt x="12399629" y="2278185"/>
                  <a:pt x="12402921" y="2281135"/>
                </a:cubicBezTo>
                <a:lnTo>
                  <a:pt x="12415254" y="2285761"/>
                </a:lnTo>
                <a:lnTo>
                  <a:pt x="12428230" y="2280449"/>
                </a:lnTo>
                <a:cubicBezTo>
                  <a:pt x="12431591" y="2277088"/>
                  <a:pt x="12433649" y="2272424"/>
                  <a:pt x="12433649" y="2267211"/>
                </a:cubicBezTo>
                <a:cubicBezTo>
                  <a:pt x="12433649" y="2256786"/>
                  <a:pt x="12425418" y="2248554"/>
                  <a:pt x="12414993" y="2248554"/>
                </a:cubicBezTo>
                <a:close/>
                <a:moveTo>
                  <a:pt x="3602405" y="1914516"/>
                </a:moveTo>
                <a:cubicBezTo>
                  <a:pt x="3597604" y="1914516"/>
                  <a:pt x="3592802" y="1916299"/>
                  <a:pt x="3589235" y="1919866"/>
                </a:cubicBezTo>
                <a:cubicBezTo>
                  <a:pt x="3582102" y="1926999"/>
                  <a:pt x="3582102" y="1939071"/>
                  <a:pt x="3589235" y="1946205"/>
                </a:cubicBezTo>
                <a:cubicBezTo>
                  <a:pt x="3596369" y="1953338"/>
                  <a:pt x="3606246" y="1953338"/>
                  <a:pt x="3613928" y="1947850"/>
                </a:cubicBezTo>
                <a:lnTo>
                  <a:pt x="3759891" y="2093813"/>
                </a:lnTo>
                <a:lnTo>
                  <a:pt x="3985967" y="2093813"/>
                </a:lnTo>
                <a:lnTo>
                  <a:pt x="4367334" y="2475180"/>
                </a:lnTo>
                <a:cubicBezTo>
                  <a:pt x="4361846" y="2482312"/>
                  <a:pt x="4362395" y="2493287"/>
                  <a:pt x="4368980" y="2499872"/>
                </a:cubicBezTo>
                <a:cubicBezTo>
                  <a:pt x="4376112" y="2507006"/>
                  <a:pt x="4388186" y="2507006"/>
                  <a:pt x="4395319" y="2499872"/>
                </a:cubicBezTo>
                <a:cubicBezTo>
                  <a:pt x="4402452" y="2492739"/>
                  <a:pt x="4402452" y="2480667"/>
                  <a:pt x="4395319" y="2473533"/>
                </a:cubicBezTo>
                <a:cubicBezTo>
                  <a:pt x="4388734" y="2466948"/>
                  <a:pt x="4378308" y="2466400"/>
                  <a:pt x="4370626" y="2471887"/>
                </a:cubicBezTo>
                <a:lnTo>
                  <a:pt x="3987613" y="2088874"/>
                </a:lnTo>
                <a:lnTo>
                  <a:pt x="3761536" y="2088874"/>
                </a:lnTo>
                <a:lnTo>
                  <a:pt x="3617221" y="1944558"/>
                </a:lnTo>
                <a:cubicBezTo>
                  <a:pt x="3622708" y="1937425"/>
                  <a:pt x="3622159" y="1926451"/>
                  <a:pt x="3615574" y="1919866"/>
                </a:cubicBezTo>
                <a:cubicBezTo>
                  <a:pt x="3612008" y="1916299"/>
                  <a:pt x="3607206" y="1914516"/>
                  <a:pt x="3602405" y="1914516"/>
                </a:cubicBezTo>
                <a:close/>
                <a:moveTo>
                  <a:pt x="15702977" y="1721226"/>
                </a:moveTo>
                <a:cubicBezTo>
                  <a:pt x="15692551" y="1721226"/>
                  <a:pt x="15685417" y="1728359"/>
                  <a:pt x="15684320" y="1737688"/>
                </a:cubicBezTo>
                <a:lnTo>
                  <a:pt x="15352887" y="1737688"/>
                </a:lnTo>
                <a:lnTo>
                  <a:pt x="13998624" y="3091951"/>
                </a:lnTo>
                <a:lnTo>
                  <a:pt x="13998624" y="3091402"/>
                </a:lnTo>
                <a:lnTo>
                  <a:pt x="12688260" y="3091402"/>
                </a:lnTo>
                <a:lnTo>
                  <a:pt x="12532421" y="3247241"/>
                </a:lnTo>
                <a:lnTo>
                  <a:pt x="11067863" y="3247241"/>
                </a:lnTo>
                <a:lnTo>
                  <a:pt x="10414875" y="3900228"/>
                </a:lnTo>
                <a:lnTo>
                  <a:pt x="10259037" y="3900228"/>
                </a:lnTo>
                <a:lnTo>
                  <a:pt x="10101551" y="4057714"/>
                </a:lnTo>
                <a:lnTo>
                  <a:pt x="9039760" y="4057714"/>
                </a:lnTo>
                <a:lnTo>
                  <a:pt x="9039760" y="4062653"/>
                </a:lnTo>
                <a:lnTo>
                  <a:pt x="10103746" y="4062653"/>
                </a:lnTo>
                <a:lnTo>
                  <a:pt x="10261232" y="3905167"/>
                </a:lnTo>
                <a:lnTo>
                  <a:pt x="10417070" y="3905167"/>
                </a:lnTo>
                <a:lnTo>
                  <a:pt x="11070058" y="3252180"/>
                </a:lnTo>
                <a:lnTo>
                  <a:pt x="12534616" y="3252180"/>
                </a:lnTo>
                <a:lnTo>
                  <a:pt x="12690455" y="3096341"/>
                </a:lnTo>
                <a:lnTo>
                  <a:pt x="14000819" y="3096341"/>
                </a:lnTo>
                <a:lnTo>
                  <a:pt x="15355083" y="1742078"/>
                </a:lnTo>
                <a:lnTo>
                  <a:pt x="15684320" y="1742078"/>
                </a:lnTo>
                <a:cubicBezTo>
                  <a:pt x="15685417" y="1751406"/>
                  <a:pt x="15693100" y="1758539"/>
                  <a:pt x="15702977" y="1758539"/>
                </a:cubicBezTo>
                <a:cubicBezTo>
                  <a:pt x="15712854" y="1758539"/>
                  <a:pt x="15721633" y="1750309"/>
                  <a:pt x="15721633" y="1739882"/>
                </a:cubicBezTo>
                <a:cubicBezTo>
                  <a:pt x="15721633" y="1729456"/>
                  <a:pt x="15713402" y="1721226"/>
                  <a:pt x="15702977" y="1721226"/>
                </a:cubicBezTo>
                <a:close/>
                <a:moveTo>
                  <a:pt x="12427065" y="1718071"/>
                </a:moveTo>
                <a:cubicBezTo>
                  <a:pt x="12422263" y="1718071"/>
                  <a:pt x="12417462" y="1719854"/>
                  <a:pt x="12413896" y="1723421"/>
                </a:cubicBezTo>
                <a:cubicBezTo>
                  <a:pt x="12407310" y="1730006"/>
                  <a:pt x="12406762" y="1740431"/>
                  <a:pt x="12412249" y="1748113"/>
                </a:cubicBezTo>
                <a:lnTo>
                  <a:pt x="12160931" y="1999431"/>
                </a:lnTo>
                <a:lnTo>
                  <a:pt x="10934521" y="1999431"/>
                </a:lnTo>
                <a:lnTo>
                  <a:pt x="10934521" y="1998883"/>
                </a:lnTo>
                <a:lnTo>
                  <a:pt x="10088382" y="2845023"/>
                </a:lnTo>
                <a:lnTo>
                  <a:pt x="10087833" y="2845023"/>
                </a:lnTo>
                <a:lnTo>
                  <a:pt x="10087833" y="3320222"/>
                </a:lnTo>
                <a:lnTo>
                  <a:pt x="9699333" y="3708721"/>
                </a:lnTo>
                <a:lnTo>
                  <a:pt x="8995314" y="3708721"/>
                </a:lnTo>
                <a:lnTo>
                  <a:pt x="8995314" y="3713661"/>
                </a:lnTo>
                <a:lnTo>
                  <a:pt x="9701528" y="3713661"/>
                </a:lnTo>
                <a:lnTo>
                  <a:pt x="10092222" y="3322966"/>
                </a:lnTo>
                <a:lnTo>
                  <a:pt x="10092771" y="3322966"/>
                </a:lnTo>
                <a:lnTo>
                  <a:pt x="10092771" y="2847767"/>
                </a:lnTo>
                <a:lnTo>
                  <a:pt x="10936717" y="2003821"/>
                </a:lnTo>
                <a:lnTo>
                  <a:pt x="12163125" y="2003821"/>
                </a:lnTo>
                <a:lnTo>
                  <a:pt x="12415540" y="1751406"/>
                </a:lnTo>
                <a:cubicBezTo>
                  <a:pt x="12422674" y="1756894"/>
                  <a:pt x="12433649" y="1756344"/>
                  <a:pt x="12440234" y="1749760"/>
                </a:cubicBezTo>
                <a:cubicBezTo>
                  <a:pt x="12447367" y="1742626"/>
                  <a:pt x="12447367" y="1730555"/>
                  <a:pt x="12440234" y="1723421"/>
                </a:cubicBezTo>
                <a:cubicBezTo>
                  <a:pt x="12436668" y="1719854"/>
                  <a:pt x="12431866" y="1718071"/>
                  <a:pt x="12427065" y="1718071"/>
                </a:cubicBezTo>
                <a:close/>
                <a:moveTo>
                  <a:pt x="3845149" y="1685353"/>
                </a:moveTo>
                <a:cubicBezTo>
                  <a:pt x="3840280" y="1685284"/>
                  <a:pt x="3835341" y="1686930"/>
                  <a:pt x="3831774" y="1690497"/>
                </a:cubicBezTo>
                <a:cubicBezTo>
                  <a:pt x="3824640" y="1697631"/>
                  <a:pt x="3824640" y="1709702"/>
                  <a:pt x="3831774" y="1716836"/>
                </a:cubicBezTo>
                <a:cubicBezTo>
                  <a:pt x="3838358" y="1723421"/>
                  <a:pt x="3848784" y="1723970"/>
                  <a:pt x="3856466" y="1718482"/>
                </a:cubicBezTo>
                <a:lnTo>
                  <a:pt x="4202166" y="2064181"/>
                </a:lnTo>
                <a:lnTo>
                  <a:pt x="4745408" y="2064181"/>
                </a:lnTo>
                <a:lnTo>
                  <a:pt x="5736961" y="3055735"/>
                </a:lnTo>
                <a:cubicBezTo>
                  <a:pt x="5731474" y="3062868"/>
                  <a:pt x="5732022" y="3073843"/>
                  <a:pt x="5738606" y="3080427"/>
                </a:cubicBezTo>
                <a:cubicBezTo>
                  <a:pt x="5745741" y="3087561"/>
                  <a:pt x="5757813" y="3087561"/>
                  <a:pt x="5764946" y="3080427"/>
                </a:cubicBezTo>
                <a:cubicBezTo>
                  <a:pt x="5772079" y="3073294"/>
                  <a:pt x="5772079" y="3061222"/>
                  <a:pt x="5764946" y="3054088"/>
                </a:cubicBezTo>
                <a:cubicBezTo>
                  <a:pt x="5758362" y="3047504"/>
                  <a:pt x="5747936" y="3046955"/>
                  <a:pt x="5740254" y="3052442"/>
                </a:cubicBezTo>
                <a:lnTo>
                  <a:pt x="4747054" y="2059243"/>
                </a:lnTo>
                <a:lnTo>
                  <a:pt x="4203812" y="2059243"/>
                </a:lnTo>
                <a:lnTo>
                  <a:pt x="3859759" y="1715189"/>
                </a:lnTo>
                <a:cubicBezTo>
                  <a:pt x="3865247" y="1708057"/>
                  <a:pt x="3864697" y="1697082"/>
                  <a:pt x="3858113" y="1690497"/>
                </a:cubicBezTo>
                <a:cubicBezTo>
                  <a:pt x="3854820" y="1687204"/>
                  <a:pt x="3850019" y="1685421"/>
                  <a:pt x="3845149" y="1685353"/>
                </a:cubicBezTo>
                <a:close/>
                <a:moveTo>
                  <a:pt x="13497086" y="1506124"/>
                </a:moveTo>
                <a:cubicBezTo>
                  <a:pt x="13486661" y="1506124"/>
                  <a:pt x="13479527" y="1513258"/>
                  <a:pt x="13478430" y="1522586"/>
                </a:cubicBezTo>
                <a:lnTo>
                  <a:pt x="12637776" y="1522586"/>
                </a:lnTo>
                <a:lnTo>
                  <a:pt x="12571381" y="1588982"/>
                </a:lnTo>
                <a:cubicBezTo>
                  <a:pt x="12564246" y="1583494"/>
                  <a:pt x="12553272" y="1584044"/>
                  <a:pt x="12546688" y="1590628"/>
                </a:cubicBezTo>
                <a:cubicBezTo>
                  <a:pt x="12539554" y="1597761"/>
                  <a:pt x="12539554" y="1609833"/>
                  <a:pt x="12546688" y="1616967"/>
                </a:cubicBezTo>
                <a:cubicBezTo>
                  <a:pt x="12553821" y="1624101"/>
                  <a:pt x="12565893" y="1624101"/>
                  <a:pt x="12573027" y="1616967"/>
                </a:cubicBezTo>
                <a:cubicBezTo>
                  <a:pt x="12579612" y="1610383"/>
                  <a:pt x="12580159" y="1599957"/>
                  <a:pt x="12574673" y="1592275"/>
                </a:cubicBezTo>
                <a:lnTo>
                  <a:pt x="12639972" y="1526976"/>
                </a:lnTo>
                <a:lnTo>
                  <a:pt x="13478430" y="1526976"/>
                </a:lnTo>
                <a:cubicBezTo>
                  <a:pt x="13479527" y="1536304"/>
                  <a:pt x="13487208" y="1543438"/>
                  <a:pt x="13497086" y="1543438"/>
                </a:cubicBezTo>
                <a:cubicBezTo>
                  <a:pt x="13506963" y="1543438"/>
                  <a:pt x="13515743" y="1535207"/>
                  <a:pt x="13515743" y="1524781"/>
                </a:cubicBezTo>
                <a:cubicBezTo>
                  <a:pt x="13515743" y="1514355"/>
                  <a:pt x="13507512" y="1506124"/>
                  <a:pt x="13497086" y="1506124"/>
                </a:cubicBezTo>
                <a:close/>
                <a:moveTo>
                  <a:pt x="6641266" y="1485410"/>
                </a:moveTo>
                <a:cubicBezTo>
                  <a:pt x="6636465" y="1485410"/>
                  <a:pt x="6631663" y="1487193"/>
                  <a:pt x="6628097" y="1490760"/>
                </a:cubicBezTo>
                <a:cubicBezTo>
                  <a:pt x="6620964" y="1497893"/>
                  <a:pt x="6620964" y="1509965"/>
                  <a:pt x="6628097" y="1517099"/>
                </a:cubicBezTo>
                <a:cubicBezTo>
                  <a:pt x="6634682" y="1523684"/>
                  <a:pt x="6645108" y="1524232"/>
                  <a:pt x="6652789" y="1518744"/>
                </a:cubicBezTo>
                <a:lnTo>
                  <a:pt x="6797106" y="1663061"/>
                </a:lnTo>
                <a:lnTo>
                  <a:pt x="6797106" y="1889137"/>
                </a:lnTo>
                <a:lnTo>
                  <a:pt x="7180118" y="2272150"/>
                </a:lnTo>
                <a:cubicBezTo>
                  <a:pt x="7174632" y="2279283"/>
                  <a:pt x="7175180" y="2290257"/>
                  <a:pt x="7181764" y="2296842"/>
                </a:cubicBezTo>
                <a:cubicBezTo>
                  <a:pt x="7188898" y="2303976"/>
                  <a:pt x="7200970" y="2303976"/>
                  <a:pt x="7208103" y="2296842"/>
                </a:cubicBezTo>
                <a:cubicBezTo>
                  <a:pt x="7215237" y="2289709"/>
                  <a:pt x="7215237" y="2277637"/>
                  <a:pt x="7208103" y="2270503"/>
                </a:cubicBezTo>
                <a:cubicBezTo>
                  <a:pt x="7201518" y="2263918"/>
                  <a:pt x="7191093" y="2263370"/>
                  <a:pt x="7183411" y="2268858"/>
                </a:cubicBezTo>
                <a:lnTo>
                  <a:pt x="6802044" y="1887490"/>
                </a:lnTo>
                <a:lnTo>
                  <a:pt x="6802044" y="1661414"/>
                </a:lnTo>
                <a:lnTo>
                  <a:pt x="6656082" y="1515452"/>
                </a:lnTo>
                <a:cubicBezTo>
                  <a:pt x="6661570" y="1508318"/>
                  <a:pt x="6661020" y="1497345"/>
                  <a:pt x="6654436" y="1490760"/>
                </a:cubicBezTo>
                <a:cubicBezTo>
                  <a:pt x="6650869" y="1487193"/>
                  <a:pt x="6646068" y="1485410"/>
                  <a:pt x="6641266" y="1485410"/>
                </a:cubicBezTo>
                <a:close/>
                <a:moveTo>
                  <a:pt x="33472" y="1395830"/>
                </a:moveTo>
                <a:cubicBezTo>
                  <a:pt x="23594" y="1395830"/>
                  <a:pt x="14814" y="1404061"/>
                  <a:pt x="14814" y="1414487"/>
                </a:cubicBezTo>
                <a:cubicBezTo>
                  <a:pt x="14814" y="1424912"/>
                  <a:pt x="23046" y="1433143"/>
                  <a:pt x="33472" y="1433143"/>
                </a:cubicBezTo>
                <a:cubicBezTo>
                  <a:pt x="43898" y="1433143"/>
                  <a:pt x="51032" y="1426010"/>
                  <a:pt x="52128" y="1416681"/>
                </a:cubicBezTo>
                <a:lnTo>
                  <a:pt x="219492" y="1416681"/>
                </a:lnTo>
                <a:lnTo>
                  <a:pt x="796206" y="1993396"/>
                </a:lnTo>
                <a:lnTo>
                  <a:pt x="1512845" y="1993396"/>
                </a:lnTo>
                <a:lnTo>
                  <a:pt x="1769651" y="2250201"/>
                </a:lnTo>
                <a:lnTo>
                  <a:pt x="2471474" y="2250201"/>
                </a:lnTo>
                <a:lnTo>
                  <a:pt x="3019655" y="2798381"/>
                </a:lnTo>
                <a:lnTo>
                  <a:pt x="3422422" y="2798381"/>
                </a:lnTo>
                <a:cubicBezTo>
                  <a:pt x="3423519" y="2807709"/>
                  <a:pt x="3431202" y="2814843"/>
                  <a:pt x="3441079" y="2814843"/>
                </a:cubicBezTo>
                <a:cubicBezTo>
                  <a:pt x="3450956" y="2814843"/>
                  <a:pt x="3459736" y="2806612"/>
                  <a:pt x="3459736" y="2796186"/>
                </a:cubicBezTo>
                <a:cubicBezTo>
                  <a:pt x="3459736" y="2790973"/>
                  <a:pt x="3457678" y="2786309"/>
                  <a:pt x="3454317" y="2782948"/>
                </a:cubicBezTo>
                <a:lnTo>
                  <a:pt x="3441344" y="2777637"/>
                </a:lnTo>
                <a:lnTo>
                  <a:pt x="3429212" y="2782262"/>
                </a:lnTo>
                <a:cubicBezTo>
                  <a:pt x="3425851" y="2785211"/>
                  <a:pt x="3423519" y="2789327"/>
                  <a:pt x="3422971" y="2793991"/>
                </a:cubicBezTo>
                <a:lnTo>
                  <a:pt x="3021849" y="2793991"/>
                </a:lnTo>
                <a:lnTo>
                  <a:pt x="2473670" y="2245811"/>
                </a:lnTo>
                <a:lnTo>
                  <a:pt x="1771845" y="2245811"/>
                </a:lnTo>
                <a:lnTo>
                  <a:pt x="1515040" y="1989005"/>
                </a:lnTo>
                <a:lnTo>
                  <a:pt x="798400" y="1989005"/>
                </a:lnTo>
                <a:lnTo>
                  <a:pt x="221686" y="1412291"/>
                </a:lnTo>
                <a:lnTo>
                  <a:pt x="52128" y="1412291"/>
                </a:lnTo>
                <a:cubicBezTo>
                  <a:pt x="51032" y="1402963"/>
                  <a:pt x="43348" y="1395830"/>
                  <a:pt x="33472" y="1395830"/>
                </a:cubicBezTo>
                <a:close/>
                <a:moveTo>
                  <a:pt x="9174747" y="1151234"/>
                </a:moveTo>
                <a:cubicBezTo>
                  <a:pt x="9169946" y="1151234"/>
                  <a:pt x="9165145" y="1153017"/>
                  <a:pt x="9161578" y="1156584"/>
                </a:cubicBezTo>
                <a:cubicBezTo>
                  <a:pt x="9154993" y="1163169"/>
                  <a:pt x="9154445" y="1173595"/>
                  <a:pt x="9159932" y="1181277"/>
                </a:cubicBezTo>
                <a:lnTo>
                  <a:pt x="8988180" y="1353028"/>
                </a:lnTo>
                <a:lnTo>
                  <a:pt x="8987631" y="1353028"/>
                </a:lnTo>
                <a:lnTo>
                  <a:pt x="8987631" y="1353577"/>
                </a:lnTo>
                <a:lnTo>
                  <a:pt x="8987631" y="2131126"/>
                </a:lnTo>
                <a:cubicBezTo>
                  <a:pt x="8978303" y="2132223"/>
                  <a:pt x="8971169" y="2139906"/>
                  <a:pt x="8971169" y="2149783"/>
                </a:cubicBezTo>
                <a:cubicBezTo>
                  <a:pt x="8971169" y="2159661"/>
                  <a:pt x="8979400" y="2168440"/>
                  <a:pt x="8989826" y="2168440"/>
                </a:cubicBezTo>
                <a:cubicBezTo>
                  <a:pt x="9000252" y="2168440"/>
                  <a:pt x="9008483" y="2160209"/>
                  <a:pt x="9008483" y="2149783"/>
                </a:cubicBezTo>
                <a:cubicBezTo>
                  <a:pt x="9008483" y="2139357"/>
                  <a:pt x="9001349" y="2132223"/>
                  <a:pt x="8992021" y="2131126"/>
                </a:cubicBezTo>
                <a:lnTo>
                  <a:pt x="8992021" y="1355772"/>
                </a:lnTo>
                <a:lnTo>
                  <a:pt x="9163224" y="1184568"/>
                </a:lnTo>
                <a:cubicBezTo>
                  <a:pt x="9170358" y="1190056"/>
                  <a:pt x="9181332" y="1189508"/>
                  <a:pt x="9187917" y="1182923"/>
                </a:cubicBezTo>
                <a:cubicBezTo>
                  <a:pt x="9195051" y="1175789"/>
                  <a:pt x="9195051" y="1163717"/>
                  <a:pt x="9187917" y="1156584"/>
                </a:cubicBezTo>
                <a:cubicBezTo>
                  <a:pt x="9184350" y="1153017"/>
                  <a:pt x="9179549" y="1151234"/>
                  <a:pt x="9174747" y="1151234"/>
                </a:cubicBezTo>
                <a:close/>
                <a:moveTo>
                  <a:pt x="15646457" y="1093480"/>
                </a:moveTo>
                <a:cubicBezTo>
                  <a:pt x="15636032" y="1093480"/>
                  <a:pt x="15628898" y="1100613"/>
                  <a:pt x="15627801" y="1109942"/>
                </a:cubicBezTo>
                <a:lnTo>
                  <a:pt x="15261799" y="1109942"/>
                </a:lnTo>
                <a:lnTo>
                  <a:pt x="14370115" y="2001627"/>
                </a:lnTo>
                <a:lnTo>
                  <a:pt x="12913787" y="2001627"/>
                </a:lnTo>
                <a:lnTo>
                  <a:pt x="12637776" y="2277637"/>
                </a:lnTo>
                <a:cubicBezTo>
                  <a:pt x="12630644" y="2272150"/>
                  <a:pt x="12619669" y="2272699"/>
                  <a:pt x="12613083" y="2279283"/>
                </a:cubicBezTo>
                <a:cubicBezTo>
                  <a:pt x="12605951" y="2286416"/>
                  <a:pt x="12605951" y="2298489"/>
                  <a:pt x="12613083" y="2305623"/>
                </a:cubicBezTo>
                <a:cubicBezTo>
                  <a:pt x="12620217" y="2312755"/>
                  <a:pt x="12632289" y="2312755"/>
                  <a:pt x="12639422" y="2305623"/>
                </a:cubicBezTo>
                <a:cubicBezTo>
                  <a:pt x="12646556" y="2298489"/>
                  <a:pt x="12646556" y="2288612"/>
                  <a:pt x="12641069" y="2280929"/>
                </a:cubicBezTo>
                <a:lnTo>
                  <a:pt x="12915982" y="2006016"/>
                </a:lnTo>
                <a:lnTo>
                  <a:pt x="14372309" y="2006016"/>
                </a:lnTo>
                <a:lnTo>
                  <a:pt x="15263994" y="1114332"/>
                </a:lnTo>
                <a:lnTo>
                  <a:pt x="15627801" y="1114332"/>
                </a:lnTo>
                <a:cubicBezTo>
                  <a:pt x="15628898" y="1123660"/>
                  <a:pt x="15636580" y="1130793"/>
                  <a:pt x="15646457" y="1130793"/>
                </a:cubicBezTo>
                <a:cubicBezTo>
                  <a:pt x="15656335" y="1130793"/>
                  <a:pt x="15665115" y="1122562"/>
                  <a:pt x="15665115" y="1112137"/>
                </a:cubicBezTo>
                <a:cubicBezTo>
                  <a:pt x="15665115" y="1101710"/>
                  <a:pt x="15656884" y="1093480"/>
                  <a:pt x="15646457" y="1093480"/>
                </a:cubicBezTo>
                <a:close/>
                <a:moveTo>
                  <a:pt x="10528462" y="910342"/>
                </a:moveTo>
                <a:cubicBezTo>
                  <a:pt x="10523661" y="910342"/>
                  <a:pt x="10518859" y="912125"/>
                  <a:pt x="10515293" y="915692"/>
                </a:cubicBezTo>
                <a:cubicBezTo>
                  <a:pt x="10508708" y="922277"/>
                  <a:pt x="10508159" y="932702"/>
                  <a:pt x="10513647" y="940385"/>
                </a:cubicBezTo>
                <a:lnTo>
                  <a:pt x="10258488" y="1195543"/>
                </a:lnTo>
                <a:lnTo>
                  <a:pt x="10258488" y="1450154"/>
                </a:lnTo>
                <a:lnTo>
                  <a:pt x="9748718" y="1959923"/>
                </a:lnTo>
                <a:cubicBezTo>
                  <a:pt x="9741585" y="1954435"/>
                  <a:pt x="9730610" y="1954984"/>
                  <a:pt x="9724026" y="1961569"/>
                </a:cubicBezTo>
                <a:cubicBezTo>
                  <a:pt x="9716892" y="1968703"/>
                  <a:pt x="9716892" y="1980775"/>
                  <a:pt x="9724026" y="1987908"/>
                </a:cubicBezTo>
                <a:cubicBezTo>
                  <a:pt x="9731159" y="1995042"/>
                  <a:pt x="9743231" y="1995042"/>
                  <a:pt x="9750364" y="1987908"/>
                </a:cubicBezTo>
                <a:cubicBezTo>
                  <a:pt x="9757498" y="1980775"/>
                  <a:pt x="9757498" y="1970898"/>
                  <a:pt x="9752011" y="1963215"/>
                </a:cubicBezTo>
                <a:lnTo>
                  <a:pt x="10262329" y="1452897"/>
                </a:lnTo>
                <a:lnTo>
                  <a:pt x="10262878" y="1452897"/>
                </a:lnTo>
                <a:lnTo>
                  <a:pt x="10262878" y="1197738"/>
                </a:lnTo>
                <a:lnTo>
                  <a:pt x="10516939" y="943676"/>
                </a:lnTo>
                <a:cubicBezTo>
                  <a:pt x="10524072" y="949164"/>
                  <a:pt x="10535047" y="948616"/>
                  <a:pt x="10541632" y="942031"/>
                </a:cubicBezTo>
                <a:cubicBezTo>
                  <a:pt x="10548765" y="934897"/>
                  <a:pt x="10548765" y="922825"/>
                  <a:pt x="10541632" y="915692"/>
                </a:cubicBezTo>
                <a:cubicBezTo>
                  <a:pt x="10538065" y="912125"/>
                  <a:pt x="10533264" y="910342"/>
                  <a:pt x="10528462" y="910342"/>
                </a:cubicBezTo>
                <a:close/>
                <a:moveTo>
                  <a:pt x="11855289" y="888804"/>
                </a:moveTo>
                <a:cubicBezTo>
                  <a:pt x="11844863" y="888804"/>
                  <a:pt x="11837730" y="895938"/>
                  <a:pt x="11836631" y="905266"/>
                </a:cubicBezTo>
                <a:lnTo>
                  <a:pt x="10989943" y="905266"/>
                </a:lnTo>
                <a:lnTo>
                  <a:pt x="10868674" y="1026535"/>
                </a:lnTo>
                <a:cubicBezTo>
                  <a:pt x="10861541" y="1021048"/>
                  <a:pt x="10850566" y="1021596"/>
                  <a:pt x="10843981" y="1028181"/>
                </a:cubicBezTo>
                <a:cubicBezTo>
                  <a:pt x="10836848" y="1035315"/>
                  <a:pt x="10836848" y="1047387"/>
                  <a:pt x="10843981" y="1054520"/>
                </a:cubicBezTo>
                <a:cubicBezTo>
                  <a:pt x="10851115" y="1061654"/>
                  <a:pt x="10863187" y="1061654"/>
                  <a:pt x="10870320" y="1054520"/>
                </a:cubicBezTo>
                <a:cubicBezTo>
                  <a:pt x="10876905" y="1047935"/>
                  <a:pt x="10877454" y="1037509"/>
                  <a:pt x="10871966" y="1029827"/>
                </a:cubicBezTo>
                <a:lnTo>
                  <a:pt x="10992139" y="909655"/>
                </a:lnTo>
                <a:lnTo>
                  <a:pt x="11836631" y="909655"/>
                </a:lnTo>
                <a:cubicBezTo>
                  <a:pt x="11837730" y="918984"/>
                  <a:pt x="11845412" y="926118"/>
                  <a:pt x="11855289" y="926118"/>
                </a:cubicBezTo>
                <a:cubicBezTo>
                  <a:pt x="11865166" y="926118"/>
                  <a:pt x="11873946" y="917887"/>
                  <a:pt x="11873946" y="907461"/>
                </a:cubicBezTo>
                <a:cubicBezTo>
                  <a:pt x="11873946" y="897035"/>
                  <a:pt x="11865714" y="888804"/>
                  <a:pt x="11855289" y="888804"/>
                </a:cubicBezTo>
                <a:close/>
                <a:moveTo>
                  <a:pt x="2058830" y="752856"/>
                </a:moveTo>
                <a:cubicBezTo>
                  <a:pt x="2054029" y="752856"/>
                  <a:pt x="2049227" y="754640"/>
                  <a:pt x="2045661" y="758206"/>
                </a:cubicBezTo>
                <a:cubicBezTo>
                  <a:pt x="2038527" y="765340"/>
                  <a:pt x="2038527" y="777412"/>
                  <a:pt x="2045661" y="784545"/>
                </a:cubicBezTo>
                <a:cubicBezTo>
                  <a:pt x="2052246" y="791130"/>
                  <a:pt x="2062672" y="791679"/>
                  <a:pt x="2070354" y="786192"/>
                </a:cubicBezTo>
                <a:lnTo>
                  <a:pt x="2323318" y="1039156"/>
                </a:lnTo>
                <a:lnTo>
                  <a:pt x="3025142" y="1039156"/>
                </a:lnTo>
                <a:cubicBezTo>
                  <a:pt x="3026240" y="1048484"/>
                  <a:pt x="3033922" y="1055617"/>
                  <a:pt x="3043799" y="1055617"/>
                </a:cubicBezTo>
                <a:cubicBezTo>
                  <a:pt x="3053676" y="1055617"/>
                  <a:pt x="3062456" y="1047387"/>
                  <a:pt x="3062456" y="1036961"/>
                </a:cubicBezTo>
                <a:cubicBezTo>
                  <a:pt x="3062456" y="1026535"/>
                  <a:pt x="3054225" y="1018304"/>
                  <a:pt x="3043799" y="1018304"/>
                </a:cubicBezTo>
                <a:cubicBezTo>
                  <a:pt x="3033372" y="1018304"/>
                  <a:pt x="3026240" y="1025437"/>
                  <a:pt x="3025142" y="1034766"/>
                </a:cubicBezTo>
                <a:lnTo>
                  <a:pt x="2325512" y="1034766"/>
                </a:lnTo>
                <a:lnTo>
                  <a:pt x="2073647" y="782900"/>
                </a:lnTo>
                <a:cubicBezTo>
                  <a:pt x="2079134" y="775766"/>
                  <a:pt x="2078585" y="764791"/>
                  <a:pt x="2072000" y="758206"/>
                </a:cubicBezTo>
                <a:cubicBezTo>
                  <a:pt x="2068433" y="754640"/>
                  <a:pt x="2063631" y="752856"/>
                  <a:pt x="2058830" y="752856"/>
                </a:cubicBezTo>
                <a:close/>
                <a:moveTo>
                  <a:pt x="9086952" y="747780"/>
                </a:moveTo>
                <a:cubicBezTo>
                  <a:pt x="9076526" y="747780"/>
                  <a:pt x="9068294" y="756011"/>
                  <a:pt x="9068294" y="766437"/>
                </a:cubicBezTo>
                <a:cubicBezTo>
                  <a:pt x="9068294" y="776863"/>
                  <a:pt x="9075428" y="783997"/>
                  <a:pt x="9084757" y="785094"/>
                </a:cubicBezTo>
                <a:lnTo>
                  <a:pt x="9084757" y="966724"/>
                </a:lnTo>
                <a:lnTo>
                  <a:pt x="8528345" y="1523134"/>
                </a:lnTo>
                <a:lnTo>
                  <a:pt x="8527797" y="1523134"/>
                </a:lnTo>
                <a:lnTo>
                  <a:pt x="8527248" y="1523134"/>
                </a:lnTo>
                <a:lnTo>
                  <a:pt x="8527248" y="2683696"/>
                </a:lnTo>
                <a:lnTo>
                  <a:pt x="8318730" y="2892213"/>
                </a:lnTo>
                <a:lnTo>
                  <a:pt x="8318182" y="2892213"/>
                </a:lnTo>
                <a:lnTo>
                  <a:pt x="8318182" y="3225840"/>
                </a:lnTo>
                <a:lnTo>
                  <a:pt x="8323120" y="3225840"/>
                </a:lnTo>
                <a:lnTo>
                  <a:pt x="8323120" y="2894957"/>
                </a:lnTo>
                <a:lnTo>
                  <a:pt x="8531638" y="2686440"/>
                </a:lnTo>
                <a:lnTo>
                  <a:pt x="8532186" y="2686440"/>
                </a:lnTo>
                <a:lnTo>
                  <a:pt x="8532186" y="1525878"/>
                </a:lnTo>
                <a:lnTo>
                  <a:pt x="9088598" y="969467"/>
                </a:lnTo>
                <a:lnTo>
                  <a:pt x="9089146" y="969467"/>
                </a:lnTo>
                <a:lnTo>
                  <a:pt x="9089146" y="785094"/>
                </a:lnTo>
                <a:cubicBezTo>
                  <a:pt x="9098474" y="783997"/>
                  <a:pt x="9105608" y="776315"/>
                  <a:pt x="9105608" y="766437"/>
                </a:cubicBezTo>
                <a:cubicBezTo>
                  <a:pt x="9105608" y="756561"/>
                  <a:pt x="9097377" y="747780"/>
                  <a:pt x="9086952" y="747780"/>
                </a:cubicBezTo>
                <a:close/>
                <a:moveTo>
                  <a:pt x="9961625" y="705117"/>
                </a:moveTo>
                <a:cubicBezTo>
                  <a:pt x="9956824" y="705117"/>
                  <a:pt x="9952023" y="706900"/>
                  <a:pt x="9948456" y="710467"/>
                </a:cubicBezTo>
                <a:cubicBezTo>
                  <a:pt x="9941322" y="717600"/>
                  <a:pt x="9941322" y="727478"/>
                  <a:pt x="9946810" y="735160"/>
                </a:cubicBezTo>
                <a:lnTo>
                  <a:pt x="9173650" y="1508318"/>
                </a:lnTo>
                <a:lnTo>
                  <a:pt x="9173650" y="1507770"/>
                </a:lnTo>
                <a:lnTo>
                  <a:pt x="9173102" y="1507770"/>
                </a:lnTo>
                <a:lnTo>
                  <a:pt x="9173102" y="1703666"/>
                </a:lnTo>
                <a:lnTo>
                  <a:pt x="9293273" y="1823838"/>
                </a:lnTo>
                <a:lnTo>
                  <a:pt x="9293273" y="2141004"/>
                </a:lnTo>
                <a:lnTo>
                  <a:pt x="8559074" y="2875203"/>
                </a:lnTo>
                <a:lnTo>
                  <a:pt x="8558525" y="2875203"/>
                </a:lnTo>
                <a:lnTo>
                  <a:pt x="8558525" y="3232426"/>
                </a:lnTo>
                <a:lnTo>
                  <a:pt x="8563464" y="3232426"/>
                </a:lnTo>
                <a:lnTo>
                  <a:pt x="8563464" y="2877947"/>
                </a:lnTo>
                <a:lnTo>
                  <a:pt x="9297663" y="2143748"/>
                </a:lnTo>
                <a:lnTo>
                  <a:pt x="9298212" y="2143748"/>
                </a:lnTo>
                <a:lnTo>
                  <a:pt x="9298212" y="1822192"/>
                </a:lnTo>
                <a:lnTo>
                  <a:pt x="9178041" y="1702020"/>
                </a:lnTo>
                <a:lnTo>
                  <a:pt x="9178041" y="1510514"/>
                </a:lnTo>
                <a:lnTo>
                  <a:pt x="9950101" y="738452"/>
                </a:lnTo>
                <a:cubicBezTo>
                  <a:pt x="9957236" y="743939"/>
                  <a:pt x="9968210" y="743391"/>
                  <a:pt x="9974795" y="736806"/>
                </a:cubicBezTo>
                <a:cubicBezTo>
                  <a:pt x="9981928" y="729672"/>
                  <a:pt x="9981928" y="717600"/>
                  <a:pt x="9974795" y="710467"/>
                </a:cubicBezTo>
                <a:cubicBezTo>
                  <a:pt x="9971228" y="706900"/>
                  <a:pt x="9966427" y="705117"/>
                  <a:pt x="9961625" y="705117"/>
                </a:cubicBezTo>
                <a:close/>
                <a:moveTo>
                  <a:pt x="6732354" y="645717"/>
                </a:moveTo>
                <a:cubicBezTo>
                  <a:pt x="6721930" y="645717"/>
                  <a:pt x="6713699" y="653948"/>
                  <a:pt x="6713699" y="664374"/>
                </a:cubicBezTo>
                <a:cubicBezTo>
                  <a:pt x="6713699" y="669587"/>
                  <a:pt x="6715482" y="673977"/>
                  <a:pt x="6718432" y="677200"/>
                </a:cubicBezTo>
                <a:lnTo>
                  <a:pt x="6729612" y="682758"/>
                </a:lnTo>
                <a:lnTo>
                  <a:pt x="6729612" y="682482"/>
                </a:lnTo>
                <a:lnTo>
                  <a:pt x="6730160" y="683030"/>
                </a:lnTo>
                <a:lnTo>
                  <a:pt x="6729612" y="682758"/>
                </a:lnTo>
                <a:lnTo>
                  <a:pt x="6729612" y="1223529"/>
                </a:lnTo>
                <a:lnTo>
                  <a:pt x="7265720" y="1759636"/>
                </a:lnTo>
                <a:cubicBezTo>
                  <a:pt x="7260232" y="1766770"/>
                  <a:pt x="7260781" y="1777745"/>
                  <a:pt x="7267366" y="1784330"/>
                </a:cubicBezTo>
                <a:cubicBezTo>
                  <a:pt x="7274500" y="1791463"/>
                  <a:pt x="7286572" y="1791463"/>
                  <a:pt x="7293705" y="1784330"/>
                </a:cubicBezTo>
                <a:cubicBezTo>
                  <a:pt x="7300839" y="1777196"/>
                  <a:pt x="7300839" y="1765124"/>
                  <a:pt x="7293705" y="1757991"/>
                </a:cubicBezTo>
                <a:cubicBezTo>
                  <a:pt x="7287120" y="1751406"/>
                  <a:pt x="7276695" y="1750857"/>
                  <a:pt x="7269012" y="1756344"/>
                </a:cubicBezTo>
                <a:lnTo>
                  <a:pt x="6734550" y="1221882"/>
                </a:lnTo>
                <a:lnTo>
                  <a:pt x="6734550" y="683030"/>
                </a:lnTo>
                <a:cubicBezTo>
                  <a:pt x="6743879" y="681933"/>
                  <a:pt x="6751012" y="674251"/>
                  <a:pt x="6751012" y="664374"/>
                </a:cubicBezTo>
                <a:cubicBezTo>
                  <a:pt x="6751012" y="654496"/>
                  <a:pt x="6742780" y="645717"/>
                  <a:pt x="6732354" y="645717"/>
                </a:cubicBezTo>
                <a:close/>
                <a:moveTo>
                  <a:pt x="10619003" y="642013"/>
                </a:moveTo>
                <a:cubicBezTo>
                  <a:pt x="10614201" y="642013"/>
                  <a:pt x="10609400" y="643797"/>
                  <a:pt x="10605833" y="647363"/>
                </a:cubicBezTo>
                <a:cubicBezTo>
                  <a:pt x="10598700" y="654496"/>
                  <a:pt x="10598700" y="664374"/>
                  <a:pt x="10604187" y="672056"/>
                </a:cubicBezTo>
                <a:lnTo>
                  <a:pt x="9547334" y="1728908"/>
                </a:lnTo>
                <a:lnTo>
                  <a:pt x="9546786" y="1728908"/>
                </a:lnTo>
                <a:lnTo>
                  <a:pt x="9546237" y="1728908"/>
                </a:lnTo>
                <a:lnTo>
                  <a:pt x="9546237" y="1992846"/>
                </a:lnTo>
                <a:lnTo>
                  <a:pt x="8674855" y="2864228"/>
                </a:lnTo>
                <a:lnTo>
                  <a:pt x="8674306" y="2864228"/>
                </a:lnTo>
                <a:lnTo>
                  <a:pt x="8674306" y="3259313"/>
                </a:lnTo>
                <a:lnTo>
                  <a:pt x="8679246" y="3259313"/>
                </a:lnTo>
                <a:lnTo>
                  <a:pt x="8679246" y="2866972"/>
                </a:lnTo>
                <a:lnTo>
                  <a:pt x="9550628" y="1995590"/>
                </a:lnTo>
                <a:lnTo>
                  <a:pt x="9551176" y="1995590"/>
                </a:lnTo>
                <a:lnTo>
                  <a:pt x="9551176" y="1731652"/>
                </a:lnTo>
                <a:lnTo>
                  <a:pt x="10607479" y="675348"/>
                </a:lnTo>
                <a:cubicBezTo>
                  <a:pt x="10614612" y="680836"/>
                  <a:pt x="10625587" y="680287"/>
                  <a:pt x="10632172" y="673703"/>
                </a:cubicBezTo>
                <a:cubicBezTo>
                  <a:pt x="10639306" y="666569"/>
                  <a:pt x="10639306" y="654496"/>
                  <a:pt x="10632172" y="647363"/>
                </a:cubicBezTo>
                <a:cubicBezTo>
                  <a:pt x="10628606" y="643797"/>
                  <a:pt x="10623804" y="642013"/>
                  <a:pt x="10619003" y="642013"/>
                </a:cubicBezTo>
                <a:close/>
                <a:moveTo>
                  <a:pt x="8361532" y="559155"/>
                </a:moveTo>
                <a:cubicBezTo>
                  <a:pt x="8356730" y="559155"/>
                  <a:pt x="8351929" y="560939"/>
                  <a:pt x="8348362" y="564506"/>
                </a:cubicBezTo>
                <a:cubicBezTo>
                  <a:pt x="8341777" y="571090"/>
                  <a:pt x="8341228" y="581516"/>
                  <a:pt x="8346716" y="589198"/>
                </a:cubicBezTo>
                <a:lnTo>
                  <a:pt x="8076192" y="859721"/>
                </a:lnTo>
                <a:lnTo>
                  <a:pt x="8075643" y="859721"/>
                </a:lnTo>
                <a:lnTo>
                  <a:pt x="8075643" y="1055617"/>
                </a:lnTo>
                <a:lnTo>
                  <a:pt x="8195816" y="1175789"/>
                </a:lnTo>
                <a:lnTo>
                  <a:pt x="8195816" y="2295745"/>
                </a:lnTo>
                <a:lnTo>
                  <a:pt x="8195268" y="2295745"/>
                </a:lnTo>
                <a:lnTo>
                  <a:pt x="7973032" y="2517980"/>
                </a:lnTo>
                <a:lnTo>
                  <a:pt x="7972482" y="2517980"/>
                </a:lnTo>
                <a:lnTo>
                  <a:pt x="7972482" y="3202245"/>
                </a:lnTo>
                <a:lnTo>
                  <a:pt x="7977421" y="3202245"/>
                </a:lnTo>
                <a:lnTo>
                  <a:pt x="7977421" y="2520724"/>
                </a:lnTo>
                <a:lnTo>
                  <a:pt x="8199656" y="2298489"/>
                </a:lnTo>
                <a:lnTo>
                  <a:pt x="8200204" y="2298489"/>
                </a:lnTo>
                <a:lnTo>
                  <a:pt x="8200204" y="1174143"/>
                </a:lnTo>
                <a:lnTo>
                  <a:pt x="8080034" y="1053972"/>
                </a:lnTo>
                <a:lnTo>
                  <a:pt x="8080034" y="862465"/>
                </a:lnTo>
                <a:lnTo>
                  <a:pt x="8350008" y="592490"/>
                </a:lnTo>
                <a:cubicBezTo>
                  <a:pt x="8357142" y="597977"/>
                  <a:pt x="8368116" y="597428"/>
                  <a:pt x="8374701" y="590844"/>
                </a:cubicBezTo>
                <a:cubicBezTo>
                  <a:pt x="8381834" y="583711"/>
                  <a:pt x="8381834" y="571638"/>
                  <a:pt x="8374701" y="564506"/>
                </a:cubicBezTo>
                <a:cubicBezTo>
                  <a:pt x="8371134" y="560939"/>
                  <a:pt x="8366333" y="559155"/>
                  <a:pt x="8361532" y="559155"/>
                </a:cubicBezTo>
                <a:close/>
                <a:moveTo>
                  <a:pt x="9196696" y="544202"/>
                </a:moveTo>
                <a:lnTo>
                  <a:pt x="9196148" y="544202"/>
                </a:lnTo>
                <a:lnTo>
                  <a:pt x="9196148" y="544750"/>
                </a:lnTo>
                <a:close/>
                <a:moveTo>
                  <a:pt x="9731159" y="425265"/>
                </a:moveTo>
                <a:cubicBezTo>
                  <a:pt x="9726358" y="425265"/>
                  <a:pt x="9721556" y="427048"/>
                  <a:pt x="9717990" y="430615"/>
                </a:cubicBezTo>
                <a:cubicBezTo>
                  <a:pt x="9710856" y="437749"/>
                  <a:pt x="9710856" y="447626"/>
                  <a:pt x="9716344" y="455308"/>
                </a:cubicBezTo>
                <a:lnTo>
                  <a:pt x="8747837" y="1423815"/>
                </a:lnTo>
                <a:lnTo>
                  <a:pt x="8747288" y="1423815"/>
                </a:lnTo>
                <a:lnTo>
                  <a:pt x="8747288" y="1828228"/>
                </a:lnTo>
                <a:lnTo>
                  <a:pt x="8854291" y="1935230"/>
                </a:lnTo>
                <a:lnTo>
                  <a:pt x="8854291" y="2265017"/>
                </a:lnTo>
                <a:lnTo>
                  <a:pt x="8684733" y="2434574"/>
                </a:lnTo>
                <a:cubicBezTo>
                  <a:pt x="8677599" y="2429086"/>
                  <a:pt x="8666624" y="2429635"/>
                  <a:pt x="8660040" y="2436219"/>
                </a:cubicBezTo>
                <a:cubicBezTo>
                  <a:pt x="8652907" y="2443353"/>
                  <a:pt x="8652907" y="2455425"/>
                  <a:pt x="8660040" y="2462558"/>
                </a:cubicBezTo>
                <a:cubicBezTo>
                  <a:pt x="8667174" y="2469692"/>
                  <a:pt x="8679246" y="2469692"/>
                  <a:pt x="8686379" y="2462558"/>
                </a:cubicBezTo>
                <a:cubicBezTo>
                  <a:pt x="8693513" y="2455425"/>
                  <a:pt x="8693513" y="2445548"/>
                  <a:pt x="8688025" y="2437866"/>
                </a:cubicBezTo>
                <a:lnTo>
                  <a:pt x="8858679" y="2267211"/>
                </a:lnTo>
                <a:lnTo>
                  <a:pt x="8859229" y="2267211"/>
                </a:lnTo>
                <a:lnTo>
                  <a:pt x="8859229" y="1932486"/>
                </a:lnTo>
                <a:lnTo>
                  <a:pt x="8752227" y="1825485"/>
                </a:lnTo>
                <a:lnTo>
                  <a:pt x="8752227" y="1426010"/>
                </a:lnTo>
                <a:lnTo>
                  <a:pt x="9719635" y="458600"/>
                </a:lnTo>
                <a:cubicBezTo>
                  <a:pt x="9726769" y="464088"/>
                  <a:pt x="9737744" y="463539"/>
                  <a:pt x="9744329" y="456954"/>
                </a:cubicBezTo>
                <a:cubicBezTo>
                  <a:pt x="9751462" y="449821"/>
                  <a:pt x="9751462" y="437749"/>
                  <a:pt x="9744329" y="430615"/>
                </a:cubicBezTo>
                <a:cubicBezTo>
                  <a:pt x="9740762" y="427048"/>
                  <a:pt x="9735960" y="425265"/>
                  <a:pt x="9731159" y="425265"/>
                </a:cubicBezTo>
                <a:close/>
                <a:moveTo>
                  <a:pt x="5143236" y="372038"/>
                </a:moveTo>
                <a:cubicBezTo>
                  <a:pt x="5138435" y="372038"/>
                  <a:pt x="5133634" y="373822"/>
                  <a:pt x="5130067" y="377389"/>
                </a:cubicBezTo>
                <a:cubicBezTo>
                  <a:pt x="5122933" y="384522"/>
                  <a:pt x="5122933" y="396594"/>
                  <a:pt x="5130067" y="403728"/>
                </a:cubicBezTo>
                <a:cubicBezTo>
                  <a:pt x="5136652" y="410313"/>
                  <a:pt x="5147077" y="410861"/>
                  <a:pt x="5154760" y="405373"/>
                </a:cubicBezTo>
                <a:lnTo>
                  <a:pt x="5498812" y="749427"/>
                </a:lnTo>
                <a:lnTo>
                  <a:pt x="5498812" y="1292668"/>
                </a:lnTo>
                <a:lnTo>
                  <a:pt x="6492012" y="2285868"/>
                </a:lnTo>
                <a:cubicBezTo>
                  <a:pt x="6486526" y="2293001"/>
                  <a:pt x="6487074" y="2303976"/>
                  <a:pt x="6493658" y="2310561"/>
                </a:cubicBezTo>
                <a:cubicBezTo>
                  <a:pt x="6500243" y="2317146"/>
                  <a:pt x="6512864" y="2317695"/>
                  <a:pt x="6519997" y="2310561"/>
                </a:cubicBezTo>
                <a:cubicBezTo>
                  <a:pt x="6527130" y="2303427"/>
                  <a:pt x="6527130" y="2291356"/>
                  <a:pt x="6519997" y="2284222"/>
                </a:cubicBezTo>
                <a:cubicBezTo>
                  <a:pt x="6512864" y="2277088"/>
                  <a:pt x="6502987" y="2277088"/>
                  <a:pt x="6495304" y="2282575"/>
                </a:cubicBezTo>
                <a:lnTo>
                  <a:pt x="5503751" y="1291022"/>
                </a:lnTo>
                <a:lnTo>
                  <a:pt x="5503751" y="747780"/>
                </a:lnTo>
                <a:lnTo>
                  <a:pt x="5158052" y="402081"/>
                </a:lnTo>
                <a:cubicBezTo>
                  <a:pt x="5163540" y="394948"/>
                  <a:pt x="5162991" y="383974"/>
                  <a:pt x="5156406" y="377389"/>
                </a:cubicBezTo>
                <a:cubicBezTo>
                  <a:pt x="5152839" y="373822"/>
                  <a:pt x="5148038" y="372038"/>
                  <a:pt x="5143236" y="372038"/>
                </a:cubicBezTo>
                <a:close/>
                <a:moveTo>
                  <a:pt x="30180" y="329238"/>
                </a:moveTo>
                <a:cubicBezTo>
                  <a:pt x="25378" y="329238"/>
                  <a:pt x="20578" y="331021"/>
                  <a:pt x="17010" y="334587"/>
                </a:cubicBezTo>
                <a:cubicBezTo>
                  <a:pt x="9876" y="341721"/>
                  <a:pt x="9876" y="353794"/>
                  <a:pt x="17010" y="360926"/>
                </a:cubicBezTo>
                <a:cubicBezTo>
                  <a:pt x="23594" y="367511"/>
                  <a:pt x="34020" y="368060"/>
                  <a:pt x="41702" y="362573"/>
                </a:cubicBezTo>
                <a:lnTo>
                  <a:pt x="560800" y="881671"/>
                </a:lnTo>
                <a:lnTo>
                  <a:pt x="1124344" y="881671"/>
                </a:lnTo>
                <a:lnTo>
                  <a:pt x="1953474" y="1710800"/>
                </a:lnTo>
                <a:lnTo>
                  <a:pt x="2496168" y="1710800"/>
                </a:lnTo>
                <a:lnTo>
                  <a:pt x="3193602" y="2408235"/>
                </a:lnTo>
                <a:lnTo>
                  <a:pt x="3588687" y="2408235"/>
                </a:lnTo>
                <a:lnTo>
                  <a:pt x="4287219" y="3106766"/>
                </a:lnTo>
                <a:lnTo>
                  <a:pt x="5315537" y="3106766"/>
                </a:lnTo>
                <a:lnTo>
                  <a:pt x="5924078" y="3715307"/>
                </a:lnTo>
                <a:lnTo>
                  <a:pt x="6682420" y="3715307"/>
                </a:lnTo>
                <a:lnTo>
                  <a:pt x="6682420" y="3710368"/>
                </a:lnTo>
                <a:lnTo>
                  <a:pt x="5926273" y="3710368"/>
                </a:lnTo>
                <a:lnTo>
                  <a:pt x="5317732" y="3101828"/>
                </a:lnTo>
                <a:lnTo>
                  <a:pt x="4289414" y="3101828"/>
                </a:lnTo>
                <a:lnTo>
                  <a:pt x="3590882" y="2403296"/>
                </a:lnTo>
                <a:lnTo>
                  <a:pt x="3195797" y="2403296"/>
                </a:lnTo>
                <a:lnTo>
                  <a:pt x="2498362" y="1705861"/>
                </a:lnTo>
                <a:lnTo>
                  <a:pt x="1955669" y="1705861"/>
                </a:lnTo>
                <a:lnTo>
                  <a:pt x="1126540" y="876732"/>
                </a:lnTo>
                <a:lnTo>
                  <a:pt x="562996" y="876732"/>
                </a:lnTo>
                <a:lnTo>
                  <a:pt x="44994" y="359280"/>
                </a:lnTo>
                <a:cubicBezTo>
                  <a:pt x="50482" y="352147"/>
                  <a:pt x="49934" y="341172"/>
                  <a:pt x="43348" y="334587"/>
                </a:cubicBezTo>
                <a:cubicBezTo>
                  <a:pt x="39782" y="331021"/>
                  <a:pt x="34982" y="329238"/>
                  <a:pt x="30180" y="329238"/>
                </a:cubicBezTo>
                <a:close/>
                <a:moveTo>
                  <a:pt x="8003760" y="292473"/>
                </a:moveTo>
                <a:cubicBezTo>
                  <a:pt x="7998959" y="292473"/>
                  <a:pt x="7994157" y="294256"/>
                  <a:pt x="7990591" y="297823"/>
                </a:cubicBezTo>
                <a:cubicBezTo>
                  <a:pt x="7984007" y="304407"/>
                  <a:pt x="7983457" y="314833"/>
                  <a:pt x="7988944" y="322515"/>
                </a:cubicBezTo>
                <a:lnTo>
                  <a:pt x="7868774" y="442687"/>
                </a:lnTo>
                <a:lnTo>
                  <a:pt x="7868774" y="1451251"/>
                </a:lnTo>
                <a:lnTo>
                  <a:pt x="7746406" y="1573618"/>
                </a:lnTo>
                <a:lnTo>
                  <a:pt x="7746406" y="3202794"/>
                </a:lnTo>
                <a:lnTo>
                  <a:pt x="7751346" y="3202794"/>
                </a:lnTo>
                <a:lnTo>
                  <a:pt x="7751346" y="1575812"/>
                </a:lnTo>
                <a:lnTo>
                  <a:pt x="7873712" y="1453446"/>
                </a:lnTo>
                <a:lnTo>
                  <a:pt x="7873712" y="444334"/>
                </a:lnTo>
                <a:lnTo>
                  <a:pt x="7992238" y="325808"/>
                </a:lnTo>
                <a:cubicBezTo>
                  <a:pt x="7999370" y="331296"/>
                  <a:pt x="8010345" y="330746"/>
                  <a:pt x="8016930" y="324162"/>
                </a:cubicBezTo>
                <a:cubicBezTo>
                  <a:pt x="8024064" y="317028"/>
                  <a:pt x="8024064" y="304957"/>
                  <a:pt x="8016930" y="297823"/>
                </a:cubicBezTo>
                <a:cubicBezTo>
                  <a:pt x="8013363" y="294256"/>
                  <a:pt x="8008561" y="292473"/>
                  <a:pt x="8003760" y="292473"/>
                </a:cubicBezTo>
                <a:close/>
                <a:moveTo>
                  <a:pt x="11430573" y="181629"/>
                </a:moveTo>
                <a:cubicBezTo>
                  <a:pt x="11425772" y="181629"/>
                  <a:pt x="11420971" y="183413"/>
                  <a:pt x="11417404" y="186979"/>
                </a:cubicBezTo>
                <a:cubicBezTo>
                  <a:pt x="11410819" y="193564"/>
                  <a:pt x="11410269" y="203990"/>
                  <a:pt x="11415757" y="211673"/>
                </a:cubicBezTo>
                <a:lnTo>
                  <a:pt x="11160598" y="466832"/>
                </a:lnTo>
                <a:lnTo>
                  <a:pt x="11160049" y="466832"/>
                </a:lnTo>
                <a:lnTo>
                  <a:pt x="11160049" y="614439"/>
                </a:lnTo>
                <a:cubicBezTo>
                  <a:pt x="11150721" y="615537"/>
                  <a:pt x="11143588" y="623219"/>
                  <a:pt x="11143588" y="633096"/>
                </a:cubicBezTo>
                <a:cubicBezTo>
                  <a:pt x="11143588" y="642973"/>
                  <a:pt x="11151818" y="651753"/>
                  <a:pt x="11162244" y="651753"/>
                </a:cubicBezTo>
                <a:lnTo>
                  <a:pt x="11162793" y="651205"/>
                </a:lnTo>
                <a:cubicBezTo>
                  <a:pt x="11173219" y="651205"/>
                  <a:pt x="11181450" y="642973"/>
                  <a:pt x="11181450" y="632548"/>
                </a:cubicBezTo>
                <a:cubicBezTo>
                  <a:pt x="11181450" y="622122"/>
                  <a:pt x="11174316" y="614988"/>
                  <a:pt x="11164988" y="613891"/>
                </a:cubicBezTo>
                <a:lnTo>
                  <a:pt x="11164988" y="469026"/>
                </a:lnTo>
                <a:lnTo>
                  <a:pt x="11419049" y="214965"/>
                </a:lnTo>
                <a:cubicBezTo>
                  <a:pt x="11426183" y="220452"/>
                  <a:pt x="11437158" y="219903"/>
                  <a:pt x="11443743" y="213318"/>
                </a:cubicBezTo>
                <a:cubicBezTo>
                  <a:pt x="11450876" y="206185"/>
                  <a:pt x="11450876" y="194113"/>
                  <a:pt x="11443743" y="186979"/>
                </a:cubicBezTo>
                <a:cubicBezTo>
                  <a:pt x="11440176" y="183413"/>
                  <a:pt x="11435374" y="181629"/>
                  <a:pt x="11430573" y="181629"/>
                </a:cubicBezTo>
                <a:close/>
                <a:moveTo>
                  <a:pt x="9575320" y="150352"/>
                </a:moveTo>
                <a:cubicBezTo>
                  <a:pt x="9570519" y="150352"/>
                  <a:pt x="9565717" y="152135"/>
                  <a:pt x="9562151" y="155702"/>
                </a:cubicBezTo>
                <a:cubicBezTo>
                  <a:pt x="9555565" y="162287"/>
                  <a:pt x="9555016" y="172712"/>
                  <a:pt x="9560504" y="180394"/>
                </a:cubicBezTo>
                <a:lnTo>
                  <a:pt x="9196696" y="544202"/>
                </a:lnTo>
                <a:lnTo>
                  <a:pt x="9196698" y="544202"/>
                </a:lnTo>
                <a:lnTo>
                  <a:pt x="9196148" y="544750"/>
                </a:lnTo>
                <a:lnTo>
                  <a:pt x="9196148" y="788935"/>
                </a:lnTo>
                <a:cubicBezTo>
                  <a:pt x="9186820" y="790033"/>
                  <a:pt x="9179687" y="797715"/>
                  <a:pt x="9179687" y="807592"/>
                </a:cubicBezTo>
                <a:cubicBezTo>
                  <a:pt x="9179687" y="817469"/>
                  <a:pt x="9187917" y="826249"/>
                  <a:pt x="9198343" y="826249"/>
                </a:cubicBezTo>
                <a:cubicBezTo>
                  <a:pt x="9208769" y="826249"/>
                  <a:pt x="9217000" y="818018"/>
                  <a:pt x="9217000" y="807592"/>
                </a:cubicBezTo>
                <a:cubicBezTo>
                  <a:pt x="9217000" y="797166"/>
                  <a:pt x="9209867" y="790033"/>
                  <a:pt x="9200538" y="788935"/>
                </a:cubicBezTo>
                <a:lnTo>
                  <a:pt x="9200538" y="546946"/>
                </a:lnTo>
                <a:lnTo>
                  <a:pt x="9563797" y="183687"/>
                </a:lnTo>
                <a:cubicBezTo>
                  <a:pt x="9570930" y="189175"/>
                  <a:pt x="9581905" y="188626"/>
                  <a:pt x="9588489" y="182041"/>
                </a:cubicBezTo>
                <a:cubicBezTo>
                  <a:pt x="9595623" y="174908"/>
                  <a:pt x="9595623" y="162836"/>
                  <a:pt x="9588489" y="155702"/>
                </a:cubicBezTo>
                <a:cubicBezTo>
                  <a:pt x="9584922" y="152135"/>
                  <a:pt x="9580121" y="150352"/>
                  <a:pt x="9575320" y="150352"/>
                </a:cubicBezTo>
                <a:close/>
                <a:moveTo>
                  <a:pt x="1234090" y="127716"/>
                </a:moveTo>
                <a:cubicBezTo>
                  <a:pt x="1223665" y="127716"/>
                  <a:pt x="1215434" y="135948"/>
                  <a:pt x="1215434" y="146373"/>
                </a:cubicBezTo>
                <a:cubicBezTo>
                  <a:pt x="1215434" y="156799"/>
                  <a:pt x="1222567" y="163933"/>
                  <a:pt x="1231896" y="165030"/>
                </a:cubicBezTo>
                <a:lnTo>
                  <a:pt x="1230798" y="165030"/>
                </a:lnTo>
                <a:lnTo>
                  <a:pt x="1230798" y="477257"/>
                </a:lnTo>
                <a:lnTo>
                  <a:pt x="1971034" y="1217492"/>
                </a:lnTo>
                <a:lnTo>
                  <a:pt x="3161228" y="1217492"/>
                </a:lnTo>
                <a:lnTo>
                  <a:pt x="3676483" y="1732749"/>
                </a:lnTo>
                <a:cubicBezTo>
                  <a:pt x="3670996" y="1739882"/>
                  <a:pt x="3671545" y="1750857"/>
                  <a:pt x="3678130" y="1757442"/>
                </a:cubicBezTo>
                <a:cubicBezTo>
                  <a:pt x="3685264" y="1764576"/>
                  <a:pt x="3697335" y="1764576"/>
                  <a:pt x="3704469" y="1757442"/>
                </a:cubicBezTo>
                <a:cubicBezTo>
                  <a:pt x="3711602" y="1750309"/>
                  <a:pt x="3711602" y="1738237"/>
                  <a:pt x="3704469" y="1731103"/>
                </a:cubicBezTo>
                <a:cubicBezTo>
                  <a:pt x="3697884" y="1724518"/>
                  <a:pt x="3687458" y="1723970"/>
                  <a:pt x="3679776" y="1729456"/>
                </a:cubicBezTo>
                <a:lnTo>
                  <a:pt x="3163422" y="1213103"/>
                </a:lnTo>
                <a:lnTo>
                  <a:pt x="1973229" y="1213103"/>
                </a:lnTo>
                <a:lnTo>
                  <a:pt x="1236286" y="475611"/>
                </a:lnTo>
                <a:lnTo>
                  <a:pt x="1236286" y="165030"/>
                </a:lnTo>
                <a:cubicBezTo>
                  <a:pt x="1245614" y="163933"/>
                  <a:pt x="1252747" y="156251"/>
                  <a:pt x="1252747" y="146373"/>
                </a:cubicBezTo>
                <a:cubicBezTo>
                  <a:pt x="1252747" y="136497"/>
                  <a:pt x="1244516" y="127716"/>
                  <a:pt x="1234090" y="127716"/>
                </a:cubicBezTo>
                <a:close/>
                <a:moveTo>
                  <a:pt x="12673444" y="85053"/>
                </a:moveTo>
                <a:cubicBezTo>
                  <a:pt x="12668643" y="85053"/>
                  <a:pt x="12663841" y="86837"/>
                  <a:pt x="12660274" y="90404"/>
                </a:cubicBezTo>
                <a:cubicBezTo>
                  <a:pt x="12653689" y="96988"/>
                  <a:pt x="12653141" y="107414"/>
                  <a:pt x="12658628" y="115096"/>
                </a:cubicBezTo>
                <a:lnTo>
                  <a:pt x="11994118" y="779607"/>
                </a:lnTo>
                <a:lnTo>
                  <a:pt x="10936717" y="779607"/>
                </a:lnTo>
                <a:lnTo>
                  <a:pt x="10717774" y="998550"/>
                </a:lnTo>
                <a:lnTo>
                  <a:pt x="10717226" y="998550"/>
                </a:lnTo>
                <a:lnTo>
                  <a:pt x="10717226" y="1374429"/>
                </a:lnTo>
                <a:lnTo>
                  <a:pt x="9451307" y="2640347"/>
                </a:lnTo>
                <a:lnTo>
                  <a:pt x="9450759" y="2640347"/>
                </a:lnTo>
                <a:lnTo>
                  <a:pt x="9450759" y="2640896"/>
                </a:lnTo>
                <a:lnTo>
                  <a:pt x="9450759" y="2952025"/>
                </a:lnTo>
                <a:lnTo>
                  <a:pt x="9278458" y="3124325"/>
                </a:lnTo>
                <a:cubicBezTo>
                  <a:pt x="9271324" y="3118839"/>
                  <a:pt x="9260349" y="3119387"/>
                  <a:pt x="9253764" y="3125971"/>
                </a:cubicBezTo>
                <a:cubicBezTo>
                  <a:pt x="9246632" y="3133106"/>
                  <a:pt x="9246632" y="3145178"/>
                  <a:pt x="9253764" y="3152311"/>
                </a:cubicBezTo>
                <a:cubicBezTo>
                  <a:pt x="9260898" y="3159445"/>
                  <a:pt x="9272970" y="3159445"/>
                  <a:pt x="9280104" y="3152311"/>
                </a:cubicBezTo>
                <a:cubicBezTo>
                  <a:pt x="9286688" y="3145726"/>
                  <a:pt x="9287238" y="3135300"/>
                  <a:pt x="9281750" y="3127618"/>
                </a:cubicBezTo>
                <a:lnTo>
                  <a:pt x="9455148" y="2954220"/>
                </a:lnTo>
                <a:lnTo>
                  <a:pt x="9455697" y="2954220"/>
                </a:lnTo>
                <a:lnTo>
                  <a:pt x="9455697" y="2642542"/>
                </a:lnTo>
                <a:lnTo>
                  <a:pt x="10721614" y="1376624"/>
                </a:lnTo>
                <a:lnTo>
                  <a:pt x="10722164" y="1376624"/>
                </a:lnTo>
                <a:lnTo>
                  <a:pt x="10722164" y="1000745"/>
                </a:lnTo>
                <a:lnTo>
                  <a:pt x="10938912" y="783997"/>
                </a:lnTo>
                <a:lnTo>
                  <a:pt x="11996312" y="783997"/>
                </a:lnTo>
                <a:lnTo>
                  <a:pt x="12661921" y="118388"/>
                </a:lnTo>
                <a:cubicBezTo>
                  <a:pt x="12669055" y="123875"/>
                  <a:pt x="12680029" y="123327"/>
                  <a:pt x="12686613" y="116743"/>
                </a:cubicBezTo>
                <a:cubicBezTo>
                  <a:pt x="12693747" y="109609"/>
                  <a:pt x="12693747" y="97536"/>
                  <a:pt x="12686613" y="90404"/>
                </a:cubicBezTo>
                <a:cubicBezTo>
                  <a:pt x="12683047" y="86837"/>
                  <a:pt x="12678245" y="85053"/>
                  <a:pt x="12673444" y="85053"/>
                </a:cubicBezTo>
                <a:close/>
                <a:moveTo>
                  <a:pt x="5508690" y="82858"/>
                </a:moveTo>
                <a:cubicBezTo>
                  <a:pt x="5503888" y="82858"/>
                  <a:pt x="5499087" y="84642"/>
                  <a:pt x="5495520" y="88208"/>
                </a:cubicBezTo>
                <a:cubicBezTo>
                  <a:pt x="5488386" y="95342"/>
                  <a:pt x="5488386" y="107414"/>
                  <a:pt x="5495520" y="114547"/>
                </a:cubicBezTo>
                <a:cubicBezTo>
                  <a:pt x="5502105" y="121132"/>
                  <a:pt x="5512532" y="121681"/>
                  <a:pt x="5520212" y="116193"/>
                </a:cubicBezTo>
                <a:lnTo>
                  <a:pt x="6066748" y="662728"/>
                </a:lnTo>
                <a:lnTo>
                  <a:pt x="6066748" y="1160425"/>
                </a:lnTo>
                <a:lnTo>
                  <a:pt x="6354830" y="1448508"/>
                </a:lnTo>
                <a:cubicBezTo>
                  <a:pt x="6349342" y="1455641"/>
                  <a:pt x="6349891" y="1466615"/>
                  <a:pt x="6356476" y="1473200"/>
                </a:cubicBezTo>
                <a:cubicBezTo>
                  <a:pt x="6363610" y="1480334"/>
                  <a:pt x="6375682" y="1480334"/>
                  <a:pt x="6382815" y="1473200"/>
                </a:cubicBezTo>
                <a:cubicBezTo>
                  <a:pt x="6389948" y="1466067"/>
                  <a:pt x="6389948" y="1453995"/>
                  <a:pt x="6382815" y="1446861"/>
                </a:cubicBezTo>
                <a:cubicBezTo>
                  <a:pt x="6376230" y="1440276"/>
                  <a:pt x="6365804" y="1439727"/>
                  <a:pt x="6358122" y="1445215"/>
                </a:cubicBezTo>
                <a:lnTo>
                  <a:pt x="6071686" y="1158779"/>
                </a:lnTo>
                <a:lnTo>
                  <a:pt x="6071686" y="661081"/>
                </a:lnTo>
                <a:lnTo>
                  <a:pt x="5523506" y="112902"/>
                </a:lnTo>
                <a:cubicBezTo>
                  <a:pt x="5528993" y="105768"/>
                  <a:pt x="5528444" y="94793"/>
                  <a:pt x="5521859" y="88208"/>
                </a:cubicBezTo>
                <a:cubicBezTo>
                  <a:pt x="5518293" y="84642"/>
                  <a:pt x="5513491" y="82858"/>
                  <a:pt x="5508690" y="82858"/>
                </a:cubicBezTo>
                <a:close/>
                <a:moveTo>
                  <a:pt x="13440567" y="68454"/>
                </a:moveTo>
                <a:cubicBezTo>
                  <a:pt x="13430142" y="68454"/>
                  <a:pt x="13421911" y="76685"/>
                  <a:pt x="13421911" y="87111"/>
                </a:cubicBezTo>
                <a:cubicBezTo>
                  <a:pt x="13421911" y="97536"/>
                  <a:pt x="13429044" y="104670"/>
                  <a:pt x="13438372" y="105768"/>
                </a:cubicBezTo>
                <a:lnTo>
                  <a:pt x="13438372" y="253924"/>
                </a:lnTo>
                <a:lnTo>
                  <a:pt x="13058652" y="633645"/>
                </a:lnTo>
                <a:lnTo>
                  <a:pt x="13058103" y="634194"/>
                </a:lnTo>
                <a:lnTo>
                  <a:pt x="12642716" y="634194"/>
                </a:lnTo>
                <a:lnTo>
                  <a:pt x="11792185" y="1484723"/>
                </a:lnTo>
                <a:lnTo>
                  <a:pt x="10808863" y="1484723"/>
                </a:lnTo>
                <a:lnTo>
                  <a:pt x="9714149" y="2579438"/>
                </a:lnTo>
                <a:lnTo>
                  <a:pt x="9713600" y="2579438"/>
                </a:lnTo>
                <a:lnTo>
                  <a:pt x="9713600" y="3027200"/>
                </a:lnTo>
                <a:lnTo>
                  <a:pt x="9267483" y="3473318"/>
                </a:lnTo>
                <a:lnTo>
                  <a:pt x="9040309" y="3473318"/>
                </a:lnTo>
                <a:lnTo>
                  <a:pt x="9040309" y="3478256"/>
                </a:lnTo>
                <a:lnTo>
                  <a:pt x="9269678" y="3478256"/>
                </a:lnTo>
                <a:lnTo>
                  <a:pt x="9717990" y="3029944"/>
                </a:lnTo>
                <a:lnTo>
                  <a:pt x="9718538" y="3029944"/>
                </a:lnTo>
                <a:lnTo>
                  <a:pt x="9718538" y="2582182"/>
                </a:lnTo>
                <a:lnTo>
                  <a:pt x="10811057" y="1489663"/>
                </a:lnTo>
                <a:lnTo>
                  <a:pt x="11794379" y="1489663"/>
                </a:lnTo>
                <a:lnTo>
                  <a:pt x="12644910" y="639132"/>
                </a:lnTo>
                <a:lnTo>
                  <a:pt x="13060298" y="639132"/>
                </a:lnTo>
                <a:lnTo>
                  <a:pt x="13442213" y="257217"/>
                </a:lnTo>
                <a:lnTo>
                  <a:pt x="13442762" y="257217"/>
                </a:lnTo>
                <a:lnTo>
                  <a:pt x="13442762" y="105768"/>
                </a:lnTo>
                <a:cubicBezTo>
                  <a:pt x="13452091" y="104670"/>
                  <a:pt x="13459225" y="96988"/>
                  <a:pt x="13459225" y="87111"/>
                </a:cubicBezTo>
                <a:cubicBezTo>
                  <a:pt x="13459225" y="77234"/>
                  <a:pt x="13450994" y="68454"/>
                  <a:pt x="13440567" y="68454"/>
                </a:cubicBezTo>
                <a:close/>
                <a:moveTo>
                  <a:pt x="3523593" y="66054"/>
                </a:moveTo>
                <a:cubicBezTo>
                  <a:pt x="3518724" y="65985"/>
                  <a:pt x="3513785" y="67631"/>
                  <a:pt x="3510218" y="71197"/>
                </a:cubicBezTo>
                <a:cubicBezTo>
                  <a:pt x="3503085" y="78331"/>
                  <a:pt x="3503085" y="90404"/>
                  <a:pt x="3510218" y="97536"/>
                </a:cubicBezTo>
                <a:cubicBezTo>
                  <a:pt x="3517352" y="104670"/>
                  <a:pt x="3527230" y="104670"/>
                  <a:pt x="3534912" y="99183"/>
                </a:cubicBezTo>
                <a:lnTo>
                  <a:pt x="3534363" y="99732"/>
                </a:lnTo>
                <a:lnTo>
                  <a:pt x="4713032" y="1278401"/>
                </a:lnTo>
                <a:lnTo>
                  <a:pt x="5114702" y="1278401"/>
                </a:lnTo>
                <a:lnTo>
                  <a:pt x="6142472" y="2306171"/>
                </a:lnTo>
                <a:lnTo>
                  <a:pt x="6142472" y="2360495"/>
                </a:lnTo>
                <a:lnTo>
                  <a:pt x="6719186" y="2937209"/>
                </a:lnTo>
                <a:lnTo>
                  <a:pt x="6719186" y="3015129"/>
                </a:lnTo>
                <a:cubicBezTo>
                  <a:pt x="6709858" y="3016226"/>
                  <a:pt x="6702724" y="3023908"/>
                  <a:pt x="6702724" y="3033785"/>
                </a:cubicBezTo>
                <a:cubicBezTo>
                  <a:pt x="6702724" y="3043663"/>
                  <a:pt x="6710955" y="3052442"/>
                  <a:pt x="6721381" y="3052442"/>
                </a:cubicBezTo>
                <a:cubicBezTo>
                  <a:pt x="6731806" y="3052442"/>
                  <a:pt x="6740038" y="3044212"/>
                  <a:pt x="6740038" y="3033785"/>
                </a:cubicBezTo>
                <a:cubicBezTo>
                  <a:pt x="6740038" y="3023359"/>
                  <a:pt x="6732904" y="3016226"/>
                  <a:pt x="6723576" y="3015129"/>
                </a:cubicBezTo>
                <a:lnTo>
                  <a:pt x="6723576" y="2935563"/>
                </a:lnTo>
                <a:lnTo>
                  <a:pt x="6146862" y="2358849"/>
                </a:lnTo>
                <a:lnTo>
                  <a:pt x="6146862" y="2304525"/>
                </a:lnTo>
                <a:lnTo>
                  <a:pt x="5116348" y="1274011"/>
                </a:lnTo>
                <a:lnTo>
                  <a:pt x="4714678" y="1274011"/>
                </a:lnTo>
                <a:lnTo>
                  <a:pt x="3538204" y="95891"/>
                </a:lnTo>
                <a:cubicBezTo>
                  <a:pt x="3543691" y="88757"/>
                  <a:pt x="3543142" y="77782"/>
                  <a:pt x="3536557" y="71197"/>
                </a:cubicBezTo>
                <a:cubicBezTo>
                  <a:pt x="3533264" y="67905"/>
                  <a:pt x="3528463" y="66122"/>
                  <a:pt x="3523593" y="66054"/>
                </a:cubicBezTo>
                <a:close/>
                <a:moveTo>
                  <a:pt x="12317867" y="62556"/>
                </a:moveTo>
                <a:cubicBezTo>
                  <a:pt x="12313066" y="62556"/>
                  <a:pt x="12308264" y="64339"/>
                  <a:pt x="12304698" y="67906"/>
                </a:cubicBezTo>
                <a:cubicBezTo>
                  <a:pt x="12298114" y="74490"/>
                  <a:pt x="12297564" y="84916"/>
                  <a:pt x="12303051" y="92598"/>
                </a:cubicBezTo>
                <a:lnTo>
                  <a:pt x="12047893" y="347757"/>
                </a:lnTo>
                <a:lnTo>
                  <a:pt x="12047344" y="347757"/>
                </a:lnTo>
                <a:lnTo>
                  <a:pt x="12047344" y="464636"/>
                </a:lnTo>
                <a:lnTo>
                  <a:pt x="11840474" y="671507"/>
                </a:lnTo>
                <a:lnTo>
                  <a:pt x="11451424" y="671507"/>
                </a:lnTo>
                <a:cubicBezTo>
                  <a:pt x="11450327" y="662179"/>
                  <a:pt x="11442645" y="655046"/>
                  <a:pt x="11432768" y="655046"/>
                </a:cubicBezTo>
                <a:cubicBezTo>
                  <a:pt x="11422890" y="655046"/>
                  <a:pt x="11414110" y="663276"/>
                  <a:pt x="11414110" y="673703"/>
                </a:cubicBezTo>
                <a:cubicBezTo>
                  <a:pt x="11414110" y="684128"/>
                  <a:pt x="11422341" y="692359"/>
                  <a:pt x="11432768" y="692359"/>
                </a:cubicBezTo>
                <a:cubicBezTo>
                  <a:pt x="11443193" y="692359"/>
                  <a:pt x="11450327" y="685226"/>
                  <a:pt x="11451424" y="675897"/>
                </a:cubicBezTo>
                <a:lnTo>
                  <a:pt x="11843217" y="675897"/>
                </a:lnTo>
                <a:lnTo>
                  <a:pt x="12051735" y="466832"/>
                </a:lnTo>
                <a:lnTo>
                  <a:pt x="12052282" y="466832"/>
                </a:lnTo>
                <a:lnTo>
                  <a:pt x="12052282" y="349952"/>
                </a:lnTo>
                <a:lnTo>
                  <a:pt x="12306344" y="95891"/>
                </a:lnTo>
                <a:cubicBezTo>
                  <a:pt x="12313478" y="101377"/>
                  <a:pt x="12324453" y="100829"/>
                  <a:pt x="12331037" y="94245"/>
                </a:cubicBezTo>
                <a:cubicBezTo>
                  <a:pt x="12338171" y="87111"/>
                  <a:pt x="12338171" y="75038"/>
                  <a:pt x="12331037" y="67906"/>
                </a:cubicBezTo>
                <a:cubicBezTo>
                  <a:pt x="12327470" y="64339"/>
                  <a:pt x="12322669" y="62556"/>
                  <a:pt x="12317867" y="62556"/>
                </a:cubicBezTo>
                <a:close/>
                <a:moveTo>
                  <a:pt x="2080437" y="62212"/>
                </a:moveTo>
                <a:cubicBezTo>
                  <a:pt x="2075567" y="62144"/>
                  <a:pt x="2070628" y="63790"/>
                  <a:pt x="2067062" y="67356"/>
                </a:cubicBezTo>
                <a:cubicBezTo>
                  <a:pt x="2059928" y="74490"/>
                  <a:pt x="2059928" y="86563"/>
                  <a:pt x="2067062" y="93695"/>
                </a:cubicBezTo>
                <a:cubicBezTo>
                  <a:pt x="2070355" y="96988"/>
                  <a:pt x="2074607" y="98771"/>
                  <a:pt x="2078997" y="99045"/>
                </a:cubicBezTo>
                <a:lnTo>
                  <a:pt x="2091754" y="95342"/>
                </a:lnTo>
                <a:lnTo>
                  <a:pt x="2091205" y="94793"/>
                </a:lnTo>
                <a:lnTo>
                  <a:pt x="2091754" y="95342"/>
                </a:lnTo>
                <a:lnTo>
                  <a:pt x="2091754" y="95342"/>
                </a:lnTo>
                <a:lnTo>
                  <a:pt x="2475316" y="478903"/>
                </a:lnTo>
                <a:lnTo>
                  <a:pt x="2979049" y="478903"/>
                </a:lnTo>
                <a:lnTo>
                  <a:pt x="3953592" y="1453446"/>
                </a:lnTo>
                <a:lnTo>
                  <a:pt x="4179668" y="1453446"/>
                </a:lnTo>
                <a:lnTo>
                  <a:pt x="4465556" y="1739334"/>
                </a:lnTo>
                <a:lnTo>
                  <a:pt x="4727848" y="1739334"/>
                </a:lnTo>
                <a:cubicBezTo>
                  <a:pt x="4728946" y="1748662"/>
                  <a:pt x="4736628" y="1755795"/>
                  <a:pt x="4746505" y="1755795"/>
                </a:cubicBezTo>
                <a:cubicBezTo>
                  <a:pt x="4756382" y="1755795"/>
                  <a:pt x="4765162" y="1747565"/>
                  <a:pt x="4765162" y="1737139"/>
                </a:cubicBezTo>
                <a:cubicBezTo>
                  <a:pt x="4765162" y="1726714"/>
                  <a:pt x="4756932" y="1718482"/>
                  <a:pt x="4746505" y="1718482"/>
                </a:cubicBezTo>
                <a:cubicBezTo>
                  <a:pt x="4736079" y="1718482"/>
                  <a:pt x="4728946" y="1725615"/>
                  <a:pt x="4727848" y="1734944"/>
                </a:cubicBezTo>
                <a:lnTo>
                  <a:pt x="4467751" y="1734944"/>
                </a:lnTo>
                <a:lnTo>
                  <a:pt x="4181863" y="1449057"/>
                </a:lnTo>
                <a:lnTo>
                  <a:pt x="3955787" y="1449057"/>
                </a:lnTo>
                <a:lnTo>
                  <a:pt x="2981244" y="474514"/>
                </a:lnTo>
                <a:lnTo>
                  <a:pt x="2477511" y="474514"/>
                </a:lnTo>
                <a:lnTo>
                  <a:pt x="2095046" y="92049"/>
                </a:lnTo>
                <a:cubicBezTo>
                  <a:pt x="2100534" y="84916"/>
                  <a:pt x="2099985" y="73941"/>
                  <a:pt x="2093401" y="67356"/>
                </a:cubicBezTo>
                <a:cubicBezTo>
                  <a:pt x="2090108" y="64064"/>
                  <a:pt x="2085307" y="62281"/>
                  <a:pt x="2080437" y="62212"/>
                </a:cubicBezTo>
                <a:close/>
                <a:moveTo>
                  <a:pt x="3829579" y="60360"/>
                </a:moveTo>
                <a:cubicBezTo>
                  <a:pt x="3824777" y="60360"/>
                  <a:pt x="3819976" y="62144"/>
                  <a:pt x="3816410" y="65710"/>
                </a:cubicBezTo>
                <a:cubicBezTo>
                  <a:pt x="3809276" y="72844"/>
                  <a:pt x="3809276" y="84916"/>
                  <a:pt x="3816410" y="92049"/>
                </a:cubicBezTo>
                <a:cubicBezTo>
                  <a:pt x="3823542" y="99183"/>
                  <a:pt x="3833420" y="99183"/>
                  <a:pt x="3841102" y="93695"/>
                </a:cubicBezTo>
                <a:lnTo>
                  <a:pt x="4375564" y="628158"/>
                </a:lnTo>
                <a:cubicBezTo>
                  <a:pt x="4370077" y="635291"/>
                  <a:pt x="4370626" y="646265"/>
                  <a:pt x="4377210" y="652850"/>
                </a:cubicBezTo>
                <a:cubicBezTo>
                  <a:pt x="4384344" y="659984"/>
                  <a:pt x="4396416" y="659984"/>
                  <a:pt x="4403550" y="652850"/>
                </a:cubicBezTo>
                <a:cubicBezTo>
                  <a:pt x="4410684" y="645717"/>
                  <a:pt x="4410684" y="633645"/>
                  <a:pt x="4403550" y="626511"/>
                </a:cubicBezTo>
                <a:cubicBezTo>
                  <a:pt x="4396416" y="619378"/>
                  <a:pt x="4386538" y="619378"/>
                  <a:pt x="4378856" y="624866"/>
                </a:cubicBezTo>
                <a:lnTo>
                  <a:pt x="3844394" y="90404"/>
                </a:lnTo>
                <a:cubicBezTo>
                  <a:pt x="3849882" y="83270"/>
                  <a:pt x="3849333" y="72295"/>
                  <a:pt x="3842748" y="65710"/>
                </a:cubicBezTo>
                <a:cubicBezTo>
                  <a:pt x="3839182" y="62144"/>
                  <a:pt x="3834380" y="60360"/>
                  <a:pt x="3829579" y="60360"/>
                </a:cubicBezTo>
                <a:close/>
                <a:moveTo>
                  <a:pt x="6405312" y="58715"/>
                </a:moveTo>
                <a:cubicBezTo>
                  <a:pt x="6400511" y="58714"/>
                  <a:pt x="6395710" y="60498"/>
                  <a:pt x="6392143" y="64065"/>
                </a:cubicBezTo>
                <a:cubicBezTo>
                  <a:pt x="6385010" y="71197"/>
                  <a:pt x="6385010" y="83270"/>
                  <a:pt x="6392143" y="90404"/>
                </a:cubicBezTo>
                <a:cubicBezTo>
                  <a:pt x="6398728" y="96988"/>
                  <a:pt x="6409154" y="97536"/>
                  <a:pt x="6416836" y="92049"/>
                </a:cubicBezTo>
                <a:lnTo>
                  <a:pt x="6647852" y="323064"/>
                </a:lnTo>
                <a:lnTo>
                  <a:pt x="6647852" y="1283889"/>
                </a:lnTo>
                <a:lnTo>
                  <a:pt x="7273951" y="1909988"/>
                </a:lnTo>
                <a:lnTo>
                  <a:pt x="7273951" y="3239559"/>
                </a:lnTo>
                <a:lnTo>
                  <a:pt x="7278890" y="3239559"/>
                </a:lnTo>
                <a:lnTo>
                  <a:pt x="7278890" y="1907794"/>
                </a:lnTo>
                <a:lnTo>
                  <a:pt x="6652789" y="1281694"/>
                </a:lnTo>
                <a:lnTo>
                  <a:pt x="6652789" y="321418"/>
                </a:lnTo>
                <a:lnTo>
                  <a:pt x="6420129" y="88757"/>
                </a:lnTo>
                <a:cubicBezTo>
                  <a:pt x="6425616" y="81623"/>
                  <a:pt x="6425067" y="70649"/>
                  <a:pt x="6418482" y="64065"/>
                </a:cubicBezTo>
                <a:cubicBezTo>
                  <a:pt x="6414915" y="60498"/>
                  <a:pt x="6410114" y="58714"/>
                  <a:pt x="6405312" y="58715"/>
                </a:cubicBezTo>
                <a:close/>
                <a:moveTo>
                  <a:pt x="9445271" y="55422"/>
                </a:moveTo>
                <a:cubicBezTo>
                  <a:pt x="9440470" y="55422"/>
                  <a:pt x="9435668" y="57205"/>
                  <a:pt x="9432102" y="60772"/>
                </a:cubicBezTo>
                <a:cubicBezTo>
                  <a:pt x="9425517" y="67356"/>
                  <a:pt x="9424968" y="77782"/>
                  <a:pt x="9430456" y="85464"/>
                </a:cubicBezTo>
                <a:lnTo>
                  <a:pt x="8428477" y="1087444"/>
                </a:lnTo>
                <a:lnTo>
                  <a:pt x="8427928" y="1087444"/>
                </a:lnTo>
                <a:lnTo>
                  <a:pt x="8427928" y="2614007"/>
                </a:lnTo>
                <a:lnTo>
                  <a:pt x="8206241" y="2835694"/>
                </a:lnTo>
                <a:lnTo>
                  <a:pt x="8205692" y="2835694"/>
                </a:lnTo>
                <a:lnTo>
                  <a:pt x="8205144" y="2836243"/>
                </a:lnTo>
                <a:lnTo>
                  <a:pt x="8205144" y="3230230"/>
                </a:lnTo>
                <a:lnTo>
                  <a:pt x="8210082" y="3230230"/>
                </a:lnTo>
                <a:lnTo>
                  <a:pt x="8210082" y="2837889"/>
                </a:lnTo>
                <a:lnTo>
                  <a:pt x="8431769" y="2616203"/>
                </a:lnTo>
                <a:lnTo>
                  <a:pt x="8432317" y="2616203"/>
                </a:lnTo>
                <a:lnTo>
                  <a:pt x="8432317" y="1090187"/>
                </a:lnTo>
                <a:lnTo>
                  <a:pt x="9433748" y="88757"/>
                </a:lnTo>
                <a:cubicBezTo>
                  <a:pt x="9440882" y="94245"/>
                  <a:pt x="9451856" y="93695"/>
                  <a:pt x="9458441" y="87111"/>
                </a:cubicBezTo>
                <a:cubicBezTo>
                  <a:pt x="9465574" y="79978"/>
                  <a:pt x="9465574" y="67906"/>
                  <a:pt x="9458441" y="60772"/>
                </a:cubicBezTo>
                <a:cubicBezTo>
                  <a:pt x="9454874" y="57205"/>
                  <a:pt x="9450072" y="55422"/>
                  <a:pt x="9445271" y="55422"/>
                </a:cubicBezTo>
                <a:close/>
                <a:moveTo>
                  <a:pt x="7811705" y="51581"/>
                </a:moveTo>
                <a:cubicBezTo>
                  <a:pt x="7806904" y="51581"/>
                  <a:pt x="7802103" y="53364"/>
                  <a:pt x="7798536" y="56931"/>
                </a:cubicBezTo>
                <a:cubicBezTo>
                  <a:pt x="7791952" y="63515"/>
                  <a:pt x="7791402" y="73941"/>
                  <a:pt x="7796889" y="81623"/>
                </a:cubicBezTo>
                <a:lnTo>
                  <a:pt x="7438570" y="439943"/>
                </a:lnTo>
                <a:lnTo>
                  <a:pt x="7438570" y="843260"/>
                </a:lnTo>
                <a:lnTo>
                  <a:pt x="7533499" y="938190"/>
                </a:lnTo>
                <a:cubicBezTo>
                  <a:pt x="7528012" y="945323"/>
                  <a:pt x="7528562" y="956298"/>
                  <a:pt x="7535146" y="962882"/>
                </a:cubicBezTo>
                <a:lnTo>
                  <a:pt x="7534597" y="962882"/>
                </a:lnTo>
                <a:cubicBezTo>
                  <a:pt x="7541731" y="970015"/>
                  <a:pt x="7553802" y="970015"/>
                  <a:pt x="7560936" y="962882"/>
                </a:cubicBezTo>
                <a:cubicBezTo>
                  <a:pt x="7568070" y="955749"/>
                  <a:pt x="7568070" y="943676"/>
                  <a:pt x="7560936" y="936544"/>
                </a:cubicBezTo>
                <a:cubicBezTo>
                  <a:pt x="7554351" y="929959"/>
                  <a:pt x="7543925" y="929410"/>
                  <a:pt x="7536243" y="934897"/>
                </a:cubicBezTo>
                <a:lnTo>
                  <a:pt x="7442959" y="841613"/>
                </a:lnTo>
                <a:lnTo>
                  <a:pt x="7442959" y="442138"/>
                </a:lnTo>
                <a:lnTo>
                  <a:pt x="7800182" y="84916"/>
                </a:lnTo>
                <a:cubicBezTo>
                  <a:pt x="7807315" y="90404"/>
                  <a:pt x="7818290" y="89854"/>
                  <a:pt x="7824874" y="83270"/>
                </a:cubicBezTo>
                <a:cubicBezTo>
                  <a:pt x="7832008" y="76137"/>
                  <a:pt x="7832008" y="64065"/>
                  <a:pt x="7824874" y="56931"/>
                </a:cubicBezTo>
                <a:cubicBezTo>
                  <a:pt x="7821307" y="53364"/>
                  <a:pt x="7816506" y="51581"/>
                  <a:pt x="7811705" y="51581"/>
                </a:cubicBezTo>
                <a:close/>
                <a:moveTo>
                  <a:pt x="10497734" y="48837"/>
                </a:moveTo>
                <a:cubicBezTo>
                  <a:pt x="10492932" y="48837"/>
                  <a:pt x="10488131" y="50620"/>
                  <a:pt x="10484564" y="54187"/>
                </a:cubicBezTo>
                <a:cubicBezTo>
                  <a:pt x="10477979" y="60772"/>
                  <a:pt x="10477430" y="71197"/>
                  <a:pt x="10482918" y="78879"/>
                </a:cubicBezTo>
                <a:lnTo>
                  <a:pt x="10090028" y="471770"/>
                </a:lnTo>
                <a:lnTo>
                  <a:pt x="10089479" y="471770"/>
                </a:lnTo>
                <a:lnTo>
                  <a:pt x="10089479" y="839419"/>
                </a:lnTo>
                <a:lnTo>
                  <a:pt x="9924312" y="1004586"/>
                </a:lnTo>
                <a:cubicBezTo>
                  <a:pt x="9917178" y="999098"/>
                  <a:pt x="9906204" y="999647"/>
                  <a:pt x="9899619" y="1006232"/>
                </a:cubicBezTo>
                <a:cubicBezTo>
                  <a:pt x="9892485" y="1013366"/>
                  <a:pt x="9892485" y="1025437"/>
                  <a:pt x="9899619" y="1032571"/>
                </a:cubicBezTo>
                <a:cubicBezTo>
                  <a:pt x="9906752" y="1039704"/>
                  <a:pt x="9918824" y="1039704"/>
                  <a:pt x="9925958" y="1032571"/>
                </a:cubicBezTo>
                <a:cubicBezTo>
                  <a:pt x="9932543" y="1025986"/>
                  <a:pt x="9933091" y="1015561"/>
                  <a:pt x="9927604" y="1007879"/>
                </a:cubicBezTo>
                <a:lnTo>
                  <a:pt x="10093869" y="841613"/>
                </a:lnTo>
                <a:lnTo>
                  <a:pt x="10094418" y="841613"/>
                </a:lnTo>
                <a:lnTo>
                  <a:pt x="10094418" y="473965"/>
                </a:lnTo>
                <a:lnTo>
                  <a:pt x="10486210" y="82172"/>
                </a:lnTo>
                <a:cubicBezTo>
                  <a:pt x="10493344" y="87660"/>
                  <a:pt x="10504318" y="87111"/>
                  <a:pt x="10510903" y="80526"/>
                </a:cubicBezTo>
                <a:cubicBezTo>
                  <a:pt x="10518036" y="73393"/>
                  <a:pt x="10518036" y="61321"/>
                  <a:pt x="10510903" y="54187"/>
                </a:cubicBezTo>
                <a:cubicBezTo>
                  <a:pt x="10507336" y="50620"/>
                  <a:pt x="10502535" y="48837"/>
                  <a:pt x="10497734" y="48837"/>
                </a:cubicBezTo>
                <a:close/>
                <a:moveTo>
                  <a:pt x="7029971" y="45202"/>
                </a:moveTo>
                <a:cubicBezTo>
                  <a:pt x="7025102" y="45133"/>
                  <a:pt x="7020163" y="46779"/>
                  <a:pt x="7016596" y="50346"/>
                </a:cubicBezTo>
                <a:cubicBezTo>
                  <a:pt x="7009463" y="57480"/>
                  <a:pt x="7009463" y="69551"/>
                  <a:pt x="7016596" y="76685"/>
                </a:cubicBezTo>
                <a:cubicBezTo>
                  <a:pt x="7019889" y="79978"/>
                  <a:pt x="7024142" y="81761"/>
                  <a:pt x="7028532" y="82035"/>
                </a:cubicBezTo>
                <a:lnTo>
                  <a:pt x="7040865" y="78454"/>
                </a:lnTo>
                <a:lnTo>
                  <a:pt x="7040742" y="78331"/>
                </a:lnTo>
                <a:lnTo>
                  <a:pt x="7041290" y="78331"/>
                </a:lnTo>
                <a:lnTo>
                  <a:pt x="7040865" y="78454"/>
                </a:lnTo>
                <a:lnTo>
                  <a:pt x="7268464" y="306054"/>
                </a:lnTo>
                <a:lnTo>
                  <a:pt x="7268464" y="1389793"/>
                </a:lnTo>
                <a:lnTo>
                  <a:pt x="7506612" y="1627942"/>
                </a:lnTo>
                <a:lnTo>
                  <a:pt x="7506612" y="3202245"/>
                </a:lnTo>
                <a:lnTo>
                  <a:pt x="7511550" y="3202245"/>
                </a:lnTo>
                <a:lnTo>
                  <a:pt x="7511550" y="1625747"/>
                </a:lnTo>
                <a:lnTo>
                  <a:pt x="7273402" y="1387598"/>
                </a:lnTo>
                <a:lnTo>
                  <a:pt x="7273402" y="303859"/>
                </a:lnTo>
                <a:lnTo>
                  <a:pt x="7044582" y="75038"/>
                </a:lnTo>
                <a:cubicBezTo>
                  <a:pt x="7050070" y="67906"/>
                  <a:pt x="7049520" y="56931"/>
                  <a:pt x="7042936" y="50346"/>
                </a:cubicBezTo>
                <a:cubicBezTo>
                  <a:pt x="7039643" y="47054"/>
                  <a:pt x="7034841" y="45270"/>
                  <a:pt x="7029971" y="45202"/>
                </a:cubicBezTo>
                <a:close/>
                <a:moveTo>
                  <a:pt x="4452386" y="43350"/>
                </a:moveTo>
                <a:cubicBezTo>
                  <a:pt x="4447585" y="43350"/>
                  <a:pt x="4442783" y="45133"/>
                  <a:pt x="4439216" y="48699"/>
                </a:cubicBezTo>
                <a:cubicBezTo>
                  <a:pt x="4432083" y="55833"/>
                  <a:pt x="4432083" y="67906"/>
                  <a:pt x="4439216" y="75038"/>
                </a:cubicBezTo>
                <a:cubicBezTo>
                  <a:pt x="4445802" y="81623"/>
                  <a:pt x="4456228" y="82172"/>
                  <a:pt x="4463910" y="76685"/>
                </a:cubicBezTo>
                <a:lnTo>
                  <a:pt x="4464458" y="77234"/>
                </a:lnTo>
                <a:lnTo>
                  <a:pt x="4608774" y="221549"/>
                </a:lnTo>
                <a:lnTo>
                  <a:pt x="4608774" y="447626"/>
                </a:lnTo>
                <a:lnTo>
                  <a:pt x="5077938" y="916789"/>
                </a:lnTo>
                <a:lnTo>
                  <a:pt x="5077938" y="1060007"/>
                </a:lnTo>
                <a:cubicBezTo>
                  <a:pt x="5068610" y="1061105"/>
                  <a:pt x="5061476" y="1068787"/>
                  <a:pt x="5061476" y="1078664"/>
                </a:cubicBezTo>
                <a:cubicBezTo>
                  <a:pt x="5061476" y="1088541"/>
                  <a:pt x="5069706" y="1097321"/>
                  <a:pt x="5080132" y="1097321"/>
                </a:cubicBezTo>
                <a:cubicBezTo>
                  <a:pt x="5090558" y="1097321"/>
                  <a:pt x="5098790" y="1089090"/>
                  <a:pt x="5098790" y="1078664"/>
                </a:cubicBezTo>
                <a:cubicBezTo>
                  <a:pt x="5098790" y="1068239"/>
                  <a:pt x="5091656" y="1061105"/>
                  <a:pt x="5082327" y="1060007"/>
                </a:cubicBezTo>
                <a:lnTo>
                  <a:pt x="5082327" y="914594"/>
                </a:lnTo>
                <a:lnTo>
                  <a:pt x="4613164" y="445431"/>
                </a:lnTo>
                <a:lnTo>
                  <a:pt x="4613164" y="219355"/>
                </a:lnTo>
                <a:lnTo>
                  <a:pt x="4467202" y="73393"/>
                </a:lnTo>
                <a:cubicBezTo>
                  <a:pt x="4472689" y="66259"/>
                  <a:pt x="4472140" y="55284"/>
                  <a:pt x="4465556" y="48699"/>
                </a:cubicBezTo>
                <a:cubicBezTo>
                  <a:pt x="4461989" y="45133"/>
                  <a:pt x="4457188" y="43350"/>
                  <a:pt x="4452386" y="43350"/>
                </a:cubicBezTo>
                <a:close/>
                <a:moveTo>
                  <a:pt x="11888213" y="29083"/>
                </a:moveTo>
                <a:cubicBezTo>
                  <a:pt x="11883411" y="29083"/>
                  <a:pt x="11878610" y="30866"/>
                  <a:pt x="11875043" y="34433"/>
                </a:cubicBezTo>
                <a:cubicBezTo>
                  <a:pt x="11868458" y="41017"/>
                  <a:pt x="11867910" y="51443"/>
                  <a:pt x="11873397" y="59125"/>
                </a:cubicBezTo>
                <a:lnTo>
                  <a:pt x="11618239" y="314285"/>
                </a:lnTo>
                <a:lnTo>
                  <a:pt x="11617689" y="314285"/>
                </a:lnTo>
                <a:lnTo>
                  <a:pt x="11617689" y="416897"/>
                </a:lnTo>
                <a:lnTo>
                  <a:pt x="11462948" y="571638"/>
                </a:lnTo>
                <a:lnTo>
                  <a:pt x="11376249" y="571638"/>
                </a:lnTo>
                <a:lnTo>
                  <a:pt x="11279124" y="668763"/>
                </a:lnTo>
                <a:lnTo>
                  <a:pt x="11279671" y="668215"/>
                </a:lnTo>
                <a:cubicBezTo>
                  <a:pt x="11272540" y="662728"/>
                  <a:pt x="11261565" y="663276"/>
                  <a:pt x="11254979" y="669861"/>
                </a:cubicBezTo>
                <a:cubicBezTo>
                  <a:pt x="11247846" y="676995"/>
                  <a:pt x="11247846" y="689067"/>
                  <a:pt x="11254979" y="696200"/>
                </a:cubicBezTo>
                <a:cubicBezTo>
                  <a:pt x="11262113" y="703334"/>
                  <a:pt x="11274184" y="703334"/>
                  <a:pt x="11281318" y="696200"/>
                </a:cubicBezTo>
                <a:cubicBezTo>
                  <a:pt x="11287903" y="689615"/>
                  <a:pt x="11288452" y="679189"/>
                  <a:pt x="11282965" y="671507"/>
                </a:cubicBezTo>
                <a:lnTo>
                  <a:pt x="11378443" y="576029"/>
                </a:lnTo>
                <a:lnTo>
                  <a:pt x="11465142" y="576029"/>
                </a:lnTo>
                <a:lnTo>
                  <a:pt x="11622079" y="419092"/>
                </a:lnTo>
                <a:lnTo>
                  <a:pt x="11622628" y="419092"/>
                </a:lnTo>
                <a:lnTo>
                  <a:pt x="11622628" y="316480"/>
                </a:lnTo>
                <a:lnTo>
                  <a:pt x="11876689" y="62418"/>
                </a:lnTo>
                <a:cubicBezTo>
                  <a:pt x="11883823" y="67906"/>
                  <a:pt x="11894797" y="67356"/>
                  <a:pt x="11901382" y="60772"/>
                </a:cubicBezTo>
                <a:cubicBezTo>
                  <a:pt x="11908516" y="53639"/>
                  <a:pt x="11908516" y="41567"/>
                  <a:pt x="11901382" y="34433"/>
                </a:cubicBezTo>
                <a:cubicBezTo>
                  <a:pt x="11897815" y="30866"/>
                  <a:pt x="11893014" y="29083"/>
                  <a:pt x="11888213" y="29083"/>
                </a:cubicBezTo>
                <a:close/>
                <a:moveTo>
                  <a:pt x="14013990" y="19754"/>
                </a:moveTo>
                <a:cubicBezTo>
                  <a:pt x="14009188" y="19754"/>
                  <a:pt x="14004386" y="21538"/>
                  <a:pt x="14000819" y="25104"/>
                </a:cubicBezTo>
                <a:cubicBezTo>
                  <a:pt x="13994235" y="31689"/>
                  <a:pt x="13993686" y="42115"/>
                  <a:pt x="13999173" y="49797"/>
                </a:cubicBezTo>
                <a:lnTo>
                  <a:pt x="13179921" y="869050"/>
                </a:lnTo>
                <a:lnTo>
                  <a:pt x="12643813" y="869050"/>
                </a:lnTo>
                <a:lnTo>
                  <a:pt x="12374935" y="1137927"/>
                </a:lnTo>
                <a:lnTo>
                  <a:pt x="12374386" y="1137927"/>
                </a:lnTo>
                <a:lnTo>
                  <a:pt x="12374386" y="1230662"/>
                </a:lnTo>
                <a:lnTo>
                  <a:pt x="11985338" y="1619711"/>
                </a:lnTo>
                <a:lnTo>
                  <a:pt x="10850018" y="1619711"/>
                </a:lnTo>
                <a:lnTo>
                  <a:pt x="10752892" y="1716836"/>
                </a:lnTo>
                <a:cubicBezTo>
                  <a:pt x="10745759" y="1711348"/>
                  <a:pt x="10734784" y="1711898"/>
                  <a:pt x="10728200" y="1718482"/>
                </a:cubicBezTo>
                <a:cubicBezTo>
                  <a:pt x="10721066" y="1725615"/>
                  <a:pt x="10721066" y="1737688"/>
                  <a:pt x="10728200" y="1744821"/>
                </a:cubicBezTo>
                <a:cubicBezTo>
                  <a:pt x="10735333" y="1751954"/>
                  <a:pt x="10747406" y="1751954"/>
                  <a:pt x="10754538" y="1744821"/>
                </a:cubicBezTo>
                <a:cubicBezTo>
                  <a:pt x="10761123" y="1738237"/>
                  <a:pt x="10761672" y="1727811"/>
                  <a:pt x="10756185" y="1720128"/>
                </a:cubicBezTo>
                <a:lnTo>
                  <a:pt x="10851663" y="1624649"/>
                </a:lnTo>
                <a:lnTo>
                  <a:pt x="11986984" y="1624649"/>
                </a:lnTo>
                <a:lnTo>
                  <a:pt x="12378228" y="1233405"/>
                </a:lnTo>
                <a:lnTo>
                  <a:pt x="12378776" y="1233405"/>
                </a:lnTo>
                <a:lnTo>
                  <a:pt x="12378776" y="1140671"/>
                </a:lnTo>
                <a:lnTo>
                  <a:pt x="12645459" y="873988"/>
                </a:lnTo>
                <a:lnTo>
                  <a:pt x="13181567" y="873988"/>
                </a:lnTo>
                <a:lnTo>
                  <a:pt x="14002466" y="53090"/>
                </a:lnTo>
                <a:cubicBezTo>
                  <a:pt x="14009598" y="58577"/>
                  <a:pt x="14020573" y="58028"/>
                  <a:pt x="14027159" y="51443"/>
                </a:cubicBezTo>
                <a:cubicBezTo>
                  <a:pt x="14034292" y="44310"/>
                  <a:pt x="14034292" y="32238"/>
                  <a:pt x="14027159" y="25104"/>
                </a:cubicBezTo>
                <a:cubicBezTo>
                  <a:pt x="14023592" y="21538"/>
                  <a:pt x="14018791" y="19754"/>
                  <a:pt x="14013990" y="19754"/>
                </a:cubicBezTo>
                <a:close/>
                <a:moveTo>
                  <a:pt x="15502142" y="0"/>
                </a:moveTo>
                <a:cubicBezTo>
                  <a:pt x="15497341" y="0"/>
                  <a:pt x="15492539" y="1784"/>
                  <a:pt x="15488973" y="5350"/>
                </a:cubicBezTo>
                <a:cubicBezTo>
                  <a:pt x="15482388" y="11935"/>
                  <a:pt x="15481838" y="22360"/>
                  <a:pt x="15487326" y="30043"/>
                </a:cubicBezTo>
                <a:lnTo>
                  <a:pt x="15189365" y="328003"/>
                </a:lnTo>
                <a:lnTo>
                  <a:pt x="14634602" y="328003"/>
                </a:lnTo>
                <a:lnTo>
                  <a:pt x="13882293" y="1080311"/>
                </a:lnTo>
                <a:lnTo>
                  <a:pt x="12793067" y="1080311"/>
                </a:lnTo>
                <a:lnTo>
                  <a:pt x="12792519" y="1080859"/>
                </a:lnTo>
                <a:cubicBezTo>
                  <a:pt x="12791420" y="1071530"/>
                  <a:pt x="12783739" y="1064397"/>
                  <a:pt x="12773861" y="1064397"/>
                </a:cubicBezTo>
                <a:cubicBezTo>
                  <a:pt x="12763984" y="1064397"/>
                  <a:pt x="12755204" y="1072628"/>
                  <a:pt x="12755204" y="1083053"/>
                </a:cubicBezTo>
                <a:cubicBezTo>
                  <a:pt x="12755204" y="1093480"/>
                  <a:pt x="12763436" y="1101710"/>
                  <a:pt x="12773861" y="1101710"/>
                </a:cubicBezTo>
                <a:cubicBezTo>
                  <a:pt x="12784287" y="1101710"/>
                  <a:pt x="12791420" y="1094577"/>
                  <a:pt x="12792519" y="1085249"/>
                </a:cubicBezTo>
                <a:lnTo>
                  <a:pt x="13883940" y="1085249"/>
                </a:lnTo>
                <a:lnTo>
                  <a:pt x="14636248" y="332941"/>
                </a:lnTo>
                <a:lnTo>
                  <a:pt x="15191012" y="332941"/>
                </a:lnTo>
                <a:lnTo>
                  <a:pt x="15490618" y="33335"/>
                </a:lnTo>
                <a:cubicBezTo>
                  <a:pt x="15497753" y="38823"/>
                  <a:pt x="15508727" y="38274"/>
                  <a:pt x="15515312" y="31689"/>
                </a:cubicBezTo>
                <a:cubicBezTo>
                  <a:pt x="15522445" y="24556"/>
                  <a:pt x="15522445" y="12484"/>
                  <a:pt x="15515312" y="5350"/>
                </a:cubicBezTo>
                <a:cubicBezTo>
                  <a:pt x="15511745" y="1784"/>
                  <a:pt x="15506943" y="0"/>
                  <a:pt x="15502142" y="0"/>
                </a:cubicBezTo>
                <a:close/>
              </a:path>
            </a:pathLst>
          </a:custGeom>
          <a:solidFill>
            <a:srgbClr val="0C32A4"/>
          </a:solidFill>
          <a:ln w="57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62C62FE-A553-C502-A2A1-0412D5B51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355685" y="1258016"/>
            <a:ext cx="4132576" cy="4132566"/>
          </a:xfrm>
          <a:prstGeom prst="ellipse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0CA63A6B-229A-798F-E7DA-EA4C2C378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3142534" y="-206676"/>
            <a:ext cx="14600031" cy="7773294"/>
          </a:xfrm>
          <a:custGeom>
            <a:avLst/>
            <a:gdLst>
              <a:gd name="connsiteX0" fmla="*/ 11527700 w 15276297"/>
              <a:gd name="connsiteY0" fmla="*/ 2279933 h 8133350"/>
              <a:gd name="connsiteX1" fmla="*/ 11504734 w 15276297"/>
              <a:gd name="connsiteY1" fmla="*/ 2302899 h 8133350"/>
              <a:gd name="connsiteX2" fmla="*/ 11527700 w 15276297"/>
              <a:gd name="connsiteY2" fmla="*/ 2325865 h 8133350"/>
              <a:gd name="connsiteX3" fmla="*/ 11550666 w 15276297"/>
              <a:gd name="connsiteY3" fmla="*/ 2302899 h 8133350"/>
              <a:gd name="connsiteX4" fmla="*/ 11527700 w 15276297"/>
              <a:gd name="connsiteY4" fmla="*/ 2279933 h 8133350"/>
              <a:gd name="connsiteX5" fmla="*/ 11631046 w 15276297"/>
              <a:gd name="connsiteY5" fmla="*/ 2279933 h 8133350"/>
              <a:gd name="connsiteX6" fmla="*/ 11608080 w 15276297"/>
              <a:gd name="connsiteY6" fmla="*/ 2302899 h 8133350"/>
              <a:gd name="connsiteX7" fmla="*/ 11631046 w 15276297"/>
              <a:gd name="connsiteY7" fmla="*/ 2325865 h 8133350"/>
              <a:gd name="connsiteX8" fmla="*/ 11654012 w 15276297"/>
              <a:gd name="connsiteY8" fmla="*/ 2302899 h 8133350"/>
              <a:gd name="connsiteX9" fmla="*/ 11631046 w 15276297"/>
              <a:gd name="connsiteY9" fmla="*/ 2279933 h 8133350"/>
              <a:gd name="connsiteX10" fmla="*/ 11734967 w 15276297"/>
              <a:gd name="connsiteY10" fmla="*/ 2279933 h 8133350"/>
              <a:gd name="connsiteX11" fmla="*/ 11712001 w 15276297"/>
              <a:gd name="connsiteY11" fmla="*/ 2302899 h 8133350"/>
              <a:gd name="connsiteX12" fmla="*/ 11734967 w 15276297"/>
              <a:gd name="connsiteY12" fmla="*/ 2325865 h 8133350"/>
              <a:gd name="connsiteX13" fmla="*/ 11757933 w 15276297"/>
              <a:gd name="connsiteY13" fmla="*/ 2302899 h 8133350"/>
              <a:gd name="connsiteX14" fmla="*/ 11734967 w 15276297"/>
              <a:gd name="connsiteY14" fmla="*/ 2279933 h 8133350"/>
              <a:gd name="connsiteX15" fmla="*/ 11734967 w 15276297"/>
              <a:gd name="connsiteY15" fmla="*/ 2365481 h 8133350"/>
              <a:gd name="connsiteX16" fmla="*/ 11712001 w 15276297"/>
              <a:gd name="connsiteY16" fmla="*/ 2388447 h 8133350"/>
              <a:gd name="connsiteX17" fmla="*/ 11734967 w 15276297"/>
              <a:gd name="connsiteY17" fmla="*/ 2411413 h 8133350"/>
              <a:gd name="connsiteX18" fmla="*/ 11757933 w 15276297"/>
              <a:gd name="connsiteY18" fmla="*/ 2388447 h 8133350"/>
              <a:gd name="connsiteX19" fmla="*/ 11734967 w 15276297"/>
              <a:gd name="connsiteY19" fmla="*/ 2365481 h 8133350"/>
              <a:gd name="connsiteX20" fmla="*/ 11631046 w 15276297"/>
              <a:gd name="connsiteY20" fmla="*/ 2365481 h 8133350"/>
              <a:gd name="connsiteX21" fmla="*/ 11608080 w 15276297"/>
              <a:gd name="connsiteY21" fmla="*/ 2388447 h 8133350"/>
              <a:gd name="connsiteX22" fmla="*/ 11631046 w 15276297"/>
              <a:gd name="connsiteY22" fmla="*/ 2411413 h 8133350"/>
              <a:gd name="connsiteX23" fmla="*/ 11654012 w 15276297"/>
              <a:gd name="connsiteY23" fmla="*/ 2388447 h 8133350"/>
              <a:gd name="connsiteX24" fmla="*/ 11631046 w 15276297"/>
              <a:gd name="connsiteY24" fmla="*/ 2365481 h 8133350"/>
              <a:gd name="connsiteX25" fmla="*/ 11320433 w 15276297"/>
              <a:gd name="connsiteY25" fmla="*/ 2279933 h 8133350"/>
              <a:gd name="connsiteX26" fmla="*/ 11297467 w 15276297"/>
              <a:gd name="connsiteY26" fmla="*/ 2302899 h 8133350"/>
              <a:gd name="connsiteX27" fmla="*/ 11320433 w 15276297"/>
              <a:gd name="connsiteY27" fmla="*/ 2325865 h 8133350"/>
              <a:gd name="connsiteX28" fmla="*/ 11343399 w 15276297"/>
              <a:gd name="connsiteY28" fmla="*/ 2302899 h 8133350"/>
              <a:gd name="connsiteX29" fmla="*/ 11320433 w 15276297"/>
              <a:gd name="connsiteY29" fmla="*/ 2279933 h 8133350"/>
              <a:gd name="connsiteX30" fmla="*/ 11424354 w 15276297"/>
              <a:gd name="connsiteY30" fmla="*/ 2365481 h 8133350"/>
              <a:gd name="connsiteX31" fmla="*/ 11401388 w 15276297"/>
              <a:gd name="connsiteY31" fmla="*/ 2388447 h 8133350"/>
              <a:gd name="connsiteX32" fmla="*/ 11424354 w 15276297"/>
              <a:gd name="connsiteY32" fmla="*/ 2411413 h 8133350"/>
              <a:gd name="connsiteX33" fmla="*/ 11447320 w 15276297"/>
              <a:gd name="connsiteY33" fmla="*/ 2388447 h 8133350"/>
              <a:gd name="connsiteX34" fmla="*/ 11424354 w 15276297"/>
              <a:gd name="connsiteY34" fmla="*/ 2365481 h 8133350"/>
              <a:gd name="connsiteX35" fmla="*/ 11527700 w 15276297"/>
              <a:gd name="connsiteY35" fmla="*/ 2365481 h 8133350"/>
              <a:gd name="connsiteX36" fmla="*/ 11504734 w 15276297"/>
              <a:gd name="connsiteY36" fmla="*/ 2388447 h 8133350"/>
              <a:gd name="connsiteX37" fmla="*/ 11527700 w 15276297"/>
              <a:gd name="connsiteY37" fmla="*/ 2411413 h 8133350"/>
              <a:gd name="connsiteX38" fmla="*/ 11550666 w 15276297"/>
              <a:gd name="connsiteY38" fmla="*/ 2388447 h 8133350"/>
              <a:gd name="connsiteX39" fmla="*/ 11527700 w 15276297"/>
              <a:gd name="connsiteY39" fmla="*/ 2365481 h 8133350"/>
              <a:gd name="connsiteX40" fmla="*/ 11424354 w 15276297"/>
              <a:gd name="connsiteY40" fmla="*/ 2279933 h 8133350"/>
              <a:gd name="connsiteX41" fmla="*/ 11401388 w 15276297"/>
              <a:gd name="connsiteY41" fmla="*/ 2302899 h 8133350"/>
              <a:gd name="connsiteX42" fmla="*/ 11424354 w 15276297"/>
              <a:gd name="connsiteY42" fmla="*/ 2325865 h 8133350"/>
              <a:gd name="connsiteX43" fmla="*/ 11447320 w 15276297"/>
              <a:gd name="connsiteY43" fmla="*/ 2302899 h 8133350"/>
              <a:gd name="connsiteX44" fmla="*/ 11424354 w 15276297"/>
              <a:gd name="connsiteY44" fmla="*/ 2279933 h 8133350"/>
              <a:gd name="connsiteX45" fmla="*/ 11320433 w 15276297"/>
              <a:gd name="connsiteY45" fmla="*/ 2365481 h 8133350"/>
              <a:gd name="connsiteX46" fmla="*/ 11297467 w 15276297"/>
              <a:gd name="connsiteY46" fmla="*/ 2388447 h 8133350"/>
              <a:gd name="connsiteX47" fmla="*/ 11320433 w 15276297"/>
              <a:gd name="connsiteY47" fmla="*/ 2411413 h 8133350"/>
              <a:gd name="connsiteX48" fmla="*/ 11343399 w 15276297"/>
              <a:gd name="connsiteY48" fmla="*/ 2388447 h 8133350"/>
              <a:gd name="connsiteX49" fmla="*/ 11320433 w 15276297"/>
              <a:gd name="connsiteY49" fmla="*/ 2365481 h 8133350"/>
              <a:gd name="connsiteX50" fmla="*/ 3048715 w 15276297"/>
              <a:gd name="connsiteY50" fmla="*/ 3916249 h 8133350"/>
              <a:gd name="connsiteX51" fmla="*/ 3025749 w 15276297"/>
              <a:gd name="connsiteY51" fmla="*/ 3939215 h 8133350"/>
              <a:gd name="connsiteX52" fmla="*/ 3048715 w 15276297"/>
              <a:gd name="connsiteY52" fmla="*/ 3962181 h 8133350"/>
              <a:gd name="connsiteX53" fmla="*/ 3071680 w 15276297"/>
              <a:gd name="connsiteY53" fmla="*/ 3939215 h 8133350"/>
              <a:gd name="connsiteX54" fmla="*/ 3048715 w 15276297"/>
              <a:gd name="connsiteY54" fmla="*/ 3916249 h 8133350"/>
              <a:gd name="connsiteX55" fmla="*/ 2737527 w 15276297"/>
              <a:gd name="connsiteY55" fmla="*/ 4001797 h 8133350"/>
              <a:gd name="connsiteX56" fmla="*/ 2714562 w 15276297"/>
              <a:gd name="connsiteY56" fmla="*/ 4024763 h 8133350"/>
              <a:gd name="connsiteX57" fmla="*/ 2737527 w 15276297"/>
              <a:gd name="connsiteY57" fmla="*/ 4047729 h 8133350"/>
              <a:gd name="connsiteX58" fmla="*/ 2760493 w 15276297"/>
              <a:gd name="connsiteY58" fmla="*/ 4024763 h 8133350"/>
              <a:gd name="connsiteX59" fmla="*/ 2737527 w 15276297"/>
              <a:gd name="connsiteY59" fmla="*/ 4001797 h 8133350"/>
              <a:gd name="connsiteX60" fmla="*/ 2634181 w 15276297"/>
              <a:gd name="connsiteY60" fmla="*/ 4001797 h 8133350"/>
              <a:gd name="connsiteX61" fmla="*/ 2611215 w 15276297"/>
              <a:gd name="connsiteY61" fmla="*/ 4024763 h 8133350"/>
              <a:gd name="connsiteX62" fmla="*/ 2634181 w 15276297"/>
              <a:gd name="connsiteY62" fmla="*/ 4047729 h 8133350"/>
              <a:gd name="connsiteX63" fmla="*/ 2657147 w 15276297"/>
              <a:gd name="connsiteY63" fmla="*/ 4024763 h 8133350"/>
              <a:gd name="connsiteX64" fmla="*/ 2634181 w 15276297"/>
              <a:gd name="connsiteY64" fmla="*/ 4001797 h 8133350"/>
              <a:gd name="connsiteX65" fmla="*/ 2944794 w 15276297"/>
              <a:gd name="connsiteY65" fmla="*/ 4001797 h 8133350"/>
              <a:gd name="connsiteX66" fmla="*/ 2921828 w 15276297"/>
              <a:gd name="connsiteY66" fmla="*/ 4024763 h 8133350"/>
              <a:gd name="connsiteX67" fmla="*/ 2944794 w 15276297"/>
              <a:gd name="connsiteY67" fmla="*/ 4047729 h 8133350"/>
              <a:gd name="connsiteX68" fmla="*/ 2967760 w 15276297"/>
              <a:gd name="connsiteY68" fmla="*/ 4024763 h 8133350"/>
              <a:gd name="connsiteX69" fmla="*/ 2944794 w 15276297"/>
              <a:gd name="connsiteY69" fmla="*/ 4001797 h 8133350"/>
              <a:gd name="connsiteX70" fmla="*/ 2737527 w 15276297"/>
              <a:gd name="connsiteY70" fmla="*/ 3916249 h 8133350"/>
              <a:gd name="connsiteX71" fmla="*/ 2714562 w 15276297"/>
              <a:gd name="connsiteY71" fmla="*/ 3939215 h 8133350"/>
              <a:gd name="connsiteX72" fmla="*/ 2737527 w 15276297"/>
              <a:gd name="connsiteY72" fmla="*/ 3962181 h 8133350"/>
              <a:gd name="connsiteX73" fmla="*/ 2760493 w 15276297"/>
              <a:gd name="connsiteY73" fmla="*/ 3939215 h 8133350"/>
              <a:gd name="connsiteX74" fmla="*/ 2737527 w 15276297"/>
              <a:gd name="connsiteY74" fmla="*/ 3916249 h 8133350"/>
              <a:gd name="connsiteX75" fmla="*/ 2634181 w 15276297"/>
              <a:gd name="connsiteY75" fmla="*/ 3916249 h 8133350"/>
              <a:gd name="connsiteX76" fmla="*/ 2611215 w 15276297"/>
              <a:gd name="connsiteY76" fmla="*/ 3939215 h 8133350"/>
              <a:gd name="connsiteX77" fmla="*/ 2634181 w 15276297"/>
              <a:gd name="connsiteY77" fmla="*/ 3962181 h 8133350"/>
              <a:gd name="connsiteX78" fmla="*/ 2657147 w 15276297"/>
              <a:gd name="connsiteY78" fmla="*/ 3939215 h 8133350"/>
              <a:gd name="connsiteX79" fmla="*/ 2634181 w 15276297"/>
              <a:gd name="connsiteY79" fmla="*/ 3916249 h 8133350"/>
              <a:gd name="connsiteX80" fmla="*/ 2841448 w 15276297"/>
              <a:gd name="connsiteY80" fmla="*/ 3916249 h 8133350"/>
              <a:gd name="connsiteX81" fmla="*/ 2818482 w 15276297"/>
              <a:gd name="connsiteY81" fmla="*/ 3939215 h 8133350"/>
              <a:gd name="connsiteX82" fmla="*/ 2841448 w 15276297"/>
              <a:gd name="connsiteY82" fmla="*/ 3962181 h 8133350"/>
              <a:gd name="connsiteX83" fmla="*/ 2864414 w 15276297"/>
              <a:gd name="connsiteY83" fmla="*/ 3939215 h 8133350"/>
              <a:gd name="connsiteX84" fmla="*/ 2841448 w 15276297"/>
              <a:gd name="connsiteY84" fmla="*/ 3916249 h 8133350"/>
              <a:gd name="connsiteX85" fmla="*/ 2944794 w 15276297"/>
              <a:gd name="connsiteY85" fmla="*/ 3916249 h 8133350"/>
              <a:gd name="connsiteX86" fmla="*/ 2921828 w 15276297"/>
              <a:gd name="connsiteY86" fmla="*/ 3939215 h 8133350"/>
              <a:gd name="connsiteX87" fmla="*/ 2944794 w 15276297"/>
              <a:gd name="connsiteY87" fmla="*/ 3962181 h 8133350"/>
              <a:gd name="connsiteX88" fmla="*/ 2967760 w 15276297"/>
              <a:gd name="connsiteY88" fmla="*/ 3939215 h 8133350"/>
              <a:gd name="connsiteX89" fmla="*/ 2944794 w 15276297"/>
              <a:gd name="connsiteY89" fmla="*/ 3916249 h 8133350"/>
              <a:gd name="connsiteX90" fmla="*/ 3048715 w 15276297"/>
              <a:gd name="connsiteY90" fmla="*/ 4001797 h 8133350"/>
              <a:gd name="connsiteX91" fmla="*/ 3025749 w 15276297"/>
              <a:gd name="connsiteY91" fmla="*/ 4024763 h 8133350"/>
              <a:gd name="connsiteX92" fmla="*/ 3048715 w 15276297"/>
              <a:gd name="connsiteY92" fmla="*/ 4047729 h 8133350"/>
              <a:gd name="connsiteX93" fmla="*/ 3071680 w 15276297"/>
              <a:gd name="connsiteY93" fmla="*/ 4024763 h 8133350"/>
              <a:gd name="connsiteX94" fmla="*/ 3048715 w 15276297"/>
              <a:gd name="connsiteY94" fmla="*/ 4001797 h 8133350"/>
              <a:gd name="connsiteX95" fmla="*/ 2841448 w 15276297"/>
              <a:gd name="connsiteY95" fmla="*/ 4001797 h 8133350"/>
              <a:gd name="connsiteX96" fmla="*/ 2818482 w 15276297"/>
              <a:gd name="connsiteY96" fmla="*/ 4024763 h 8133350"/>
              <a:gd name="connsiteX97" fmla="*/ 2841448 w 15276297"/>
              <a:gd name="connsiteY97" fmla="*/ 4047729 h 8133350"/>
              <a:gd name="connsiteX98" fmla="*/ 2864414 w 15276297"/>
              <a:gd name="connsiteY98" fmla="*/ 4024763 h 8133350"/>
              <a:gd name="connsiteX99" fmla="*/ 2841448 w 15276297"/>
              <a:gd name="connsiteY99" fmla="*/ 4001797 h 8133350"/>
              <a:gd name="connsiteX100" fmla="*/ 6635404 w 15276297"/>
              <a:gd name="connsiteY100" fmla="*/ 7527627 h 8133350"/>
              <a:gd name="connsiteX101" fmla="*/ 6658370 w 15276297"/>
              <a:gd name="connsiteY101" fmla="*/ 7504661 h 8133350"/>
              <a:gd name="connsiteX102" fmla="*/ 6635404 w 15276297"/>
              <a:gd name="connsiteY102" fmla="*/ 7481695 h 8133350"/>
              <a:gd name="connsiteX103" fmla="*/ 6612438 w 15276297"/>
              <a:gd name="connsiteY103" fmla="*/ 7504661 h 8133350"/>
              <a:gd name="connsiteX104" fmla="*/ 6635404 w 15276297"/>
              <a:gd name="connsiteY104" fmla="*/ 7527627 h 8133350"/>
              <a:gd name="connsiteX105" fmla="*/ 6720952 w 15276297"/>
              <a:gd name="connsiteY105" fmla="*/ 7481121 h 8133350"/>
              <a:gd name="connsiteX106" fmla="*/ 6697986 w 15276297"/>
              <a:gd name="connsiteY106" fmla="*/ 7504087 h 8133350"/>
              <a:gd name="connsiteX107" fmla="*/ 6720952 w 15276297"/>
              <a:gd name="connsiteY107" fmla="*/ 7527053 h 8133350"/>
              <a:gd name="connsiteX108" fmla="*/ 6743918 w 15276297"/>
              <a:gd name="connsiteY108" fmla="*/ 7504087 h 8133350"/>
              <a:gd name="connsiteX109" fmla="*/ 6720952 w 15276297"/>
              <a:gd name="connsiteY109" fmla="*/ 7481121 h 8133350"/>
              <a:gd name="connsiteX110" fmla="*/ 6635404 w 15276297"/>
              <a:gd name="connsiteY110" fmla="*/ 7630973 h 8133350"/>
              <a:gd name="connsiteX111" fmla="*/ 6658370 w 15276297"/>
              <a:gd name="connsiteY111" fmla="*/ 7608007 h 8133350"/>
              <a:gd name="connsiteX112" fmla="*/ 6635404 w 15276297"/>
              <a:gd name="connsiteY112" fmla="*/ 7585041 h 8133350"/>
              <a:gd name="connsiteX113" fmla="*/ 6612438 w 15276297"/>
              <a:gd name="connsiteY113" fmla="*/ 7608007 h 8133350"/>
              <a:gd name="connsiteX114" fmla="*/ 6635404 w 15276297"/>
              <a:gd name="connsiteY114" fmla="*/ 7630973 h 8133350"/>
              <a:gd name="connsiteX115" fmla="*/ 6720952 w 15276297"/>
              <a:gd name="connsiteY115" fmla="*/ 7688388 h 8133350"/>
              <a:gd name="connsiteX116" fmla="*/ 6697986 w 15276297"/>
              <a:gd name="connsiteY116" fmla="*/ 7711353 h 8133350"/>
              <a:gd name="connsiteX117" fmla="*/ 6720952 w 15276297"/>
              <a:gd name="connsiteY117" fmla="*/ 7734319 h 8133350"/>
              <a:gd name="connsiteX118" fmla="*/ 6743918 w 15276297"/>
              <a:gd name="connsiteY118" fmla="*/ 7711353 h 8133350"/>
              <a:gd name="connsiteX119" fmla="*/ 6720952 w 15276297"/>
              <a:gd name="connsiteY119" fmla="*/ 7688388 h 8133350"/>
              <a:gd name="connsiteX120" fmla="*/ 6635404 w 15276297"/>
              <a:gd name="connsiteY120" fmla="*/ 7895654 h 8133350"/>
              <a:gd name="connsiteX121" fmla="*/ 6612438 w 15276297"/>
              <a:gd name="connsiteY121" fmla="*/ 7918620 h 8133350"/>
              <a:gd name="connsiteX122" fmla="*/ 6635404 w 15276297"/>
              <a:gd name="connsiteY122" fmla="*/ 7941586 h 8133350"/>
              <a:gd name="connsiteX123" fmla="*/ 6658370 w 15276297"/>
              <a:gd name="connsiteY123" fmla="*/ 7918620 h 8133350"/>
              <a:gd name="connsiteX124" fmla="*/ 6635404 w 15276297"/>
              <a:gd name="connsiteY124" fmla="*/ 7895654 h 8133350"/>
              <a:gd name="connsiteX125" fmla="*/ 6720952 w 15276297"/>
              <a:gd name="connsiteY125" fmla="*/ 7584467 h 8133350"/>
              <a:gd name="connsiteX126" fmla="*/ 6697986 w 15276297"/>
              <a:gd name="connsiteY126" fmla="*/ 7607433 h 8133350"/>
              <a:gd name="connsiteX127" fmla="*/ 6720952 w 15276297"/>
              <a:gd name="connsiteY127" fmla="*/ 7630399 h 8133350"/>
              <a:gd name="connsiteX128" fmla="*/ 6743918 w 15276297"/>
              <a:gd name="connsiteY128" fmla="*/ 7607433 h 8133350"/>
              <a:gd name="connsiteX129" fmla="*/ 6720952 w 15276297"/>
              <a:gd name="connsiteY129" fmla="*/ 7584467 h 8133350"/>
              <a:gd name="connsiteX130" fmla="*/ 6720952 w 15276297"/>
              <a:gd name="connsiteY130" fmla="*/ 7791734 h 8133350"/>
              <a:gd name="connsiteX131" fmla="*/ 6697986 w 15276297"/>
              <a:gd name="connsiteY131" fmla="*/ 7814700 h 8133350"/>
              <a:gd name="connsiteX132" fmla="*/ 6720952 w 15276297"/>
              <a:gd name="connsiteY132" fmla="*/ 7837665 h 8133350"/>
              <a:gd name="connsiteX133" fmla="*/ 6743918 w 15276297"/>
              <a:gd name="connsiteY133" fmla="*/ 7814700 h 8133350"/>
              <a:gd name="connsiteX134" fmla="*/ 6720952 w 15276297"/>
              <a:gd name="connsiteY134" fmla="*/ 7791734 h 8133350"/>
              <a:gd name="connsiteX135" fmla="*/ 6635404 w 15276297"/>
              <a:gd name="connsiteY135" fmla="*/ 7791734 h 8133350"/>
              <a:gd name="connsiteX136" fmla="*/ 6612438 w 15276297"/>
              <a:gd name="connsiteY136" fmla="*/ 7814700 h 8133350"/>
              <a:gd name="connsiteX137" fmla="*/ 6635404 w 15276297"/>
              <a:gd name="connsiteY137" fmla="*/ 7837665 h 8133350"/>
              <a:gd name="connsiteX138" fmla="*/ 6658370 w 15276297"/>
              <a:gd name="connsiteY138" fmla="*/ 7814700 h 8133350"/>
              <a:gd name="connsiteX139" fmla="*/ 6635404 w 15276297"/>
              <a:gd name="connsiteY139" fmla="*/ 7791734 h 8133350"/>
              <a:gd name="connsiteX140" fmla="*/ 6720952 w 15276297"/>
              <a:gd name="connsiteY140" fmla="*/ 7895654 h 8133350"/>
              <a:gd name="connsiteX141" fmla="*/ 6697986 w 15276297"/>
              <a:gd name="connsiteY141" fmla="*/ 7918620 h 8133350"/>
              <a:gd name="connsiteX142" fmla="*/ 6720952 w 15276297"/>
              <a:gd name="connsiteY142" fmla="*/ 7941586 h 8133350"/>
              <a:gd name="connsiteX143" fmla="*/ 6743918 w 15276297"/>
              <a:gd name="connsiteY143" fmla="*/ 7918620 h 8133350"/>
              <a:gd name="connsiteX144" fmla="*/ 6720952 w 15276297"/>
              <a:gd name="connsiteY144" fmla="*/ 7895654 h 8133350"/>
              <a:gd name="connsiteX145" fmla="*/ 6635404 w 15276297"/>
              <a:gd name="connsiteY145" fmla="*/ 7688388 h 8133350"/>
              <a:gd name="connsiteX146" fmla="*/ 6612438 w 15276297"/>
              <a:gd name="connsiteY146" fmla="*/ 7711353 h 8133350"/>
              <a:gd name="connsiteX147" fmla="*/ 6635404 w 15276297"/>
              <a:gd name="connsiteY147" fmla="*/ 7734319 h 8133350"/>
              <a:gd name="connsiteX148" fmla="*/ 6658370 w 15276297"/>
              <a:gd name="connsiteY148" fmla="*/ 7711353 h 8133350"/>
              <a:gd name="connsiteX149" fmla="*/ 6635404 w 15276297"/>
              <a:gd name="connsiteY149" fmla="*/ 7688388 h 8133350"/>
              <a:gd name="connsiteX150" fmla="*/ 1923963 w 15276297"/>
              <a:gd name="connsiteY150" fmla="*/ 2088743 h 8133350"/>
              <a:gd name="connsiteX151" fmla="*/ 1900997 w 15276297"/>
              <a:gd name="connsiteY151" fmla="*/ 2111709 h 8133350"/>
              <a:gd name="connsiteX152" fmla="*/ 1923963 w 15276297"/>
              <a:gd name="connsiteY152" fmla="*/ 2134675 h 8133350"/>
              <a:gd name="connsiteX153" fmla="*/ 1946929 w 15276297"/>
              <a:gd name="connsiteY153" fmla="*/ 2111709 h 8133350"/>
              <a:gd name="connsiteX154" fmla="*/ 1923963 w 15276297"/>
              <a:gd name="connsiteY154" fmla="*/ 2088743 h 8133350"/>
              <a:gd name="connsiteX155" fmla="*/ 1923963 w 15276297"/>
              <a:gd name="connsiteY155" fmla="*/ 2174290 h 8133350"/>
              <a:gd name="connsiteX156" fmla="*/ 1900997 w 15276297"/>
              <a:gd name="connsiteY156" fmla="*/ 2197256 h 8133350"/>
              <a:gd name="connsiteX157" fmla="*/ 1923963 w 15276297"/>
              <a:gd name="connsiteY157" fmla="*/ 2220222 h 8133350"/>
              <a:gd name="connsiteX158" fmla="*/ 1946929 w 15276297"/>
              <a:gd name="connsiteY158" fmla="*/ 2197256 h 8133350"/>
              <a:gd name="connsiteX159" fmla="*/ 1923963 w 15276297"/>
              <a:gd name="connsiteY159" fmla="*/ 2174290 h 8133350"/>
              <a:gd name="connsiteX160" fmla="*/ 1716696 w 15276297"/>
              <a:gd name="connsiteY160" fmla="*/ 2174290 h 8133350"/>
              <a:gd name="connsiteX161" fmla="*/ 1693730 w 15276297"/>
              <a:gd name="connsiteY161" fmla="*/ 2197256 h 8133350"/>
              <a:gd name="connsiteX162" fmla="*/ 1716696 w 15276297"/>
              <a:gd name="connsiteY162" fmla="*/ 2220222 h 8133350"/>
              <a:gd name="connsiteX163" fmla="*/ 1739662 w 15276297"/>
              <a:gd name="connsiteY163" fmla="*/ 2197256 h 8133350"/>
              <a:gd name="connsiteX164" fmla="*/ 1716696 w 15276297"/>
              <a:gd name="connsiteY164" fmla="*/ 2174290 h 8133350"/>
              <a:gd name="connsiteX165" fmla="*/ 1820616 w 15276297"/>
              <a:gd name="connsiteY165" fmla="*/ 2174290 h 8133350"/>
              <a:gd name="connsiteX166" fmla="*/ 1797651 w 15276297"/>
              <a:gd name="connsiteY166" fmla="*/ 2197256 h 8133350"/>
              <a:gd name="connsiteX167" fmla="*/ 1820616 w 15276297"/>
              <a:gd name="connsiteY167" fmla="*/ 2220222 h 8133350"/>
              <a:gd name="connsiteX168" fmla="*/ 1843582 w 15276297"/>
              <a:gd name="connsiteY168" fmla="*/ 2197256 h 8133350"/>
              <a:gd name="connsiteX169" fmla="*/ 1820616 w 15276297"/>
              <a:gd name="connsiteY169" fmla="*/ 2174290 h 8133350"/>
              <a:gd name="connsiteX170" fmla="*/ 2131229 w 15276297"/>
              <a:gd name="connsiteY170" fmla="*/ 2134675 h 8133350"/>
              <a:gd name="connsiteX171" fmla="*/ 2154195 w 15276297"/>
              <a:gd name="connsiteY171" fmla="*/ 2111709 h 8133350"/>
              <a:gd name="connsiteX172" fmla="*/ 2131229 w 15276297"/>
              <a:gd name="connsiteY172" fmla="*/ 2088743 h 8133350"/>
              <a:gd name="connsiteX173" fmla="*/ 2108264 w 15276297"/>
              <a:gd name="connsiteY173" fmla="*/ 2111709 h 8133350"/>
              <a:gd name="connsiteX174" fmla="*/ 2131229 w 15276297"/>
              <a:gd name="connsiteY174" fmla="*/ 2134675 h 8133350"/>
              <a:gd name="connsiteX175" fmla="*/ 2027309 w 15276297"/>
              <a:gd name="connsiteY175" fmla="*/ 2134675 h 8133350"/>
              <a:gd name="connsiteX176" fmla="*/ 2050275 w 15276297"/>
              <a:gd name="connsiteY176" fmla="*/ 2111709 h 8133350"/>
              <a:gd name="connsiteX177" fmla="*/ 2027309 w 15276297"/>
              <a:gd name="connsiteY177" fmla="*/ 2088743 h 8133350"/>
              <a:gd name="connsiteX178" fmla="*/ 2004343 w 15276297"/>
              <a:gd name="connsiteY178" fmla="*/ 2111709 h 8133350"/>
              <a:gd name="connsiteX179" fmla="*/ 2027309 w 15276297"/>
              <a:gd name="connsiteY179" fmla="*/ 2134675 h 8133350"/>
              <a:gd name="connsiteX180" fmla="*/ 1820616 w 15276297"/>
              <a:gd name="connsiteY180" fmla="*/ 2134675 h 8133350"/>
              <a:gd name="connsiteX181" fmla="*/ 1843582 w 15276297"/>
              <a:gd name="connsiteY181" fmla="*/ 2111709 h 8133350"/>
              <a:gd name="connsiteX182" fmla="*/ 1820616 w 15276297"/>
              <a:gd name="connsiteY182" fmla="*/ 2088743 h 8133350"/>
              <a:gd name="connsiteX183" fmla="*/ 1797651 w 15276297"/>
              <a:gd name="connsiteY183" fmla="*/ 2111709 h 8133350"/>
              <a:gd name="connsiteX184" fmla="*/ 1820616 w 15276297"/>
              <a:gd name="connsiteY184" fmla="*/ 2134675 h 8133350"/>
              <a:gd name="connsiteX185" fmla="*/ 1716696 w 15276297"/>
              <a:gd name="connsiteY185" fmla="*/ 2088743 h 8133350"/>
              <a:gd name="connsiteX186" fmla="*/ 1693730 w 15276297"/>
              <a:gd name="connsiteY186" fmla="*/ 2111709 h 8133350"/>
              <a:gd name="connsiteX187" fmla="*/ 1716696 w 15276297"/>
              <a:gd name="connsiteY187" fmla="*/ 2134675 h 8133350"/>
              <a:gd name="connsiteX188" fmla="*/ 1739662 w 15276297"/>
              <a:gd name="connsiteY188" fmla="*/ 2111709 h 8133350"/>
              <a:gd name="connsiteX189" fmla="*/ 1716696 w 15276297"/>
              <a:gd name="connsiteY189" fmla="*/ 2088743 h 8133350"/>
              <a:gd name="connsiteX190" fmla="*/ 2131229 w 15276297"/>
              <a:gd name="connsiteY190" fmla="*/ 2220796 h 8133350"/>
              <a:gd name="connsiteX191" fmla="*/ 2154195 w 15276297"/>
              <a:gd name="connsiteY191" fmla="*/ 2197831 h 8133350"/>
              <a:gd name="connsiteX192" fmla="*/ 2131229 w 15276297"/>
              <a:gd name="connsiteY192" fmla="*/ 2174865 h 8133350"/>
              <a:gd name="connsiteX193" fmla="*/ 2108264 w 15276297"/>
              <a:gd name="connsiteY193" fmla="*/ 2197831 h 8133350"/>
              <a:gd name="connsiteX194" fmla="*/ 2131229 w 15276297"/>
              <a:gd name="connsiteY194" fmla="*/ 2220796 h 8133350"/>
              <a:gd name="connsiteX195" fmla="*/ 2027309 w 15276297"/>
              <a:gd name="connsiteY195" fmla="*/ 2174290 h 8133350"/>
              <a:gd name="connsiteX196" fmla="*/ 2004343 w 15276297"/>
              <a:gd name="connsiteY196" fmla="*/ 2197256 h 8133350"/>
              <a:gd name="connsiteX197" fmla="*/ 2027309 w 15276297"/>
              <a:gd name="connsiteY197" fmla="*/ 2220222 h 8133350"/>
              <a:gd name="connsiteX198" fmla="*/ 2050275 w 15276297"/>
              <a:gd name="connsiteY198" fmla="*/ 2197256 h 8133350"/>
              <a:gd name="connsiteX199" fmla="*/ 2027309 w 15276297"/>
              <a:gd name="connsiteY199" fmla="*/ 2174290 h 8133350"/>
              <a:gd name="connsiteX200" fmla="*/ 1820616 w 15276297"/>
              <a:gd name="connsiteY200" fmla="*/ 2306918 h 8133350"/>
              <a:gd name="connsiteX201" fmla="*/ 1843582 w 15276297"/>
              <a:gd name="connsiteY201" fmla="*/ 2283952 h 8133350"/>
              <a:gd name="connsiteX202" fmla="*/ 1820616 w 15276297"/>
              <a:gd name="connsiteY202" fmla="*/ 2260987 h 8133350"/>
              <a:gd name="connsiteX203" fmla="*/ 1797651 w 15276297"/>
              <a:gd name="connsiteY203" fmla="*/ 2283952 h 8133350"/>
              <a:gd name="connsiteX204" fmla="*/ 1820616 w 15276297"/>
              <a:gd name="connsiteY204" fmla="*/ 2306918 h 8133350"/>
              <a:gd name="connsiteX205" fmla="*/ 1716696 w 15276297"/>
              <a:gd name="connsiteY205" fmla="*/ 2345960 h 8133350"/>
              <a:gd name="connsiteX206" fmla="*/ 1716696 w 15276297"/>
              <a:gd name="connsiteY206" fmla="*/ 2345960 h 8133350"/>
              <a:gd name="connsiteX207" fmla="*/ 1707510 w 15276297"/>
              <a:gd name="connsiteY207" fmla="*/ 2347683 h 8133350"/>
              <a:gd name="connsiteX208" fmla="*/ 1693156 w 15276297"/>
              <a:gd name="connsiteY208" fmla="*/ 2368926 h 8133350"/>
              <a:gd name="connsiteX209" fmla="*/ 1707510 w 15276297"/>
              <a:gd name="connsiteY209" fmla="*/ 2390169 h 8133350"/>
              <a:gd name="connsiteX210" fmla="*/ 1716696 w 15276297"/>
              <a:gd name="connsiteY210" fmla="*/ 2391892 h 8133350"/>
              <a:gd name="connsiteX211" fmla="*/ 1716696 w 15276297"/>
              <a:gd name="connsiteY211" fmla="*/ 2391892 h 8133350"/>
              <a:gd name="connsiteX212" fmla="*/ 1739662 w 15276297"/>
              <a:gd name="connsiteY212" fmla="*/ 2368926 h 8133350"/>
              <a:gd name="connsiteX213" fmla="*/ 1716696 w 15276297"/>
              <a:gd name="connsiteY213" fmla="*/ 2345960 h 8133350"/>
              <a:gd name="connsiteX214" fmla="*/ 2027309 w 15276297"/>
              <a:gd name="connsiteY214" fmla="*/ 2306918 h 8133350"/>
              <a:gd name="connsiteX215" fmla="*/ 2050275 w 15276297"/>
              <a:gd name="connsiteY215" fmla="*/ 2283952 h 8133350"/>
              <a:gd name="connsiteX216" fmla="*/ 2027309 w 15276297"/>
              <a:gd name="connsiteY216" fmla="*/ 2260987 h 8133350"/>
              <a:gd name="connsiteX217" fmla="*/ 2004343 w 15276297"/>
              <a:gd name="connsiteY217" fmla="*/ 2283952 h 8133350"/>
              <a:gd name="connsiteX218" fmla="*/ 2027309 w 15276297"/>
              <a:gd name="connsiteY218" fmla="*/ 2306918 h 8133350"/>
              <a:gd name="connsiteX219" fmla="*/ 2122043 w 15276297"/>
              <a:gd name="connsiteY219" fmla="*/ 2390743 h 8133350"/>
              <a:gd name="connsiteX220" fmla="*/ 2131229 w 15276297"/>
              <a:gd name="connsiteY220" fmla="*/ 2392466 h 8133350"/>
              <a:gd name="connsiteX221" fmla="*/ 2154195 w 15276297"/>
              <a:gd name="connsiteY221" fmla="*/ 2369500 h 8133350"/>
              <a:gd name="connsiteX222" fmla="*/ 2131229 w 15276297"/>
              <a:gd name="connsiteY222" fmla="*/ 2346534 h 8133350"/>
              <a:gd name="connsiteX223" fmla="*/ 2131229 w 15276297"/>
              <a:gd name="connsiteY223" fmla="*/ 2346534 h 8133350"/>
              <a:gd name="connsiteX224" fmla="*/ 2122043 w 15276297"/>
              <a:gd name="connsiteY224" fmla="*/ 2348257 h 8133350"/>
              <a:gd name="connsiteX225" fmla="*/ 2107689 w 15276297"/>
              <a:gd name="connsiteY225" fmla="*/ 2369500 h 8133350"/>
              <a:gd name="connsiteX226" fmla="*/ 2109412 w 15276297"/>
              <a:gd name="connsiteY226" fmla="*/ 2378687 h 8133350"/>
              <a:gd name="connsiteX227" fmla="*/ 2121469 w 15276297"/>
              <a:gd name="connsiteY227" fmla="*/ 2390743 h 8133350"/>
              <a:gd name="connsiteX228" fmla="*/ 2131229 w 15276297"/>
              <a:gd name="connsiteY228" fmla="*/ 2306918 h 8133350"/>
              <a:gd name="connsiteX229" fmla="*/ 2154195 w 15276297"/>
              <a:gd name="connsiteY229" fmla="*/ 2283952 h 8133350"/>
              <a:gd name="connsiteX230" fmla="*/ 2131229 w 15276297"/>
              <a:gd name="connsiteY230" fmla="*/ 2260987 h 8133350"/>
              <a:gd name="connsiteX231" fmla="*/ 2108264 w 15276297"/>
              <a:gd name="connsiteY231" fmla="*/ 2283952 h 8133350"/>
              <a:gd name="connsiteX232" fmla="*/ 2131229 w 15276297"/>
              <a:gd name="connsiteY232" fmla="*/ 2306918 h 8133350"/>
              <a:gd name="connsiteX233" fmla="*/ 1716696 w 15276297"/>
              <a:gd name="connsiteY233" fmla="*/ 2260412 h 8133350"/>
              <a:gd name="connsiteX234" fmla="*/ 1693730 w 15276297"/>
              <a:gd name="connsiteY234" fmla="*/ 2283378 h 8133350"/>
              <a:gd name="connsiteX235" fmla="*/ 1716696 w 15276297"/>
              <a:gd name="connsiteY235" fmla="*/ 2306344 h 8133350"/>
              <a:gd name="connsiteX236" fmla="*/ 1739662 w 15276297"/>
              <a:gd name="connsiteY236" fmla="*/ 2283378 h 8133350"/>
              <a:gd name="connsiteX237" fmla="*/ 1716696 w 15276297"/>
              <a:gd name="connsiteY237" fmla="*/ 2260412 h 8133350"/>
              <a:gd name="connsiteX238" fmla="*/ 1923963 w 15276297"/>
              <a:gd name="connsiteY238" fmla="*/ 2260412 h 8133350"/>
              <a:gd name="connsiteX239" fmla="*/ 1900997 w 15276297"/>
              <a:gd name="connsiteY239" fmla="*/ 2283378 h 8133350"/>
              <a:gd name="connsiteX240" fmla="*/ 1923963 w 15276297"/>
              <a:gd name="connsiteY240" fmla="*/ 2306344 h 8133350"/>
              <a:gd name="connsiteX241" fmla="*/ 1946929 w 15276297"/>
              <a:gd name="connsiteY241" fmla="*/ 2283378 h 8133350"/>
              <a:gd name="connsiteX242" fmla="*/ 1923963 w 15276297"/>
              <a:gd name="connsiteY242" fmla="*/ 2260412 h 8133350"/>
              <a:gd name="connsiteX243" fmla="*/ 1923963 w 15276297"/>
              <a:gd name="connsiteY243" fmla="*/ 2345960 h 8133350"/>
              <a:gd name="connsiteX244" fmla="*/ 1923963 w 15276297"/>
              <a:gd name="connsiteY244" fmla="*/ 2345960 h 8133350"/>
              <a:gd name="connsiteX245" fmla="*/ 1914777 w 15276297"/>
              <a:gd name="connsiteY245" fmla="*/ 2347683 h 8133350"/>
              <a:gd name="connsiteX246" fmla="*/ 1900423 w 15276297"/>
              <a:gd name="connsiteY246" fmla="*/ 2368926 h 8133350"/>
              <a:gd name="connsiteX247" fmla="*/ 1914777 w 15276297"/>
              <a:gd name="connsiteY247" fmla="*/ 2390169 h 8133350"/>
              <a:gd name="connsiteX248" fmla="*/ 1923963 w 15276297"/>
              <a:gd name="connsiteY248" fmla="*/ 2391892 h 8133350"/>
              <a:gd name="connsiteX249" fmla="*/ 1923963 w 15276297"/>
              <a:gd name="connsiteY249" fmla="*/ 2391892 h 8133350"/>
              <a:gd name="connsiteX250" fmla="*/ 1946929 w 15276297"/>
              <a:gd name="connsiteY250" fmla="*/ 2368926 h 8133350"/>
              <a:gd name="connsiteX251" fmla="*/ 1923963 w 15276297"/>
              <a:gd name="connsiteY251" fmla="*/ 2345960 h 8133350"/>
              <a:gd name="connsiteX252" fmla="*/ 1829229 w 15276297"/>
              <a:gd name="connsiteY252" fmla="*/ 2348257 h 8133350"/>
              <a:gd name="connsiteX253" fmla="*/ 1820042 w 15276297"/>
              <a:gd name="connsiteY253" fmla="*/ 2346534 h 8133350"/>
              <a:gd name="connsiteX254" fmla="*/ 1797077 w 15276297"/>
              <a:gd name="connsiteY254" fmla="*/ 2369500 h 8133350"/>
              <a:gd name="connsiteX255" fmla="*/ 1820042 w 15276297"/>
              <a:gd name="connsiteY255" fmla="*/ 2392466 h 8133350"/>
              <a:gd name="connsiteX256" fmla="*/ 1829229 w 15276297"/>
              <a:gd name="connsiteY256" fmla="*/ 2390743 h 8133350"/>
              <a:gd name="connsiteX257" fmla="*/ 1843582 w 15276297"/>
              <a:gd name="connsiteY257" fmla="*/ 2369500 h 8133350"/>
              <a:gd name="connsiteX258" fmla="*/ 1829229 w 15276297"/>
              <a:gd name="connsiteY258" fmla="*/ 2348257 h 8133350"/>
              <a:gd name="connsiteX259" fmla="*/ 2036495 w 15276297"/>
              <a:gd name="connsiteY259" fmla="*/ 2348257 h 8133350"/>
              <a:gd name="connsiteX260" fmla="*/ 2027309 w 15276297"/>
              <a:gd name="connsiteY260" fmla="*/ 2346534 h 8133350"/>
              <a:gd name="connsiteX261" fmla="*/ 2004343 w 15276297"/>
              <a:gd name="connsiteY261" fmla="*/ 2369500 h 8133350"/>
              <a:gd name="connsiteX262" fmla="*/ 2027309 w 15276297"/>
              <a:gd name="connsiteY262" fmla="*/ 2392466 h 8133350"/>
              <a:gd name="connsiteX263" fmla="*/ 2036495 w 15276297"/>
              <a:gd name="connsiteY263" fmla="*/ 2390743 h 8133350"/>
              <a:gd name="connsiteX264" fmla="*/ 2050849 w 15276297"/>
              <a:gd name="connsiteY264" fmla="*/ 2369500 h 8133350"/>
              <a:gd name="connsiteX265" fmla="*/ 2036495 w 15276297"/>
              <a:gd name="connsiteY265" fmla="*/ 2348257 h 8133350"/>
              <a:gd name="connsiteX266" fmla="*/ 1923963 w 15276297"/>
              <a:gd name="connsiteY266" fmla="*/ 2432082 h 8133350"/>
              <a:gd name="connsiteX267" fmla="*/ 1923963 w 15276297"/>
              <a:gd name="connsiteY267" fmla="*/ 2432082 h 8133350"/>
              <a:gd name="connsiteX268" fmla="*/ 1914777 w 15276297"/>
              <a:gd name="connsiteY268" fmla="*/ 2433804 h 8133350"/>
              <a:gd name="connsiteX269" fmla="*/ 1900423 w 15276297"/>
              <a:gd name="connsiteY269" fmla="*/ 2455048 h 8133350"/>
              <a:gd name="connsiteX270" fmla="*/ 1914777 w 15276297"/>
              <a:gd name="connsiteY270" fmla="*/ 2476291 h 8133350"/>
              <a:gd name="connsiteX271" fmla="*/ 1923963 w 15276297"/>
              <a:gd name="connsiteY271" fmla="*/ 2478014 h 8133350"/>
              <a:gd name="connsiteX272" fmla="*/ 1923963 w 15276297"/>
              <a:gd name="connsiteY272" fmla="*/ 2478014 h 8133350"/>
              <a:gd name="connsiteX273" fmla="*/ 1946929 w 15276297"/>
              <a:gd name="connsiteY273" fmla="*/ 2455048 h 8133350"/>
              <a:gd name="connsiteX274" fmla="*/ 1923963 w 15276297"/>
              <a:gd name="connsiteY274" fmla="*/ 2432082 h 8133350"/>
              <a:gd name="connsiteX275" fmla="*/ 2122043 w 15276297"/>
              <a:gd name="connsiteY275" fmla="*/ 2476865 h 8133350"/>
              <a:gd name="connsiteX276" fmla="*/ 2131229 w 15276297"/>
              <a:gd name="connsiteY276" fmla="*/ 2478588 h 8133350"/>
              <a:gd name="connsiteX277" fmla="*/ 2154195 w 15276297"/>
              <a:gd name="connsiteY277" fmla="*/ 2455622 h 8133350"/>
              <a:gd name="connsiteX278" fmla="*/ 2131229 w 15276297"/>
              <a:gd name="connsiteY278" fmla="*/ 2432656 h 8133350"/>
              <a:gd name="connsiteX279" fmla="*/ 2131229 w 15276297"/>
              <a:gd name="connsiteY279" fmla="*/ 2432656 h 8133350"/>
              <a:gd name="connsiteX280" fmla="*/ 2122043 w 15276297"/>
              <a:gd name="connsiteY280" fmla="*/ 2434379 h 8133350"/>
              <a:gd name="connsiteX281" fmla="*/ 2107689 w 15276297"/>
              <a:gd name="connsiteY281" fmla="*/ 2455622 h 8133350"/>
              <a:gd name="connsiteX282" fmla="*/ 2109412 w 15276297"/>
              <a:gd name="connsiteY282" fmla="*/ 2464808 h 8133350"/>
              <a:gd name="connsiteX283" fmla="*/ 2121469 w 15276297"/>
              <a:gd name="connsiteY283" fmla="*/ 2476865 h 8133350"/>
              <a:gd name="connsiteX284" fmla="*/ 2036495 w 15276297"/>
              <a:gd name="connsiteY284" fmla="*/ 2433804 h 8133350"/>
              <a:gd name="connsiteX285" fmla="*/ 2027309 w 15276297"/>
              <a:gd name="connsiteY285" fmla="*/ 2432082 h 8133350"/>
              <a:gd name="connsiteX286" fmla="*/ 2004343 w 15276297"/>
              <a:gd name="connsiteY286" fmla="*/ 2455048 h 8133350"/>
              <a:gd name="connsiteX287" fmla="*/ 2027309 w 15276297"/>
              <a:gd name="connsiteY287" fmla="*/ 2478014 h 8133350"/>
              <a:gd name="connsiteX288" fmla="*/ 2036495 w 15276297"/>
              <a:gd name="connsiteY288" fmla="*/ 2476291 h 8133350"/>
              <a:gd name="connsiteX289" fmla="*/ 2050849 w 15276297"/>
              <a:gd name="connsiteY289" fmla="*/ 2455048 h 8133350"/>
              <a:gd name="connsiteX290" fmla="*/ 2036495 w 15276297"/>
              <a:gd name="connsiteY290" fmla="*/ 2433804 h 8133350"/>
              <a:gd name="connsiteX291" fmla="*/ 1716696 w 15276297"/>
              <a:gd name="connsiteY291" fmla="*/ 2432082 h 8133350"/>
              <a:gd name="connsiteX292" fmla="*/ 1716696 w 15276297"/>
              <a:gd name="connsiteY292" fmla="*/ 2432082 h 8133350"/>
              <a:gd name="connsiteX293" fmla="*/ 1707510 w 15276297"/>
              <a:gd name="connsiteY293" fmla="*/ 2433804 h 8133350"/>
              <a:gd name="connsiteX294" fmla="*/ 1693156 w 15276297"/>
              <a:gd name="connsiteY294" fmla="*/ 2455048 h 8133350"/>
              <a:gd name="connsiteX295" fmla="*/ 1707510 w 15276297"/>
              <a:gd name="connsiteY295" fmla="*/ 2476291 h 8133350"/>
              <a:gd name="connsiteX296" fmla="*/ 1716696 w 15276297"/>
              <a:gd name="connsiteY296" fmla="*/ 2478014 h 8133350"/>
              <a:gd name="connsiteX297" fmla="*/ 1716696 w 15276297"/>
              <a:gd name="connsiteY297" fmla="*/ 2478014 h 8133350"/>
              <a:gd name="connsiteX298" fmla="*/ 1739662 w 15276297"/>
              <a:gd name="connsiteY298" fmla="*/ 2455048 h 8133350"/>
              <a:gd name="connsiteX299" fmla="*/ 1716696 w 15276297"/>
              <a:gd name="connsiteY299" fmla="*/ 2432082 h 8133350"/>
              <a:gd name="connsiteX300" fmla="*/ 1829229 w 15276297"/>
              <a:gd name="connsiteY300" fmla="*/ 2433804 h 8133350"/>
              <a:gd name="connsiteX301" fmla="*/ 1820042 w 15276297"/>
              <a:gd name="connsiteY301" fmla="*/ 2432082 h 8133350"/>
              <a:gd name="connsiteX302" fmla="*/ 1797077 w 15276297"/>
              <a:gd name="connsiteY302" fmla="*/ 2455048 h 8133350"/>
              <a:gd name="connsiteX303" fmla="*/ 1820042 w 15276297"/>
              <a:gd name="connsiteY303" fmla="*/ 2478014 h 8133350"/>
              <a:gd name="connsiteX304" fmla="*/ 1829229 w 15276297"/>
              <a:gd name="connsiteY304" fmla="*/ 2476291 h 8133350"/>
              <a:gd name="connsiteX305" fmla="*/ 1843582 w 15276297"/>
              <a:gd name="connsiteY305" fmla="*/ 2455048 h 8133350"/>
              <a:gd name="connsiteX306" fmla="*/ 1829229 w 15276297"/>
              <a:gd name="connsiteY306" fmla="*/ 2433804 h 8133350"/>
              <a:gd name="connsiteX307" fmla="*/ 14177383 w 15276297"/>
              <a:gd name="connsiteY307" fmla="*/ 1017961 h 8133350"/>
              <a:gd name="connsiteX308" fmla="*/ 14200349 w 15276297"/>
              <a:gd name="connsiteY308" fmla="*/ 994995 h 8133350"/>
              <a:gd name="connsiteX309" fmla="*/ 14177383 w 15276297"/>
              <a:gd name="connsiteY309" fmla="*/ 972029 h 8133350"/>
              <a:gd name="connsiteX310" fmla="*/ 14154417 w 15276297"/>
              <a:gd name="connsiteY310" fmla="*/ 994995 h 8133350"/>
              <a:gd name="connsiteX311" fmla="*/ 14177383 w 15276297"/>
              <a:gd name="connsiteY311" fmla="*/ 1017961 h 8133350"/>
              <a:gd name="connsiteX312" fmla="*/ 13970116 w 15276297"/>
              <a:gd name="connsiteY312" fmla="*/ 1017961 h 8133350"/>
              <a:gd name="connsiteX313" fmla="*/ 13993082 w 15276297"/>
              <a:gd name="connsiteY313" fmla="*/ 994995 h 8133350"/>
              <a:gd name="connsiteX314" fmla="*/ 13970116 w 15276297"/>
              <a:gd name="connsiteY314" fmla="*/ 972029 h 8133350"/>
              <a:gd name="connsiteX315" fmla="*/ 13947150 w 15276297"/>
              <a:gd name="connsiteY315" fmla="*/ 994995 h 8133350"/>
              <a:gd name="connsiteX316" fmla="*/ 13970116 w 15276297"/>
              <a:gd name="connsiteY316" fmla="*/ 1017961 h 8133350"/>
              <a:gd name="connsiteX317" fmla="*/ 14073462 w 15276297"/>
              <a:gd name="connsiteY317" fmla="*/ 1017961 h 8133350"/>
              <a:gd name="connsiteX318" fmla="*/ 14096428 w 15276297"/>
              <a:gd name="connsiteY318" fmla="*/ 994995 h 8133350"/>
              <a:gd name="connsiteX319" fmla="*/ 14073462 w 15276297"/>
              <a:gd name="connsiteY319" fmla="*/ 972029 h 8133350"/>
              <a:gd name="connsiteX320" fmla="*/ 14050496 w 15276297"/>
              <a:gd name="connsiteY320" fmla="*/ 994995 h 8133350"/>
              <a:gd name="connsiteX321" fmla="*/ 14073462 w 15276297"/>
              <a:gd name="connsiteY321" fmla="*/ 1017961 h 8133350"/>
              <a:gd name="connsiteX322" fmla="*/ 14384076 w 15276297"/>
              <a:gd name="connsiteY322" fmla="*/ 1017961 h 8133350"/>
              <a:gd name="connsiteX323" fmla="*/ 14407041 w 15276297"/>
              <a:gd name="connsiteY323" fmla="*/ 994995 h 8133350"/>
              <a:gd name="connsiteX324" fmla="*/ 14384076 w 15276297"/>
              <a:gd name="connsiteY324" fmla="*/ 972029 h 8133350"/>
              <a:gd name="connsiteX325" fmla="*/ 14361110 w 15276297"/>
              <a:gd name="connsiteY325" fmla="*/ 994995 h 8133350"/>
              <a:gd name="connsiteX326" fmla="*/ 14384076 w 15276297"/>
              <a:gd name="connsiteY326" fmla="*/ 1017961 h 8133350"/>
              <a:gd name="connsiteX327" fmla="*/ 14280729 w 15276297"/>
              <a:gd name="connsiteY327" fmla="*/ 1017961 h 8133350"/>
              <a:gd name="connsiteX328" fmla="*/ 14303695 w 15276297"/>
              <a:gd name="connsiteY328" fmla="*/ 994995 h 8133350"/>
              <a:gd name="connsiteX329" fmla="*/ 14280729 w 15276297"/>
              <a:gd name="connsiteY329" fmla="*/ 972029 h 8133350"/>
              <a:gd name="connsiteX330" fmla="*/ 14257763 w 15276297"/>
              <a:gd name="connsiteY330" fmla="*/ 994995 h 8133350"/>
              <a:gd name="connsiteX331" fmla="*/ 14280729 w 15276297"/>
              <a:gd name="connsiteY331" fmla="*/ 1017961 h 8133350"/>
              <a:gd name="connsiteX332" fmla="*/ 14073462 w 15276297"/>
              <a:gd name="connsiteY332" fmla="*/ 1104083 h 8133350"/>
              <a:gd name="connsiteX333" fmla="*/ 14096428 w 15276297"/>
              <a:gd name="connsiteY333" fmla="*/ 1081117 h 8133350"/>
              <a:gd name="connsiteX334" fmla="*/ 14073462 w 15276297"/>
              <a:gd name="connsiteY334" fmla="*/ 1058151 h 8133350"/>
              <a:gd name="connsiteX335" fmla="*/ 14050496 w 15276297"/>
              <a:gd name="connsiteY335" fmla="*/ 1081117 h 8133350"/>
              <a:gd name="connsiteX336" fmla="*/ 14073462 w 15276297"/>
              <a:gd name="connsiteY336" fmla="*/ 1104083 h 8133350"/>
              <a:gd name="connsiteX337" fmla="*/ 13960930 w 15276297"/>
              <a:gd name="connsiteY337" fmla="*/ 1187908 h 8133350"/>
              <a:gd name="connsiteX338" fmla="*/ 13970116 w 15276297"/>
              <a:gd name="connsiteY338" fmla="*/ 1189630 h 8133350"/>
              <a:gd name="connsiteX339" fmla="*/ 13970116 w 15276297"/>
              <a:gd name="connsiteY339" fmla="*/ 1189630 h 8133350"/>
              <a:gd name="connsiteX340" fmla="*/ 13993082 w 15276297"/>
              <a:gd name="connsiteY340" fmla="*/ 1166665 h 8133350"/>
              <a:gd name="connsiteX341" fmla="*/ 13970116 w 15276297"/>
              <a:gd name="connsiteY341" fmla="*/ 1143699 h 8133350"/>
              <a:gd name="connsiteX342" fmla="*/ 13970116 w 15276297"/>
              <a:gd name="connsiteY342" fmla="*/ 1143699 h 8133350"/>
              <a:gd name="connsiteX343" fmla="*/ 13960930 w 15276297"/>
              <a:gd name="connsiteY343" fmla="*/ 1145421 h 8133350"/>
              <a:gd name="connsiteX344" fmla="*/ 13946577 w 15276297"/>
              <a:gd name="connsiteY344" fmla="*/ 1166665 h 8133350"/>
              <a:gd name="connsiteX345" fmla="*/ 13960930 w 15276297"/>
              <a:gd name="connsiteY345" fmla="*/ 1187908 h 8133350"/>
              <a:gd name="connsiteX346" fmla="*/ 14280729 w 15276297"/>
              <a:gd name="connsiteY346" fmla="*/ 1104083 h 8133350"/>
              <a:gd name="connsiteX347" fmla="*/ 14303695 w 15276297"/>
              <a:gd name="connsiteY347" fmla="*/ 1081117 h 8133350"/>
              <a:gd name="connsiteX348" fmla="*/ 14280729 w 15276297"/>
              <a:gd name="connsiteY348" fmla="*/ 1058151 h 8133350"/>
              <a:gd name="connsiteX349" fmla="*/ 14257763 w 15276297"/>
              <a:gd name="connsiteY349" fmla="*/ 1081117 h 8133350"/>
              <a:gd name="connsiteX350" fmla="*/ 14280729 w 15276297"/>
              <a:gd name="connsiteY350" fmla="*/ 1104083 h 8133350"/>
              <a:gd name="connsiteX351" fmla="*/ 14375463 w 15276297"/>
              <a:gd name="connsiteY351" fmla="*/ 1187908 h 8133350"/>
              <a:gd name="connsiteX352" fmla="*/ 14384650 w 15276297"/>
              <a:gd name="connsiteY352" fmla="*/ 1189630 h 8133350"/>
              <a:gd name="connsiteX353" fmla="*/ 14407616 w 15276297"/>
              <a:gd name="connsiteY353" fmla="*/ 1166665 h 8133350"/>
              <a:gd name="connsiteX354" fmla="*/ 14384650 w 15276297"/>
              <a:gd name="connsiteY354" fmla="*/ 1143699 h 8133350"/>
              <a:gd name="connsiteX355" fmla="*/ 14384650 w 15276297"/>
              <a:gd name="connsiteY355" fmla="*/ 1143699 h 8133350"/>
              <a:gd name="connsiteX356" fmla="*/ 14375463 w 15276297"/>
              <a:gd name="connsiteY356" fmla="*/ 1145421 h 8133350"/>
              <a:gd name="connsiteX357" fmla="*/ 14361110 w 15276297"/>
              <a:gd name="connsiteY357" fmla="*/ 1166665 h 8133350"/>
              <a:gd name="connsiteX358" fmla="*/ 14362832 w 15276297"/>
              <a:gd name="connsiteY358" fmla="*/ 1175851 h 8133350"/>
              <a:gd name="connsiteX359" fmla="*/ 14374889 w 15276297"/>
              <a:gd name="connsiteY359" fmla="*/ 1187908 h 8133350"/>
              <a:gd name="connsiteX360" fmla="*/ 14384076 w 15276297"/>
              <a:gd name="connsiteY360" fmla="*/ 1104083 h 8133350"/>
              <a:gd name="connsiteX361" fmla="*/ 14407041 w 15276297"/>
              <a:gd name="connsiteY361" fmla="*/ 1081117 h 8133350"/>
              <a:gd name="connsiteX362" fmla="*/ 14384076 w 15276297"/>
              <a:gd name="connsiteY362" fmla="*/ 1058151 h 8133350"/>
              <a:gd name="connsiteX363" fmla="*/ 14361110 w 15276297"/>
              <a:gd name="connsiteY363" fmla="*/ 1081117 h 8133350"/>
              <a:gd name="connsiteX364" fmla="*/ 14384076 w 15276297"/>
              <a:gd name="connsiteY364" fmla="*/ 1104083 h 8133350"/>
              <a:gd name="connsiteX365" fmla="*/ 13970116 w 15276297"/>
              <a:gd name="connsiteY365" fmla="*/ 1104083 h 8133350"/>
              <a:gd name="connsiteX366" fmla="*/ 13993082 w 15276297"/>
              <a:gd name="connsiteY366" fmla="*/ 1081117 h 8133350"/>
              <a:gd name="connsiteX367" fmla="*/ 13970116 w 15276297"/>
              <a:gd name="connsiteY367" fmla="*/ 1058151 h 8133350"/>
              <a:gd name="connsiteX368" fmla="*/ 13947150 w 15276297"/>
              <a:gd name="connsiteY368" fmla="*/ 1081117 h 8133350"/>
              <a:gd name="connsiteX369" fmla="*/ 13970116 w 15276297"/>
              <a:gd name="connsiteY369" fmla="*/ 1104083 h 8133350"/>
              <a:gd name="connsiteX370" fmla="*/ 14177383 w 15276297"/>
              <a:gd name="connsiteY370" fmla="*/ 1104083 h 8133350"/>
              <a:gd name="connsiteX371" fmla="*/ 14200349 w 15276297"/>
              <a:gd name="connsiteY371" fmla="*/ 1081117 h 8133350"/>
              <a:gd name="connsiteX372" fmla="*/ 14177383 w 15276297"/>
              <a:gd name="connsiteY372" fmla="*/ 1058151 h 8133350"/>
              <a:gd name="connsiteX373" fmla="*/ 14154417 w 15276297"/>
              <a:gd name="connsiteY373" fmla="*/ 1081117 h 8133350"/>
              <a:gd name="connsiteX374" fmla="*/ 14177383 w 15276297"/>
              <a:gd name="connsiteY374" fmla="*/ 1104083 h 8133350"/>
              <a:gd name="connsiteX375" fmla="*/ 14168196 w 15276297"/>
              <a:gd name="connsiteY375" fmla="*/ 1187908 h 8133350"/>
              <a:gd name="connsiteX376" fmla="*/ 14177383 w 15276297"/>
              <a:gd name="connsiteY376" fmla="*/ 1189630 h 8133350"/>
              <a:gd name="connsiteX377" fmla="*/ 14177383 w 15276297"/>
              <a:gd name="connsiteY377" fmla="*/ 1189630 h 8133350"/>
              <a:gd name="connsiteX378" fmla="*/ 14200349 w 15276297"/>
              <a:gd name="connsiteY378" fmla="*/ 1166665 h 8133350"/>
              <a:gd name="connsiteX379" fmla="*/ 14177383 w 15276297"/>
              <a:gd name="connsiteY379" fmla="*/ 1143699 h 8133350"/>
              <a:gd name="connsiteX380" fmla="*/ 14177383 w 15276297"/>
              <a:gd name="connsiteY380" fmla="*/ 1143699 h 8133350"/>
              <a:gd name="connsiteX381" fmla="*/ 14168196 w 15276297"/>
              <a:gd name="connsiteY381" fmla="*/ 1145421 h 8133350"/>
              <a:gd name="connsiteX382" fmla="*/ 14153843 w 15276297"/>
              <a:gd name="connsiteY382" fmla="*/ 1166665 h 8133350"/>
              <a:gd name="connsiteX383" fmla="*/ 14168196 w 15276297"/>
              <a:gd name="connsiteY383" fmla="*/ 1187908 h 8133350"/>
              <a:gd name="connsiteX384" fmla="*/ 14073462 w 15276297"/>
              <a:gd name="connsiteY384" fmla="*/ 1189630 h 8133350"/>
              <a:gd name="connsiteX385" fmla="*/ 14082649 w 15276297"/>
              <a:gd name="connsiteY385" fmla="*/ 1187908 h 8133350"/>
              <a:gd name="connsiteX386" fmla="*/ 14097003 w 15276297"/>
              <a:gd name="connsiteY386" fmla="*/ 1166665 h 8133350"/>
              <a:gd name="connsiteX387" fmla="*/ 14082649 w 15276297"/>
              <a:gd name="connsiteY387" fmla="*/ 1145421 h 8133350"/>
              <a:gd name="connsiteX388" fmla="*/ 14073462 w 15276297"/>
              <a:gd name="connsiteY388" fmla="*/ 1143699 h 8133350"/>
              <a:gd name="connsiteX389" fmla="*/ 14050496 w 15276297"/>
              <a:gd name="connsiteY389" fmla="*/ 1166665 h 8133350"/>
              <a:gd name="connsiteX390" fmla="*/ 14073462 w 15276297"/>
              <a:gd name="connsiteY390" fmla="*/ 1189630 h 8133350"/>
              <a:gd name="connsiteX391" fmla="*/ 14280729 w 15276297"/>
              <a:gd name="connsiteY391" fmla="*/ 1189630 h 8133350"/>
              <a:gd name="connsiteX392" fmla="*/ 14289916 w 15276297"/>
              <a:gd name="connsiteY392" fmla="*/ 1187908 h 8133350"/>
              <a:gd name="connsiteX393" fmla="*/ 14304270 w 15276297"/>
              <a:gd name="connsiteY393" fmla="*/ 1166665 h 8133350"/>
              <a:gd name="connsiteX394" fmla="*/ 14289916 w 15276297"/>
              <a:gd name="connsiteY394" fmla="*/ 1145421 h 8133350"/>
              <a:gd name="connsiteX395" fmla="*/ 14280729 w 15276297"/>
              <a:gd name="connsiteY395" fmla="*/ 1143699 h 8133350"/>
              <a:gd name="connsiteX396" fmla="*/ 14257763 w 15276297"/>
              <a:gd name="connsiteY396" fmla="*/ 1166665 h 8133350"/>
              <a:gd name="connsiteX397" fmla="*/ 14280729 w 15276297"/>
              <a:gd name="connsiteY397" fmla="*/ 1189630 h 8133350"/>
              <a:gd name="connsiteX398" fmla="*/ 14168196 w 15276297"/>
              <a:gd name="connsiteY398" fmla="*/ 1274030 h 8133350"/>
              <a:gd name="connsiteX399" fmla="*/ 14177383 w 15276297"/>
              <a:gd name="connsiteY399" fmla="*/ 1275752 h 8133350"/>
              <a:gd name="connsiteX400" fmla="*/ 14177383 w 15276297"/>
              <a:gd name="connsiteY400" fmla="*/ 1275752 h 8133350"/>
              <a:gd name="connsiteX401" fmla="*/ 14200349 w 15276297"/>
              <a:gd name="connsiteY401" fmla="*/ 1252786 h 8133350"/>
              <a:gd name="connsiteX402" fmla="*/ 14177383 w 15276297"/>
              <a:gd name="connsiteY402" fmla="*/ 1229821 h 8133350"/>
              <a:gd name="connsiteX403" fmla="*/ 14177383 w 15276297"/>
              <a:gd name="connsiteY403" fmla="*/ 1229821 h 8133350"/>
              <a:gd name="connsiteX404" fmla="*/ 14168196 w 15276297"/>
              <a:gd name="connsiteY404" fmla="*/ 1231543 h 8133350"/>
              <a:gd name="connsiteX405" fmla="*/ 14153843 w 15276297"/>
              <a:gd name="connsiteY405" fmla="*/ 1252786 h 8133350"/>
              <a:gd name="connsiteX406" fmla="*/ 14168196 w 15276297"/>
              <a:gd name="connsiteY406" fmla="*/ 1274030 h 8133350"/>
              <a:gd name="connsiteX407" fmla="*/ 14375463 w 15276297"/>
              <a:gd name="connsiteY407" fmla="*/ 1274030 h 8133350"/>
              <a:gd name="connsiteX408" fmla="*/ 14384650 w 15276297"/>
              <a:gd name="connsiteY408" fmla="*/ 1275752 h 8133350"/>
              <a:gd name="connsiteX409" fmla="*/ 14407616 w 15276297"/>
              <a:gd name="connsiteY409" fmla="*/ 1252786 h 8133350"/>
              <a:gd name="connsiteX410" fmla="*/ 14384650 w 15276297"/>
              <a:gd name="connsiteY410" fmla="*/ 1229821 h 8133350"/>
              <a:gd name="connsiteX411" fmla="*/ 14384650 w 15276297"/>
              <a:gd name="connsiteY411" fmla="*/ 1229821 h 8133350"/>
              <a:gd name="connsiteX412" fmla="*/ 14375463 w 15276297"/>
              <a:gd name="connsiteY412" fmla="*/ 1231543 h 8133350"/>
              <a:gd name="connsiteX413" fmla="*/ 14361110 w 15276297"/>
              <a:gd name="connsiteY413" fmla="*/ 1252786 h 8133350"/>
              <a:gd name="connsiteX414" fmla="*/ 14362832 w 15276297"/>
              <a:gd name="connsiteY414" fmla="*/ 1261973 h 8133350"/>
              <a:gd name="connsiteX415" fmla="*/ 14374889 w 15276297"/>
              <a:gd name="connsiteY415" fmla="*/ 1274030 h 8133350"/>
              <a:gd name="connsiteX416" fmla="*/ 14280729 w 15276297"/>
              <a:gd name="connsiteY416" fmla="*/ 1275752 h 8133350"/>
              <a:gd name="connsiteX417" fmla="*/ 14289916 w 15276297"/>
              <a:gd name="connsiteY417" fmla="*/ 1274030 h 8133350"/>
              <a:gd name="connsiteX418" fmla="*/ 14304270 w 15276297"/>
              <a:gd name="connsiteY418" fmla="*/ 1252786 h 8133350"/>
              <a:gd name="connsiteX419" fmla="*/ 14289916 w 15276297"/>
              <a:gd name="connsiteY419" fmla="*/ 1231543 h 8133350"/>
              <a:gd name="connsiteX420" fmla="*/ 14280729 w 15276297"/>
              <a:gd name="connsiteY420" fmla="*/ 1229821 h 8133350"/>
              <a:gd name="connsiteX421" fmla="*/ 14257763 w 15276297"/>
              <a:gd name="connsiteY421" fmla="*/ 1252786 h 8133350"/>
              <a:gd name="connsiteX422" fmla="*/ 14280729 w 15276297"/>
              <a:gd name="connsiteY422" fmla="*/ 1275752 h 8133350"/>
              <a:gd name="connsiteX423" fmla="*/ 13960930 w 15276297"/>
              <a:gd name="connsiteY423" fmla="*/ 1274030 h 8133350"/>
              <a:gd name="connsiteX424" fmla="*/ 13970116 w 15276297"/>
              <a:gd name="connsiteY424" fmla="*/ 1275752 h 8133350"/>
              <a:gd name="connsiteX425" fmla="*/ 13970116 w 15276297"/>
              <a:gd name="connsiteY425" fmla="*/ 1275752 h 8133350"/>
              <a:gd name="connsiteX426" fmla="*/ 13993082 w 15276297"/>
              <a:gd name="connsiteY426" fmla="*/ 1252786 h 8133350"/>
              <a:gd name="connsiteX427" fmla="*/ 13970116 w 15276297"/>
              <a:gd name="connsiteY427" fmla="*/ 1229821 h 8133350"/>
              <a:gd name="connsiteX428" fmla="*/ 13970116 w 15276297"/>
              <a:gd name="connsiteY428" fmla="*/ 1229821 h 8133350"/>
              <a:gd name="connsiteX429" fmla="*/ 13960930 w 15276297"/>
              <a:gd name="connsiteY429" fmla="*/ 1231543 h 8133350"/>
              <a:gd name="connsiteX430" fmla="*/ 13946577 w 15276297"/>
              <a:gd name="connsiteY430" fmla="*/ 1252786 h 8133350"/>
              <a:gd name="connsiteX431" fmla="*/ 13960930 w 15276297"/>
              <a:gd name="connsiteY431" fmla="*/ 1274030 h 8133350"/>
              <a:gd name="connsiteX432" fmla="*/ 14073462 w 15276297"/>
              <a:gd name="connsiteY432" fmla="*/ 1275752 h 8133350"/>
              <a:gd name="connsiteX433" fmla="*/ 14082649 w 15276297"/>
              <a:gd name="connsiteY433" fmla="*/ 1274030 h 8133350"/>
              <a:gd name="connsiteX434" fmla="*/ 14097003 w 15276297"/>
              <a:gd name="connsiteY434" fmla="*/ 1252786 h 8133350"/>
              <a:gd name="connsiteX435" fmla="*/ 14082649 w 15276297"/>
              <a:gd name="connsiteY435" fmla="*/ 1231543 h 8133350"/>
              <a:gd name="connsiteX436" fmla="*/ 14073462 w 15276297"/>
              <a:gd name="connsiteY436" fmla="*/ 1229821 h 8133350"/>
              <a:gd name="connsiteX437" fmla="*/ 14050496 w 15276297"/>
              <a:gd name="connsiteY437" fmla="*/ 1252786 h 8133350"/>
              <a:gd name="connsiteX438" fmla="*/ 14073462 w 15276297"/>
              <a:gd name="connsiteY438" fmla="*/ 1275752 h 8133350"/>
              <a:gd name="connsiteX439" fmla="*/ 13658929 w 15276297"/>
              <a:gd name="connsiteY439" fmla="*/ 1017961 h 8133350"/>
              <a:gd name="connsiteX440" fmla="*/ 13681895 w 15276297"/>
              <a:gd name="connsiteY440" fmla="*/ 994995 h 8133350"/>
              <a:gd name="connsiteX441" fmla="*/ 13658929 w 15276297"/>
              <a:gd name="connsiteY441" fmla="*/ 972029 h 8133350"/>
              <a:gd name="connsiteX442" fmla="*/ 13635963 w 15276297"/>
              <a:gd name="connsiteY442" fmla="*/ 994995 h 8133350"/>
              <a:gd name="connsiteX443" fmla="*/ 13658929 w 15276297"/>
              <a:gd name="connsiteY443" fmla="*/ 1017961 h 8133350"/>
              <a:gd name="connsiteX444" fmla="*/ 13452237 w 15276297"/>
              <a:gd name="connsiteY444" fmla="*/ 1017961 h 8133350"/>
              <a:gd name="connsiteX445" fmla="*/ 13475202 w 15276297"/>
              <a:gd name="connsiteY445" fmla="*/ 994995 h 8133350"/>
              <a:gd name="connsiteX446" fmla="*/ 13452237 w 15276297"/>
              <a:gd name="connsiteY446" fmla="*/ 972029 h 8133350"/>
              <a:gd name="connsiteX447" fmla="*/ 13429271 w 15276297"/>
              <a:gd name="connsiteY447" fmla="*/ 994995 h 8133350"/>
              <a:gd name="connsiteX448" fmla="*/ 13452237 w 15276297"/>
              <a:gd name="connsiteY448" fmla="*/ 1017961 h 8133350"/>
              <a:gd name="connsiteX449" fmla="*/ 13555583 w 15276297"/>
              <a:gd name="connsiteY449" fmla="*/ 1017961 h 8133350"/>
              <a:gd name="connsiteX450" fmla="*/ 13578549 w 15276297"/>
              <a:gd name="connsiteY450" fmla="*/ 994995 h 8133350"/>
              <a:gd name="connsiteX451" fmla="*/ 13555583 w 15276297"/>
              <a:gd name="connsiteY451" fmla="*/ 972029 h 8133350"/>
              <a:gd name="connsiteX452" fmla="*/ 13532617 w 15276297"/>
              <a:gd name="connsiteY452" fmla="*/ 994995 h 8133350"/>
              <a:gd name="connsiteX453" fmla="*/ 13555583 w 15276297"/>
              <a:gd name="connsiteY453" fmla="*/ 1017961 h 8133350"/>
              <a:gd name="connsiteX454" fmla="*/ 13866196 w 15276297"/>
              <a:gd name="connsiteY454" fmla="*/ 1017961 h 8133350"/>
              <a:gd name="connsiteX455" fmla="*/ 13889162 w 15276297"/>
              <a:gd name="connsiteY455" fmla="*/ 994995 h 8133350"/>
              <a:gd name="connsiteX456" fmla="*/ 13866196 w 15276297"/>
              <a:gd name="connsiteY456" fmla="*/ 972029 h 8133350"/>
              <a:gd name="connsiteX457" fmla="*/ 13843230 w 15276297"/>
              <a:gd name="connsiteY457" fmla="*/ 994995 h 8133350"/>
              <a:gd name="connsiteX458" fmla="*/ 13866196 w 15276297"/>
              <a:gd name="connsiteY458" fmla="*/ 1017961 h 8133350"/>
              <a:gd name="connsiteX459" fmla="*/ 13762850 w 15276297"/>
              <a:gd name="connsiteY459" fmla="*/ 1017961 h 8133350"/>
              <a:gd name="connsiteX460" fmla="*/ 13785816 w 15276297"/>
              <a:gd name="connsiteY460" fmla="*/ 994995 h 8133350"/>
              <a:gd name="connsiteX461" fmla="*/ 13762850 w 15276297"/>
              <a:gd name="connsiteY461" fmla="*/ 972029 h 8133350"/>
              <a:gd name="connsiteX462" fmla="*/ 13739884 w 15276297"/>
              <a:gd name="connsiteY462" fmla="*/ 994995 h 8133350"/>
              <a:gd name="connsiteX463" fmla="*/ 13762850 w 15276297"/>
              <a:gd name="connsiteY463" fmla="*/ 1017961 h 8133350"/>
              <a:gd name="connsiteX464" fmla="*/ 13555583 w 15276297"/>
              <a:gd name="connsiteY464" fmla="*/ 1104083 h 8133350"/>
              <a:gd name="connsiteX465" fmla="*/ 13578549 w 15276297"/>
              <a:gd name="connsiteY465" fmla="*/ 1081117 h 8133350"/>
              <a:gd name="connsiteX466" fmla="*/ 13555583 w 15276297"/>
              <a:gd name="connsiteY466" fmla="*/ 1058151 h 8133350"/>
              <a:gd name="connsiteX467" fmla="*/ 13532617 w 15276297"/>
              <a:gd name="connsiteY467" fmla="*/ 1081117 h 8133350"/>
              <a:gd name="connsiteX468" fmla="*/ 13555583 w 15276297"/>
              <a:gd name="connsiteY468" fmla="*/ 1104083 h 8133350"/>
              <a:gd name="connsiteX469" fmla="*/ 13443051 w 15276297"/>
              <a:gd name="connsiteY469" fmla="*/ 1187908 h 8133350"/>
              <a:gd name="connsiteX470" fmla="*/ 13452237 w 15276297"/>
              <a:gd name="connsiteY470" fmla="*/ 1189630 h 8133350"/>
              <a:gd name="connsiteX471" fmla="*/ 13452237 w 15276297"/>
              <a:gd name="connsiteY471" fmla="*/ 1189630 h 8133350"/>
              <a:gd name="connsiteX472" fmla="*/ 13475202 w 15276297"/>
              <a:gd name="connsiteY472" fmla="*/ 1166665 h 8133350"/>
              <a:gd name="connsiteX473" fmla="*/ 13452237 w 15276297"/>
              <a:gd name="connsiteY473" fmla="*/ 1143699 h 8133350"/>
              <a:gd name="connsiteX474" fmla="*/ 13452237 w 15276297"/>
              <a:gd name="connsiteY474" fmla="*/ 1143699 h 8133350"/>
              <a:gd name="connsiteX475" fmla="*/ 13443051 w 15276297"/>
              <a:gd name="connsiteY475" fmla="*/ 1145421 h 8133350"/>
              <a:gd name="connsiteX476" fmla="*/ 13428697 w 15276297"/>
              <a:gd name="connsiteY476" fmla="*/ 1166665 h 8133350"/>
              <a:gd name="connsiteX477" fmla="*/ 13443051 w 15276297"/>
              <a:gd name="connsiteY477" fmla="*/ 1187908 h 8133350"/>
              <a:gd name="connsiteX478" fmla="*/ 13762850 w 15276297"/>
              <a:gd name="connsiteY478" fmla="*/ 1104083 h 8133350"/>
              <a:gd name="connsiteX479" fmla="*/ 13785816 w 15276297"/>
              <a:gd name="connsiteY479" fmla="*/ 1081117 h 8133350"/>
              <a:gd name="connsiteX480" fmla="*/ 13762850 w 15276297"/>
              <a:gd name="connsiteY480" fmla="*/ 1058151 h 8133350"/>
              <a:gd name="connsiteX481" fmla="*/ 13739884 w 15276297"/>
              <a:gd name="connsiteY481" fmla="*/ 1081117 h 8133350"/>
              <a:gd name="connsiteX482" fmla="*/ 13762850 w 15276297"/>
              <a:gd name="connsiteY482" fmla="*/ 1104083 h 8133350"/>
              <a:gd name="connsiteX483" fmla="*/ 13857584 w 15276297"/>
              <a:gd name="connsiteY483" fmla="*/ 1187908 h 8133350"/>
              <a:gd name="connsiteX484" fmla="*/ 13866770 w 15276297"/>
              <a:gd name="connsiteY484" fmla="*/ 1189630 h 8133350"/>
              <a:gd name="connsiteX485" fmla="*/ 13889735 w 15276297"/>
              <a:gd name="connsiteY485" fmla="*/ 1166665 h 8133350"/>
              <a:gd name="connsiteX486" fmla="*/ 13866770 w 15276297"/>
              <a:gd name="connsiteY486" fmla="*/ 1143699 h 8133350"/>
              <a:gd name="connsiteX487" fmla="*/ 13866770 w 15276297"/>
              <a:gd name="connsiteY487" fmla="*/ 1143699 h 8133350"/>
              <a:gd name="connsiteX488" fmla="*/ 13857584 w 15276297"/>
              <a:gd name="connsiteY488" fmla="*/ 1145421 h 8133350"/>
              <a:gd name="connsiteX489" fmla="*/ 13843230 w 15276297"/>
              <a:gd name="connsiteY489" fmla="*/ 1166665 h 8133350"/>
              <a:gd name="connsiteX490" fmla="*/ 13844953 w 15276297"/>
              <a:gd name="connsiteY490" fmla="*/ 1175851 h 8133350"/>
              <a:gd name="connsiteX491" fmla="*/ 13857009 w 15276297"/>
              <a:gd name="connsiteY491" fmla="*/ 1187908 h 8133350"/>
              <a:gd name="connsiteX492" fmla="*/ 13866196 w 15276297"/>
              <a:gd name="connsiteY492" fmla="*/ 1104083 h 8133350"/>
              <a:gd name="connsiteX493" fmla="*/ 13889162 w 15276297"/>
              <a:gd name="connsiteY493" fmla="*/ 1081117 h 8133350"/>
              <a:gd name="connsiteX494" fmla="*/ 13866196 w 15276297"/>
              <a:gd name="connsiteY494" fmla="*/ 1058151 h 8133350"/>
              <a:gd name="connsiteX495" fmla="*/ 13843230 w 15276297"/>
              <a:gd name="connsiteY495" fmla="*/ 1081117 h 8133350"/>
              <a:gd name="connsiteX496" fmla="*/ 13866196 w 15276297"/>
              <a:gd name="connsiteY496" fmla="*/ 1104083 h 8133350"/>
              <a:gd name="connsiteX497" fmla="*/ 13452237 w 15276297"/>
              <a:gd name="connsiteY497" fmla="*/ 1104083 h 8133350"/>
              <a:gd name="connsiteX498" fmla="*/ 13475202 w 15276297"/>
              <a:gd name="connsiteY498" fmla="*/ 1081117 h 8133350"/>
              <a:gd name="connsiteX499" fmla="*/ 13452237 w 15276297"/>
              <a:gd name="connsiteY499" fmla="*/ 1058151 h 8133350"/>
              <a:gd name="connsiteX500" fmla="*/ 13429271 w 15276297"/>
              <a:gd name="connsiteY500" fmla="*/ 1081117 h 8133350"/>
              <a:gd name="connsiteX501" fmla="*/ 13452237 w 15276297"/>
              <a:gd name="connsiteY501" fmla="*/ 1104083 h 8133350"/>
              <a:gd name="connsiteX502" fmla="*/ 13658929 w 15276297"/>
              <a:gd name="connsiteY502" fmla="*/ 1104083 h 8133350"/>
              <a:gd name="connsiteX503" fmla="*/ 13681895 w 15276297"/>
              <a:gd name="connsiteY503" fmla="*/ 1081117 h 8133350"/>
              <a:gd name="connsiteX504" fmla="*/ 13658929 w 15276297"/>
              <a:gd name="connsiteY504" fmla="*/ 1058151 h 8133350"/>
              <a:gd name="connsiteX505" fmla="*/ 13635963 w 15276297"/>
              <a:gd name="connsiteY505" fmla="*/ 1081117 h 8133350"/>
              <a:gd name="connsiteX506" fmla="*/ 13658929 w 15276297"/>
              <a:gd name="connsiteY506" fmla="*/ 1104083 h 8133350"/>
              <a:gd name="connsiteX507" fmla="*/ 13650317 w 15276297"/>
              <a:gd name="connsiteY507" fmla="*/ 1187908 h 8133350"/>
              <a:gd name="connsiteX508" fmla="*/ 13659504 w 15276297"/>
              <a:gd name="connsiteY508" fmla="*/ 1189630 h 8133350"/>
              <a:gd name="connsiteX509" fmla="*/ 13659504 w 15276297"/>
              <a:gd name="connsiteY509" fmla="*/ 1189630 h 8133350"/>
              <a:gd name="connsiteX510" fmla="*/ 13682470 w 15276297"/>
              <a:gd name="connsiteY510" fmla="*/ 1166665 h 8133350"/>
              <a:gd name="connsiteX511" fmla="*/ 13659504 w 15276297"/>
              <a:gd name="connsiteY511" fmla="*/ 1143699 h 8133350"/>
              <a:gd name="connsiteX512" fmla="*/ 13659504 w 15276297"/>
              <a:gd name="connsiteY512" fmla="*/ 1143699 h 8133350"/>
              <a:gd name="connsiteX513" fmla="*/ 13650317 w 15276297"/>
              <a:gd name="connsiteY513" fmla="*/ 1145421 h 8133350"/>
              <a:gd name="connsiteX514" fmla="*/ 13635963 w 15276297"/>
              <a:gd name="connsiteY514" fmla="*/ 1166665 h 8133350"/>
              <a:gd name="connsiteX515" fmla="*/ 13650317 w 15276297"/>
              <a:gd name="connsiteY515" fmla="*/ 1187908 h 8133350"/>
              <a:gd name="connsiteX516" fmla="*/ 13555583 w 15276297"/>
              <a:gd name="connsiteY516" fmla="*/ 1189630 h 8133350"/>
              <a:gd name="connsiteX517" fmla="*/ 13564770 w 15276297"/>
              <a:gd name="connsiteY517" fmla="*/ 1187908 h 8133350"/>
              <a:gd name="connsiteX518" fmla="*/ 13579123 w 15276297"/>
              <a:gd name="connsiteY518" fmla="*/ 1166665 h 8133350"/>
              <a:gd name="connsiteX519" fmla="*/ 13564770 w 15276297"/>
              <a:gd name="connsiteY519" fmla="*/ 1145421 h 8133350"/>
              <a:gd name="connsiteX520" fmla="*/ 13555583 w 15276297"/>
              <a:gd name="connsiteY520" fmla="*/ 1143699 h 8133350"/>
              <a:gd name="connsiteX521" fmla="*/ 13532617 w 15276297"/>
              <a:gd name="connsiteY521" fmla="*/ 1166665 h 8133350"/>
              <a:gd name="connsiteX522" fmla="*/ 13555583 w 15276297"/>
              <a:gd name="connsiteY522" fmla="*/ 1189630 h 8133350"/>
              <a:gd name="connsiteX523" fmla="*/ 13762850 w 15276297"/>
              <a:gd name="connsiteY523" fmla="*/ 1189630 h 8133350"/>
              <a:gd name="connsiteX524" fmla="*/ 13772036 w 15276297"/>
              <a:gd name="connsiteY524" fmla="*/ 1187908 h 8133350"/>
              <a:gd name="connsiteX525" fmla="*/ 13786389 w 15276297"/>
              <a:gd name="connsiteY525" fmla="*/ 1166665 h 8133350"/>
              <a:gd name="connsiteX526" fmla="*/ 13772036 w 15276297"/>
              <a:gd name="connsiteY526" fmla="*/ 1145421 h 8133350"/>
              <a:gd name="connsiteX527" fmla="*/ 13762850 w 15276297"/>
              <a:gd name="connsiteY527" fmla="*/ 1143699 h 8133350"/>
              <a:gd name="connsiteX528" fmla="*/ 13739884 w 15276297"/>
              <a:gd name="connsiteY528" fmla="*/ 1166665 h 8133350"/>
              <a:gd name="connsiteX529" fmla="*/ 13762850 w 15276297"/>
              <a:gd name="connsiteY529" fmla="*/ 1189630 h 8133350"/>
              <a:gd name="connsiteX530" fmla="*/ 13650317 w 15276297"/>
              <a:gd name="connsiteY530" fmla="*/ 1274030 h 8133350"/>
              <a:gd name="connsiteX531" fmla="*/ 13659504 w 15276297"/>
              <a:gd name="connsiteY531" fmla="*/ 1275752 h 8133350"/>
              <a:gd name="connsiteX532" fmla="*/ 13659504 w 15276297"/>
              <a:gd name="connsiteY532" fmla="*/ 1275752 h 8133350"/>
              <a:gd name="connsiteX533" fmla="*/ 13682470 w 15276297"/>
              <a:gd name="connsiteY533" fmla="*/ 1252786 h 8133350"/>
              <a:gd name="connsiteX534" fmla="*/ 13659504 w 15276297"/>
              <a:gd name="connsiteY534" fmla="*/ 1229821 h 8133350"/>
              <a:gd name="connsiteX535" fmla="*/ 13659504 w 15276297"/>
              <a:gd name="connsiteY535" fmla="*/ 1229821 h 8133350"/>
              <a:gd name="connsiteX536" fmla="*/ 13650317 w 15276297"/>
              <a:gd name="connsiteY536" fmla="*/ 1231543 h 8133350"/>
              <a:gd name="connsiteX537" fmla="*/ 13635963 w 15276297"/>
              <a:gd name="connsiteY537" fmla="*/ 1252786 h 8133350"/>
              <a:gd name="connsiteX538" fmla="*/ 13650317 w 15276297"/>
              <a:gd name="connsiteY538" fmla="*/ 1274030 h 8133350"/>
              <a:gd name="connsiteX539" fmla="*/ 13857584 w 15276297"/>
              <a:gd name="connsiteY539" fmla="*/ 1274030 h 8133350"/>
              <a:gd name="connsiteX540" fmla="*/ 13866770 w 15276297"/>
              <a:gd name="connsiteY540" fmla="*/ 1275752 h 8133350"/>
              <a:gd name="connsiteX541" fmla="*/ 13889735 w 15276297"/>
              <a:gd name="connsiteY541" fmla="*/ 1252786 h 8133350"/>
              <a:gd name="connsiteX542" fmla="*/ 13866770 w 15276297"/>
              <a:gd name="connsiteY542" fmla="*/ 1229821 h 8133350"/>
              <a:gd name="connsiteX543" fmla="*/ 13866770 w 15276297"/>
              <a:gd name="connsiteY543" fmla="*/ 1229821 h 8133350"/>
              <a:gd name="connsiteX544" fmla="*/ 13857584 w 15276297"/>
              <a:gd name="connsiteY544" fmla="*/ 1231543 h 8133350"/>
              <a:gd name="connsiteX545" fmla="*/ 13843230 w 15276297"/>
              <a:gd name="connsiteY545" fmla="*/ 1252786 h 8133350"/>
              <a:gd name="connsiteX546" fmla="*/ 13844953 w 15276297"/>
              <a:gd name="connsiteY546" fmla="*/ 1261973 h 8133350"/>
              <a:gd name="connsiteX547" fmla="*/ 13857009 w 15276297"/>
              <a:gd name="connsiteY547" fmla="*/ 1274030 h 8133350"/>
              <a:gd name="connsiteX548" fmla="*/ 13762850 w 15276297"/>
              <a:gd name="connsiteY548" fmla="*/ 1275752 h 8133350"/>
              <a:gd name="connsiteX549" fmla="*/ 13772036 w 15276297"/>
              <a:gd name="connsiteY549" fmla="*/ 1274030 h 8133350"/>
              <a:gd name="connsiteX550" fmla="*/ 13786389 w 15276297"/>
              <a:gd name="connsiteY550" fmla="*/ 1252786 h 8133350"/>
              <a:gd name="connsiteX551" fmla="*/ 13772036 w 15276297"/>
              <a:gd name="connsiteY551" fmla="*/ 1231543 h 8133350"/>
              <a:gd name="connsiteX552" fmla="*/ 13762850 w 15276297"/>
              <a:gd name="connsiteY552" fmla="*/ 1229821 h 8133350"/>
              <a:gd name="connsiteX553" fmla="*/ 13739884 w 15276297"/>
              <a:gd name="connsiteY553" fmla="*/ 1252786 h 8133350"/>
              <a:gd name="connsiteX554" fmla="*/ 13762850 w 15276297"/>
              <a:gd name="connsiteY554" fmla="*/ 1275752 h 8133350"/>
              <a:gd name="connsiteX555" fmla="*/ 13443051 w 15276297"/>
              <a:gd name="connsiteY555" fmla="*/ 1274030 h 8133350"/>
              <a:gd name="connsiteX556" fmla="*/ 13452237 w 15276297"/>
              <a:gd name="connsiteY556" fmla="*/ 1275752 h 8133350"/>
              <a:gd name="connsiteX557" fmla="*/ 13452237 w 15276297"/>
              <a:gd name="connsiteY557" fmla="*/ 1275752 h 8133350"/>
              <a:gd name="connsiteX558" fmla="*/ 13475202 w 15276297"/>
              <a:gd name="connsiteY558" fmla="*/ 1252786 h 8133350"/>
              <a:gd name="connsiteX559" fmla="*/ 13452237 w 15276297"/>
              <a:gd name="connsiteY559" fmla="*/ 1229821 h 8133350"/>
              <a:gd name="connsiteX560" fmla="*/ 13452237 w 15276297"/>
              <a:gd name="connsiteY560" fmla="*/ 1229821 h 8133350"/>
              <a:gd name="connsiteX561" fmla="*/ 13443051 w 15276297"/>
              <a:gd name="connsiteY561" fmla="*/ 1231543 h 8133350"/>
              <a:gd name="connsiteX562" fmla="*/ 13428697 w 15276297"/>
              <a:gd name="connsiteY562" fmla="*/ 1252786 h 8133350"/>
              <a:gd name="connsiteX563" fmla="*/ 13443051 w 15276297"/>
              <a:gd name="connsiteY563" fmla="*/ 1274030 h 8133350"/>
              <a:gd name="connsiteX564" fmla="*/ 13555583 w 15276297"/>
              <a:gd name="connsiteY564" fmla="*/ 1275752 h 8133350"/>
              <a:gd name="connsiteX565" fmla="*/ 13564770 w 15276297"/>
              <a:gd name="connsiteY565" fmla="*/ 1274030 h 8133350"/>
              <a:gd name="connsiteX566" fmla="*/ 13579123 w 15276297"/>
              <a:gd name="connsiteY566" fmla="*/ 1252786 h 8133350"/>
              <a:gd name="connsiteX567" fmla="*/ 13564770 w 15276297"/>
              <a:gd name="connsiteY567" fmla="*/ 1231543 h 8133350"/>
              <a:gd name="connsiteX568" fmla="*/ 13555583 w 15276297"/>
              <a:gd name="connsiteY568" fmla="*/ 1229821 h 8133350"/>
              <a:gd name="connsiteX569" fmla="*/ 13532617 w 15276297"/>
              <a:gd name="connsiteY569" fmla="*/ 1252786 h 8133350"/>
              <a:gd name="connsiteX570" fmla="*/ 13555583 w 15276297"/>
              <a:gd name="connsiteY570" fmla="*/ 1275752 h 8133350"/>
              <a:gd name="connsiteX571" fmla="*/ 15149412 w 15276297"/>
              <a:gd name="connsiteY571" fmla="*/ 6131304 h 8133350"/>
              <a:gd name="connsiteX572" fmla="*/ 15126446 w 15276297"/>
              <a:gd name="connsiteY572" fmla="*/ 6154270 h 8133350"/>
              <a:gd name="connsiteX573" fmla="*/ 15149412 w 15276297"/>
              <a:gd name="connsiteY573" fmla="*/ 6177236 h 8133350"/>
              <a:gd name="connsiteX574" fmla="*/ 15172378 w 15276297"/>
              <a:gd name="connsiteY574" fmla="*/ 6154270 h 8133350"/>
              <a:gd name="connsiteX575" fmla="*/ 15149412 w 15276297"/>
              <a:gd name="connsiteY575" fmla="*/ 6131304 h 8133350"/>
              <a:gd name="connsiteX576" fmla="*/ 14942145 w 15276297"/>
              <a:gd name="connsiteY576" fmla="*/ 6131304 h 8133350"/>
              <a:gd name="connsiteX577" fmla="*/ 14919179 w 15276297"/>
              <a:gd name="connsiteY577" fmla="*/ 6154270 h 8133350"/>
              <a:gd name="connsiteX578" fmla="*/ 14942145 w 15276297"/>
              <a:gd name="connsiteY578" fmla="*/ 6177236 h 8133350"/>
              <a:gd name="connsiteX579" fmla="*/ 14965111 w 15276297"/>
              <a:gd name="connsiteY579" fmla="*/ 6154270 h 8133350"/>
              <a:gd name="connsiteX580" fmla="*/ 14942145 w 15276297"/>
              <a:gd name="connsiteY580" fmla="*/ 6131304 h 8133350"/>
              <a:gd name="connsiteX581" fmla="*/ 15046066 w 15276297"/>
              <a:gd name="connsiteY581" fmla="*/ 6131304 h 8133350"/>
              <a:gd name="connsiteX582" fmla="*/ 15023100 w 15276297"/>
              <a:gd name="connsiteY582" fmla="*/ 6154270 h 8133350"/>
              <a:gd name="connsiteX583" fmla="*/ 15046066 w 15276297"/>
              <a:gd name="connsiteY583" fmla="*/ 6177236 h 8133350"/>
              <a:gd name="connsiteX584" fmla="*/ 15069032 w 15276297"/>
              <a:gd name="connsiteY584" fmla="*/ 6154270 h 8133350"/>
              <a:gd name="connsiteX585" fmla="*/ 15046066 w 15276297"/>
              <a:gd name="connsiteY585" fmla="*/ 6131304 h 8133350"/>
              <a:gd name="connsiteX586" fmla="*/ 15252759 w 15276297"/>
              <a:gd name="connsiteY586" fmla="*/ 6177236 h 8133350"/>
              <a:gd name="connsiteX587" fmla="*/ 15275724 w 15276297"/>
              <a:gd name="connsiteY587" fmla="*/ 6154270 h 8133350"/>
              <a:gd name="connsiteX588" fmla="*/ 15252759 w 15276297"/>
              <a:gd name="connsiteY588" fmla="*/ 6131304 h 8133350"/>
              <a:gd name="connsiteX589" fmla="*/ 15229793 w 15276297"/>
              <a:gd name="connsiteY589" fmla="*/ 6154270 h 8133350"/>
              <a:gd name="connsiteX590" fmla="*/ 15252759 w 15276297"/>
              <a:gd name="connsiteY590" fmla="*/ 6177236 h 8133350"/>
              <a:gd name="connsiteX591" fmla="*/ 15046066 w 15276297"/>
              <a:gd name="connsiteY591" fmla="*/ 6263358 h 8133350"/>
              <a:gd name="connsiteX592" fmla="*/ 15069032 w 15276297"/>
              <a:gd name="connsiteY592" fmla="*/ 6240392 h 8133350"/>
              <a:gd name="connsiteX593" fmla="*/ 15046066 w 15276297"/>
              <a:gd name="connsiteY593" fmla="*/ 6217426 h 8133350"/>
              <a:gd name="connsiteX594" fmla="*/ 15023100 w 15276297"/>
              <a:gd name="connsiteY594" fmla="*/ 6240392 h 8133350"/>
              <a:gd name="connsiteX595" fmla="*/ 15046066 w 15276297"/>
              <a:gd name="connsiteY595" fmla="*/ 6263358 h 8133350"/>
              <a:gd name="connsiteX596" fmla="*/ 14942145 w 15276297"/>
              <a:gd name="connsiteY596" fmla="*/ 6302973 h 8133350"/>
              <a:gd name="connsiteX597" fmla="*/ 14942145 w 15276297"/>
              <a:gd name="connsiteY597" fmla="*/ 6302973 h 8133350"/>
              <a:gd name="connsiteX598" fmla="*/ 14932960 w 15276297"/>
              <a:gd name="connsiteY598" fmla="*/ 6304696 h 8133350"/>
              <a:gd name="connsiteX599" fmla="*/ 14918606 w 15276297"/>
              <a:gd name="connsiteY599" fmla="*/ 6325939 h 8133350"/>
              <a:gd name="connsiteX600" fmla="*/ 14932960 w 15276297"/>
              <a:gd name="connsiteY600" fmla="*/ 6347183 h 8133350"/>
              <a:gd name="connsiteX601" fmla="*/ 14942145 w 15276297"/>
              <a:gd name="connsiteY601" fmla="*/ 6348905 h 8133350"/>
              <a:gd name="connsiteX602" fmla="*/ 14942145 w 15276297"/>
              <a:gd name="connsiteY602" fmla="*/ 6348905 h 8133350"/>
              <a:gd name="connsiteX603" fmla="*/ 14965111 w 15276297"/>
              <a:gd name="connsiteY603" fmla="*/ 6325939 h 8133350"/>
              <a:gd name="connsiteX604" fmla="*/ 14942145 w 15276297"/>
              <a:gd name="connsiteY604" fmla="*/ 6302973 h 8133350"/>
              <a:gd name="connsiteX605" fmla="*/ 15252759 w 15276297"/>
              <a:gd name="connsiteY605" fmla="*/ 6263358 h 8133350"/>
              <a:gd name="connsiteX606" fmla="*/ 15275724 w 15276297"/>
              <a:gd name="connsiteY606" fmla="*/ 6240392 h 8133350"/>
              <a:gd name="connsiteX607" fmla="*/ 15252759 w 15276297"/>
              <a:gd name="connsiteY607" fmla="*/ 6217426 h 8133350"/>
              <a:gd name="connsiteX608" fmla="*/ 15229793 w 15276297"/>
              <a:gd name="connsiteY608" fmla="*/ 6240392 h 8133350"/>
              <a:gd name="connsiteX609" fmla="*/ 15252759 w 15276297"/>
              <a:gd name="connsiteY609" fmla="*/ 6263358 h 8133350"/>
              <a:gd name="connsiteX610" fmla="*/ 14942145 w 15276297"/>
              <a:gd name="connsiteY610" fmla="*/ 6216851 h 8133350"/>
              <a:gd name="connsiteX611" fmla="*/ 14919179 w 15276297"/>
              <a:gd name="connsiteY611" fmla="*/ 6239817 h 8133350"/>
              <a:gd name="connsiteX612" fmla="*/ 14942145 w 15276297"/>
              <a:gd name="connsiteY612" fmla="*/ 6262783 h 8133350"/>
              <a:gd name="connsiteX613" fmla="*/ 14965111 w 15276297"/>
              <a:gd name="connsiteY613" fmla="*/ 6239817 h 8133350"/>
              <a:gd name="connsiteX614" fmla="*/ 14942145 w 15276297"/>
              <a:gd name="connsiteY614" fmla="*/ 6216851 h 8133350"/>
              <a:gd name="connsiteX615" fmla="*/ 15149412 w 15276297"/>
              <a:gd name="connsiteY615" fmla="*/ 6216851 h 8133350"/>
              <a:gd name="connsiteX616" fmla="*/ 15126446 w 15276297"/>
              <a:gd name="connsiteY616" fmla="*/ 6239817 h 8133350"/>
              <a:gd name="connsiteX617" fmla="*/ 15149412 w 15276297"/>
              <a:gd name="connsiteY617" fmla="*/ 6262783 h 8133350"/>
              <a:gd name="connsiteX618" fmla="*/ 15172378 w 15276297"/>
              <a:gd name="connsiteY618" fmla="*/ 6239817 h 8133350"/>
              <a:gd name="connsiteX619" fmla="*/ 15149412 w 15276297"/>
              <a:gd name="connsiteY619" fmla="*/ 6216851 h 8133350"/>
              <a:gd name="connsiteX620" fmla="*/ 15149412 w 15276297"/>
              <a:gd name="connsiteY620" fmla="*/ 6302973 h 8133350"/>
              <a:gd name="connsiteX621" fmla="*/ 15149412 w 15276297"/>
              <a:gd name="connsiteY621" fmla="*/ 6302973 h 8133350"/>
              <a:gd name="connsiteX622" fmla="*/ 15140225 w 15276297"/>
              <a:gd name="connsiteY622" fmla="*/ 6304696 h 8133350"/>
              <a:gd name="connsiteX623" fmla="*/ 15125872 w 15276297"/>
              <a:gd name="connsiteY623" fmla="*/ 6325939 h 8133350"/>
              <a:gd name="connsiteX624" fmla="*/ 15140225 w 15276297"/>
              <a:gd name="connsiteY624" fmla="*/ 6347183 h 8133350"/>
              <a:gd name="connsiteX625" fmla="*/ 15149412 w 15276297"/>
              <a:gd name="connsiteY625" fmla="*/ 6348905 h 8133350"/>
              <a:gd name="connsiteX626" fmla="*/ 15149412 w 15276297"/>
              <a:gd name="connsiteY626" fmla="*/ 6348905 h 8133350"/>
              <a:gd name="connsiteX627" fmla="*/ 15172378 w 15276297"/>
              <a:gd name="connsiteY627" fmla="*/ 6325939 h 8133350"/>
              <a:gd name="connsiteX628" fmla="*/ 15149412 w 15276297"/>
              <a:gd name="connsiteY628" fmla="*/ 6302973 h 8133350"/>
              <a:gd name="connsiteX629" fmla="*/ 15054678 w 15276297"/>
              <a:gd name="connsiteY629" fmla="*/ 6304696 h 8133350"/>
              <a:gd name="connsiteX630" fmla="*/ 15045491 w 15276297"/>
              <a:gd name="connsiteY630" fmla="*/ 6302973 h 8133350"/>
              <a:gd name="connsiteX631" fmla="*/ 15022525 w 15276297"/>
              <a:gd name="connsiteY631" fmla="*/ 6325939 h 8133350"/>
              <a:gd name="connsiteX632" fmla="*/ 15045491 w 15276297"/>
              <a:gd name="connsiteY632" fmla="*/ 6348905 h 8133350"/>
              <a:gd name="connsiteX633" fmla="*/ 15054678 w 15276297"/>
              <a:gd name="connsiteY633" fmla="*/ 6347183 h 8133350"/>
              <a:gd name="connsiteX634" fmla="*/ 15069032 w 15276297"/>
              <a:gd name="connsiteY634" fmla="*/ 6325939 h 8133350"/>
              <a:gd name="connsiteX635" fmla="*/ 15054678 w 15276297"/>
              <a:gd name="connsiteY635" fmla="*/ 6304696 h 8133350"/>
              <a:gd name="connsiteX636" fmla="*/ 15261944 w 15276297"/>
              <a:gd name="connsiteY636" fmla="*/ 6304696 h 8133350"/>
              <a:gd name="connsiteX637" fmla="*/ 15252759 w 15276297"/>
              <a:gd name="connsiteY637" fmla="*/ 6302973 h 8133350"/>
              <a:gd name="connsiteX638" fmla="*/ 15229793 w 15276297"/>
              <a:gd name="connsiteY638" fmla="*/ 6325939 h 8133350"/>
              <a:gd name="connsiteX639" fmla="*/ 15252759 w 15276297"/>
              <a:gd name="connsiteY639" fmla="*/ 6348905 h 8133350"/>
              <a:gd name="connsiteX640" fmla="*/ 15261944 w 15276297"/>
              <a:gd name="connsiteY640" fmla="*/ 6347183 h 8133350"/>
              <a:gd name="connsiteX641" fmla="*/ 15276298 w 15276297"/>
              <a:gd name="connsiteY641" fmla="*/ 6325939 h 8133350"/>
              <a:gd name="connsiteX642" fmla="*/ 15261944 w 15276297"/>
              <a:gd name="connsiteY642" fmla="*/ 6304696 h 8133350"/>
              <a:gd name="connsiteX643" fmla="*/ 14631533 w 15276297"/>
              <a:gd name="connsiteY643" fmla="*/ 6131304 h 8133350"/>
              <a:gd name="connsiteX644" fmla="*/ 14608567 w 15276297"/>
              <a:gd name="connsiteY644" fmla="*/ 6154270 h 8133350"/>
              <a:gd name="connsiteX645" fmla="*/ 14631533 w 15276297"/>
              <a:gd name="connsiteY645" fmla="*/ 6177236 h 8133350"/>
              <a:gd name="connsiteX646" fmla="*/ 14654499 w 15276297"/>
              <a:gd name="connsiteY646" fmla="*/ 6154270 h 8133350"/>
              <a:gd name="connsiteX647" fmla="*/ 14631533 w 15276297"/>
              <a:gd name="connsiteY647" fmla="*/ 6131304 h 8133350"/>
              <a:gd name="connsiteX648" fmla="*/ 14424266 w 15276297"/>
              <a:gd name="connsiteY648" fmla="*/ 6131304 h 8133350"/>
              <a:gd name="connsiteX649" fmla="*/ 14401300 w 15276297"/>
              <a:gd name="connsiteY649" fmla="*/ 6154270 h 8133350"/>
              <a:gd name="connsiteX650" fmla="*/ 14424266 w 15276297"/>
              <a:gd name="connsiteY650" fmla="*/ 6177236 h 8133350"/>
              <a:gd name="connsiteX651" fmla="*/ 14447232 w 15276297"/>
              <a:gd name="connsiteY651" fmla="*/ 6154270 h 8133350"/>
              <a:gd name="connsiteX652" fmla="*/ 14424266 w 15276297"/>
              <a:gd name="connsiteY652" fmla="*/ 6131304 h 8133350"/>
              <a:gd name="connsiteX653" fmla="*/ 14527612 w 15276297"/>
              <a:gd name="connsiteY653" fmla="*/ 6131304 h 8133350"/>
              <a:gd name="connsiteX654" fmla="*/ 14504646 w 15276297"/>
              <a:gd name="connsiteY654" fmla="*/ 6154270 h 8133350"/>
              <a:gd name="connsiteX655" fmla="*/ 14527612 w 15276297"/>
              <a:gd name="connsiteY655" fmla="*/ 6177236 h 8133350"/>
              <a:gd name="connsiteX656" fmla="*/ 14550578 w 15276297"/>
              <a:gd name="connsiteY656" fmla="*/ 6154270 h 8133350"/>
              <a:gd name="connsiteX657" fmla="*/ 14527612 w 15276297"/>
              <a:gd name="connsiteY657" fmla="*/ 6131304 h 8133350"/>
              <a:gd name="connsiteX658" fmla="*/ 14838799 w 15276297"/>
              <a:gd name="connsiteY658" fmla="*/ 6131304 h 8133350"/>
              <a:gd name="connsiteX659" fmla="*/ 14815833 w 15276297"/>
              <a:gd name="connsiteY659" fmla="*/ 6154270 h 8133350"/>
              <a:gd name="connsiteX660" fmla="*/ 14838799 w 15276297"/>
              <a:gd name="connsiteY660" fmla="*/ 6177236 h 8133350"/>
              <a:gd name="connsiteX661" fmla="*/ 14861765 w 15276297"/>
              <a:gd name="connsiteY661" fmla="*/ 6154270 h 8133350"/>
              <a:gd name="connsiteX662" fmla="*/ 14838799 w 15276297"/>
              <a:gd name="connsiteY662" fmla="*/ 6131304 h 8133350"/>
              <a:gd name="connsiteX663" fmla="*/ 14734879 w 15276297"/>
              <a:gd name="connsiteY663" fmla="*/ 6131304 h 8133350"/>
              <a:gd name="connsiteX664" fmla="*/ 14711913 w 15276297"/>
              <a:gd name="connsiteY664" fmla="*/ 6154270 h 8133350"/>
              <a:gd name="connsiteX665" fmla="*/ 14734879 w 15276297"/>
              <a:gd name="connsiteY665" fmla="*/ 6177236 h 8133350"/>
              <a:gd name="connsiteX666" fmla="*/ 14757845 w 15276297"/>
              <a:gd name="connsiteY666" fmla="*/ 6154270 h 8133350"/>
              <a:gd name="connsiteX667" fmla="*/ 14734879 w 15276297"/>
              <a:gd name="connsiteY667" fmla="*/ 6131304 h 8133350"/>
              <a:gd name="connsiteX668" fmla="*/ 14527612 w 15276297"/>
              <a:gd name="connsiteY668" fmla="*/ 6263358 h 8133350"/>
              <a:gd name="connsiteX669" fmla="*/ 14550578 w 15276297"/>
              <a:gd name="connsiteY669" fmla="*/ 6240392 h 8133350"/>
              <a:gd name="connsiteX670" fmla="*/ 14527612 w 15276297"/>
              <a:gd name="connsiteY670" fmla="*/ 6217426 h 8133350"/>
              <a:gd name="connsiteX671" fmla="*/ 14504646 w 15276297"/>
              <a:gd name="connsiteY671" fmla="*/ 6240392 h 8133350"/>
              <a:gd name="connsiteX672" fmla="*/ 14527612 w 15276297"/>
              <a:gd name="connsiteY672" fmla="*/ 6263358 h 8133350"/>
              <a:gd name="connsiteX673" fmla="*/ 14424266 w 15276297"/>
              <a:gd name="connsiteY673" fmla="*/ 6302973 h 8133350"/>
              <a:gd name="connsiteX674" fmla="*/ 14424266 w 15276297"/>
              <a:gd name="connsiteY674" fmla="*/ 6302973 h 8133350"/>
              <a:gd name="connsiteX675" fmla="*/ 14415079 w 15276297"/>
              <a:gd name="connsiteY675" fmla="*/ 6304696 h 8133350"/>
              <a:gd name="connsiteX676" fmla="*/ 14400725 w 15276297"/>
              <a:gd name="connsiteY676" fmla="*/ 6325939 h 8133350"/>
              <a:gd name="connsiteX677" fmla="*/ 14415079 w 15276297"/>
              <a:gd name="connsiteY677" fmla="*/ 6347183 h 8133350"/>
              <a:gd name="connsiteX678" fmla="*/ 14424266 w 15276297"/>
              <a:gd name="connsiteY678" fmla="*/ 6348905 h 8133350"/>
              <a:gd name="connsiteX679" fmla="*/ 14424266 w 15276297"/>
              <a:gd name="connsiteY679" fmla="*/ 6348905 h 8133350"/>
              <a:gd name="connsiteX680" fmla="*/ 14447232 w 15276297"/>
              <a:gd name="connsiteY680" fmla="*/ 6325939 h 8133350"/>
              <a:gd name="connsiteX681" fmla="*/ 14424266 w 15276297"/>
              <a:gd name="connsiteY681" fmla="*/ 6302973 h 8133350"/>
              <a:gd name="connsiteX682" fmla="*/ 14734879 w 15276297"/>
              <a:gd name="connsiteY682" fmla="*/ 6263358 h 8133350"/>
              <a:gd name="connsiteX683" fmla="*/ 14757845 w 15276297"/>
              <a:gd name="connsiteY683" fmla="*/ 6240392 h 8133350"/>
              <a:gd name="connsiteX684" fmla="*/ 14734879 w 15276297"/>
              <a:gd name="connsiteY684" fmla="*/ 6217426 h 8133350"/>
              <a:gd name="connsiteX685" fmla="*/ 14711913 w 15276297"/>
              <a:gd name="connsiteY685" fmla="*/ 6240392 h 8133350"/>
              <a:gd name="connsiteX686" fmla="*/ 14734879 w 15276297"/>
              <a:gd name="connsiteY686" fmla="*/ 6263358 h 8133350"/>
              <a:gd name="connsiteX687" fmla="*/ 14838799 w 15276297"/>
              <a:gd name="connsiteY687" fmla="*/ 6302973 h 8133350"/>
              <a:gd name="connsiteX688" fmla="*/ 14838799 w 15276297"/>
              <a:gd name="connsiteY688" fmla="*/ 6302973 h 8133350"/>
              <a:gd name="connsiteX689" fmla="*/ 14829613 w 15276297"/>
              <a:gd name="connsiteY689" fmla="*/ 6304696 h 8133350"/>
              <a:gd name="connsiteX690" fmla="*/ 14815260 w 15276297"/>
              <a:gd name="connsiteY690" fmla="*/ 6325939 h 8133350"/>
              <a:gd name="connsiteX691" fmla="*/ 14816981 w 15276297"/>
              <a:gd name="connsiteY691" fmla="*/ 6335126 h 8133350"/>
              <a:gd name="connsiteX692" fmla="*/ 14829039 w 15276297"/>
              <a:gd name="connsiteY692" fmla="*/ 6347183 h 8133350"/>
              <a:gd name="connsiteX693" fmla="*/ 14838225 w 15276297"/>
              <a:gd name="connsiteY693" fmla="*/ 6348905 h 8133350"/>
              <a:gd name="connsiteX694" fmla="*/ 14861191 w 15276297"/>
              <a:gd name="connsiteY694" fmla="*/ 6325939 h 8133350"/>
              <a:gd name="connsiteX695" fmla="*/ 14838225 w 15276297"/>
              <a:gd name="connsiteY695" fmla="*/ 6302973 h 8133350"/>
              <a:gd name="connsiteX696" fmla="*/ 14838799 w 15276297"/>
              <a:gd name="connsiteY696" fmla="*/ 6216851 h 8133350"/>
              <a:gd name="connsiteX697" fmla="*/ 14815833 w 15276297"/>
              <a:gd name="connsiteY697" fmla="*/ 6239817 h 8133350"/>
              <a:gd name="connsiteX698" fmla="*/ 14838799 w 15276297"/>
              <a:gd name="connsiteY698" fmla="*/ 6262783 h 8133350"/>
              <a:gd name="connsiteX699" fmla="*/ 14861765 w 15276297"/>
              <a:gd name="connsiteY699" fmla="*/ 6239817 h 8133350"/>
              <a:gd name="connsiteX700" fmla="*/ 14838799 w 15276297"/>
              <a:gd name="connsiteY700" fmla="*/ 6216851 h 8133350"/>
              <a:gd name="connsiteX701" fmla="*/ 14424266 w 15276297"/>
              <a:gd name="connsiteY701" fmla="*/ 6216851 h 8133350"/>
              <a:gd name="connsiteX702" fmla="*/ 14401300 w 15276297"/>
              <a:gd name="connsiteY702" fmla="*/ 6239817 h 8133350"/>
              <a:gd name="connsiteX703" fmla="*/ 14424266 w 15276297"/>
              <a:gd name="connsiteY703" fmla="*/ 6262783 h 8133350"/>
              <a:gd name="connsiteX704" fmla="*/ 14447232 w 15276297"/>
              <a:gd name="connsiteY704" fmla="*/ 6239817 h 8133350"/>
              <a:gd name="connsiteX705" fmla="*/ 14424266 w 15276297"/>
              <a:gd name="connsiteY705" fmla="*/ 6216851 h 8133350"/>
              <a:gd name="connsiteX706" fmla="*/ 14631533 w 15276297"/>
              <a:gd name="connsiteY706" fmla="*/ 6216851 h 8133350"/>
              <a:gd name="connsiteX707" fmla="*/ 14608567 w 15276297"/>
              <a:gd name="connsiteY707" fmla="*/ 6239817 h 8133350"/>
              <a:gd name="connsiteX708" fmla="*/ 14631533 w 15276297"/>
              <a:gd name="connsiteY708" fmla="*/ 6262783 h 8133350"/>
              <a:gd name="connsiteX709" fmla="*/ 14654499 w 15276297"/>
              <a:gd name="connsiteY709" fmla="*/ 6239817 h 8133350"/>
              <a:gd name="connsiteX710" fmla="*/ 14631533 w 15276297"/>
              <a:gd name="connsiteY710" fmla="*/ 6216851 h 8133350"/>
              <a:gd name="connsiteX711" fmla="*/ 14631533 w 15276297"/>
              <a:gd name="connsiteY711" fmla="*/ 6302973 h 8133350"/>
              <a:gd name="connsiteX712" fmla="*/ 14631533 w 15276297"/>
              <a:gd name="connsiteY712" fmla="*/ 6302973 h 8133350"/>
              <a:gd name="connsiteX713" fmla="*/ 14622346 w 15276297"/>
              <a:gd name="connsiteY713" fmla="*/ 6304696 h 8133350"/>
              <a:gd name="connsiteX714" fmla="*/ 14607992 w 15276297"/>
              <a:gd name="connsiteY714" fmla="*/ 6325939 h 8133350"/>
              <a:gd name="connsiteX715" fmla="*/ 14622346 w 15276297"/>
              <a:gd name="connsiteY715" fmla="*/ 6347183 h 8133350"/>
              <a:gd name="connsiteX716" fmla="*/ 14631533 w 15276297"/>
              <a:gd name="connsiteY716" fmla="*/ 6348905 h 8133350"/>
              <a:gd name="connsiteX717" fmla="*/ 14631533 w 15276297"/>
              <a:gd name="connsiteY717" fmla="*/ 6348905 h 8133350"/>
              <a:gd name="connsiteX718" fmla="*/ 14654499 w 15276297"/>
              <a:gd name="connsiteY718" fmla="*/ 6325939 h 8133350"/>
              <a:gd name="connsiteX719" fmla="*/ 14631533 w 15276297"/>
              <a:gd name="connsiteY719" fmla="*/ 6302973 h 8133350"/>
              <a:gd name="connsiteX720" fmla="*/ 14527612 w 15276297"/>
              <a:gd name="connsiteY720" fmla="*/ 6349480 h 8133350"/>
              <a:gd name="connsiteX721" fmla="*/ 14536799 w 15276297"/>
              <a:gd name="connsiteY721" fmla="*/ 6347757 h 8133350"/>
              <a:gd name="connsiteX722" fmla="*/ 14551153 w 15276297"/>
              <a:gd name="connsiteY722" fmla="*/ 6326514 h 8133350"/>
              <a:gd name="connsiteX723" fmla="*/ 14536799 w 15276297"/>
              <a:gd name="connsiteY723" fmla="*/ 6305270 h 8133350"/>
              <a:gd name="connsiteX724" fmla="*/ 14527612 w 15276297"/>
              <a:gd name="connsiteY724" fmla="*/ 6303548 h 8133350"/>
              <a:gd name="connsiteX725" fmla="*/ 14504646 w 15276297"/>
              <a:gd name="connsiteY725" fmla="*/ 6326514 h 8133350"/>
              <a:gd name="connsiteX726" fmla="*/ 14527612 w 15276297"/>
              <a:gd name="connsiteY726" fmla="*/ 6349480 h 8133350"/>
              <a:gd name="connsiteX727" fmla="*/ 14734879 w 15276297"/>
              <a:gd name="connsiteY727" fmla="*/ 6349480 h 8133350"/>
              <a:gd name="connsiteX728" fmla="*/ 14744065 w 15276297"/>
              <a:gd name="connsiteY728" fmla="*/ 6347757 h 8133350"/>
              <a:gd name="connsiteX729" fmla="*/ 14758418 w 15276297"/>
              <a:gd name="connsiteY729" fmla="*/ 6326514 h 8133350"/>
              <a:gd name="connsiteX730" fmla="*/ 14744065 w 15276297"/>
              <a:gd name="connsiteY730" fmla="*/ 6305270 h 8133350"/>
              <a:gd name="connsiteX731" fmla="*/ 14734879 w 15276297"/>
              <a:gd name="connsiteY731" fmla="*/ 6303548 h 8133350"/>
              <a:gd name="connsiteX732" fmla="*/ 14711913 w 15276297"/>
              <a:gd name="connsiteY732" fmla="*/ 6326514 h 8133350"/>
              <a:gd name="connsiteX733" fmla="*/ 14734879 w 15276297"/>
              <a:gd name="connsiteY733" fmla="*/ 6349480 h 8133350"/>
              <a:gd name="connsiteX734" fmla="*/ 14008010 w 15276297"/>
              <a:gd name="connsiteY734" fmla="*/ 3295598 h 8133350"/>
              <a:gd name="connsiteX735" fmla="*/ 14030976 w 15276297"/>
              <a:gd name="connsiteY735" fmla="*/ 3272632 h 8133350"/>
              <a:gd name="connsiteX736" fmla="*/ 14008010 w 15276297"/>
              <a:gd name="connsiteY736" fmla="*/ 3249666 h 8133350"/>
              <a:gd name="connsiteX737" fmla="*/ 13985044 w 15276297"/>
              <a:gd name="connsiteY737" fmla="*/ 3272632 h 8133350"/>
              <a:gd name="connsiteX738" fmla="*/ 14008010 w 15276297"/>
              <a:gd name="connsiteY738" fmla="*/ 3295598 h 8133350"/>
              <a:gd name="connsiteX739" fmla="*/ 13836341 w 15276297"/>
              <a:gd name="connsiteY739" fmla="*/ 3295598 h 8133350"/>
              <a:gd name="connsiteX740" fmla="*/ 13859307 w 15276297"/>
              <a:gd name="connsiteY740" fmla="*/ 3272632 h 8133350"/>
              <a:gd name="connsiteX741" fmla="*/ 13859307 w 15276297"/>
              <a:gd name="connsiteY741" fmla="*/ 3272632 h 8133350"/>
              <a:gd name="connsiteX742" fmla="*/ 13857584 w 15276297"/>
              <a:gd name="connsiteY742" fmla="*/ 3263445 h 8133350"/>
              <a:gd name="connsiteX743" fmla="*/ 13836341 w 15276297"/>
              <a:gd name="connsiteY743" fmla="*/ 3249092 h 8133350"/>
              <a:gd name="connsiteX744" fmla="*/ 13815096 w 15276297"/>
              <a:gd name="connsiteY744" fmla="*/ 3263445 h 8133350"/>
              <a:gd name="connsiteX745" fmla="*/ 13813375 w 15276297"/>
              <a:gd name="connsiteY745" fmla="*/ 3272632 h 8133350"/>
              <a:gd name="connsiteX746" fmla="*/ 13813375 w 15276297"/>
              <a:gd name="connsiteY746" fmla="*/ 3272632 h 8133350"/>
              <a:gd name="connsiteX747" fmla="*/ 13836341 w 15276297"/>
              <a:gd name="connsiteY747" fmla="*/ 3295598 h 8133350"/>
              <a:gd name="connsiteX748" fmla="*/ 13922463 w 15276297"/>
              <a:gd name="connsiteY748" fmla="*/ 3295598 h 8133350"/>
              <a:gd name="connsiteX749" fmla="*/ 13945429 w 15276297"/>
              <a:gd name="connsiteY749" fmla="*/ 3272632 h 8133350"/>
              <a:gd name="connsiteX750" fmla="*/ 13922463 w 15276297"/>
              <a:gd name="connsiteY750" fmla="*/ 3249666 h 8133350"/>
              <a:gd name="connsiteX751" fmla="*/ 13899497 w 15276297"/>
              <a:gd name="connsiteY751" fmla="*/ 3272632 h 8133350"/>
              <a:gd name="connsiteX752" fmla="*/ 13922463 w 15276297"/>
              <a:gd name="connsiteY752" fmla="*/ 3295598 h 8133350"/>
              <a:gd name="connsiteX753" fmla="*/ 14008010 w 15276297"/>
              <a:gd name="connsiteY753" fmla="*/ 2984410 h 8133350"/>
              <a:gd name="connsiteX754" fmla="*/ 14030976 w 15276297"/>
              <a:gd name="connsiteY754" fmla="*/ 2961445 h 8133350"/>
              <a:gd name="connsiteX755" fmla="*/ 14008010 w 15276297"/>
              <a:gd name="connsiteY755" fmla="*/ 2938479 h 8133350"/>
              <a:gd name="connsiteX756" fmla="*/ 13985044 w 15276297"/>
              <a:gd name="connsiteY756" fmla="*/ 2961445 h 8133350"/>
              <a:gd name="connsiteX757" fmla="*/ 14008010 w 15276297"/>
              <a:gd name="connsiteY757" fmla="*/ 2984410 h 8133350"/>
              <a:gd name="connsiteX758" fmla="*/ 13985044 w 15276297"/>
              <a:gd name="connsiteY758" fmla="*/ 2754178 h 8133350"/>
              <a:gd name="connsiteX759" fmla="*/ 14008010 w 15276297"/>
              <a:gd name="connsiteY759" fmla="*/ 2777144 h 8133350"/>
              <a:gd name="connsiteX760" fmla="*/ 14030976 w 15276297"/>
              <a:gd name="connsiteY760" fmla="*/ 2754178 h 8133350"/>
              <a:gd name="connsiteX761" fmla="*/ 14008010 w 15276297"/>
              <a:gd name="connsiteY761" fmla="*/ 2731212 h 8133350"/>
              <a:gd name="connsiteX762" fmla="*/ 13985044 w 15276297"/>
              <a:gd name="connsiteY762" fmla="*/ 2754178 h 8133350"/>
              <a:gd name="connsiteX763" fmla="*/ 14008010 w 15276297"/>
              <a:gd name="connsiteY763" fmla="*/ 2881064 h 8133350"/>
              <a:gd name="connsiteX764" fmla="*/ 14030976 w 15276297"/>
              <a:gd name="connsiteY764" fmla="*/ 2858098 h 8133350"/>
              <a:gd name="connsiteX765" fmla="*/ 14008010 w 15276297"/>
              <a:gd name="connsiteY765" fmla="*/ 2835133 h 8133350"/>
              <a:gd name="connsiteX766" fmla="*/ 13985044 w 15276297"/>
              <a:gd name="connsiteY766" fmla="*/ 2858098 h 8133350"/>
              <a:gd name="connsiteX767" fmla="*/ 14008010 w 15276297"/>
              <a:gd name="connsiteY767" fmla="*/ 2881064 h 8133350"/>
              <a:gd name="connsiteX768" fmla="*/ 14008010 w 15276297"/>
              <a:gd name="connsiteY768" fmla="*/ 3191677 h 8133350"/>
              <a:gd name="connsiteX769" fmla="*/ 14030976 w 15276297"/>
              <a:gd name="connsiteY769" fmla="*/ 3168711 h 8133350"/>
              <a:gd name="connsiteX770" fmla="*/ 14008010 w 15276297"/>
              <a:gd name="connsiteY770" fmla="*/ 3145745 h 8133350"/>
              <a:gd name="connsiteX771" fmla="*/ 13985044 w 15276297"/>
              <a:gd name="connsiteY771" fmla="*/ 3168711 h 8133350"/>
              <a:gd name="connsiteX772" fmla="*/ 14008010 w 15276297"/>
              <a:gd name="connsiteY772" fmla="*/ 3191677 h 8133350"/>
              <a:gd name="connsiteX773" fmla="*/ 14008010 w 15276297"/>
              <a:gd name="connsiteY773" fmla="*/ 3088331 h 8133350"/>
              <a:gd name="connsiteX774" fmla="*/ 14030976 w 15276297"/>
              <a:gd name="connsiteY774" fmla="*/ 3065365 h 8133350"/>
              <a:gd name="connsiteX775" fmla="*/ 14008010 w 15276297"/>
              <a:gd name="connsiteY775" fmla="*/ 3042399 h 8133350"/>
              <a:gd name="connsiteX776" fmla="*/ 13985044 w 15276297"/>
              <a:gd name="connsiteY776" fmla="*/ 3065365 h 8133350"/>
              <a:gd name="connsiteX777" fmla="*/ 14008010 w 15276297"/>
              <a:gd name="connsiteY777" fmla="*/ 3088331 h 8133350"/>
              <a:gd name="connsiteX778" fmla="*/ 13922463 w 15276297"/>
              <a:gd name="connsiteY778" fmla="*/ 2881064 h 8133350"/>
              <a:gd name="connsiteX779" fmla="*/ 13945429 w 15276297"/>
              <a:gd name="connsiteY779" fmla="*/ 2858098 h 8133350"/>
              <a:gd name="connsiteX780" fmla="*/ 13922463 w 15276297"/>
              <a:gd name="connsiteY780" fmla="*/ 2835133 h 8133350"/>
              <a:gd name="connsiteX781" fmla="*/ 13899497 w 15276297"/>
              <a:gd name="connsiteY781" fmla="*/ 2858098 h 8133350"/>
              <a:gd name="connsiteX782" fmla="*/ 13922463 w 15276297"/>
              <a:gd name="connsiteY782" fmla="*/ 2881064 h 8133350"/>
              <a:gd name="connsiteX783" fmla="*/ 13836341 w 15276297"/>
              <a:gd name="connsiteY783" fmla="*/ 2777718 h 8133350"/>
              <a:gd name="connsiteX784" fmla="*/ 13859307 w 15276297"/>
              <a:gd name="connsiteY784" fmla="*/ 2754752 h 8133350"/>
              <a:gd name="connsiteX785" fmla="*/ 13859307 w 15276297"/>
              <a:gd name="connsiteY785" fmla="*/ 2754752 h 8133350"/>
              <a:gd name="connsiteX786" fmla="*/ 13857584 w 15276297"/>
              <a:gd name="connsiteY786" fmla="*/ 2745566 h 8133350"/>
              <a:gd name="connsiteX787" fmla="*/ 13836341 w 15276297"/>
              <a:gd name="connsiteY787" fmla="*/ 2731212 h 8133350"/>
              <a:gd name="connsiteX788" fmla="*/ 13815096 w 15276297"/>
              <a:gd name="connsiteY788" fmla="*/ 2745566 h 8133350"/>
              <a:gd name="connsiteX789" fmla="*/ 13813375 w 15276297"/>
              <a:gd name="connsiteY789" fmla="*/ 2754752 h 8133350"/>
              <a:gd name="connsiteX790" fmla="*/ 13813375 w 15276297"/>
              <a:gd name="connsiteY790" fmla="*/ 2754752 h 8133350"/>
              <a:gd name="connsiteX791" fmla="*/ 13836341 w 15276297"/>
              <a:gd name="connsiteY791" fmla="*/ 2777718 h 8133350"/>
              <a:gd name="connsiteX792" fmla="*/ 13922463 w 15276297"/>
              <a:gd name="connsiteY792" fmla="*/ 3088331 h 8133350"/>
              <a:gd name="connsiteX793" fmla="*/ 13945429 w 15276297"/>
              <a:gd name="connsiteY793" fmla="*/ 3065365 h 8133350"/>
              <a:gd name="connsiteX794" fmla="*/ 13922463 w 15276297"/>
              <a:gd name="connsiteY794" fmla="*/ 3042399 h 8133350"/>
              <a:gd name="connsiteX795" fmla="*/ 13899497 w 15276297"/>
              <a:gd name="connsiteY795" fmla="*/ 3065365 h 8133350"/>
              <a:gd name="connsiteX796" fmla="*/ 13922463 w 15276297"/>
              <a:gd name="connsiteY796" fmla="*/ 3088331 h 8133350"/>
              <a:gd name="connsiteX797" fmla="*/ 13836341 w 15276297"/>
              <a:gd name="connsiteY797" fmla="*/ 3191677 h 8133350"/>
              <a:gd name="connsiteX798" fmla="*/ 13859307 w 15276297"/>
              <a:gd name="connsiteY798" fmla="*/ 3168711 h 8133350"/>
              <a:gd name="connsiteX799" fmla="*/ 13859307 w 15276297"/>
              <a:gd name="connsiteY799" fmla="*/ 3168711 h 8133350"/>
              <a:gd name="connsiteX800" fmla="*/ 13857584 w 15276297"/>
              <a:gd name="connsiteY800" fmla="*/ 3159525 h 8133350"/>
              <a:gd name="connsiteX801" fmla="*/ 13836341 w 15276297"/>
              <a:gd name="connsiteY801" fmla="*/ 3145171 h 8133350"/>
              <a:gd name="connsiteX802" fmla="*/ 13827154 w 15276297"/>
              <a:gd name="connsiteY802" fmla="*/ 3146894 h 8133350"/>
              <a:gd name="connsiteX803" fmla="*/ 13815096 w 15276297"/>
              <a:gd name="connsiteY803" fmla="*/ 3158951 h 8133350"/>
              <a:gd name="connsiteX804" fmla="*/ 13813375 w 15276297"/>
              <a:gd name="connsiteY804" fmla="*/ 3168137 h 8133350"/>
              <a:gd name="connsiteX805" fmla="*/ 13836341 w 15276297"/>
              <a:gd name="connsiteY805" fmla="*/ 3191103 h 8133350"/>
              <a:gd name="connsiteX806" fmla="*/ 13922463 w 15276297"/>
              <a:gd name="connsiteY806" fmla="*/ 3191677 h 8133350"/>
              <a:gd name="connsiteX807" fmla="*/ 13945429 w 15276297"/>
              <a:gd name="connsiteY807" fmla="*/ 3168711 h 8133350"/>
              <a:gd name="connsiteX808" fmla="*/ 13922463 w 15276297"/>
              <a:gd name="connsiteY808" fmla="*/ 3145745 h 8133350"/>
              <a:gd name="connsiteX809" fmla="*/ 13899497 w 15276297"/>
              <a:gd name="connsiteY809" fmla="*/ 3168711 h 8133350"/>
              <a:gd name="connsiteX810" fmla="*/ 13922463 w 15276297"/>
              <a:gd name="connsiteY810" fmla="*/ 3191677 h 8133350"/>
              <a:gd name="connsiteX811" fmla="*/ 13922463 w 15276297"/>
              <a:gd name="connsiteY811" fmla="*/ 2777718 h 8133350"/>
              <a:gd name="connsiteX812" fmla="*/ 13945429 w 15276297"/>
              <a:gd name="connsiteY812" fmla="*/ 2754752 h 8133350"/>
              <a:gd name="connsiteX813" fmla="*/ 13922463 w 15276297"/>
              <a:gd name="connsiteY813" fmla="*/ 2731786 h 8133350"/>
              <a:gd name="connsiteX814" fmla="*/ 13899497 w 15276297"/>
              <a:gd name="connsiteY814" fmla="*/ 2754752 h 8133350"/>
              <a:gd name="connsiteX815" fmla="*/ 13922463 w 15276297"/>
              <a:gd name="connsiteY815" fmla="*/ 2777718 h 8133350"/>
              <a:gd name="connsiteX816" fmla="*/ 13922463 w 15276297"/>
              <a:gd name="connsiteY816" fmla="*/ 2984410 h 8133350"/>
              <a:gd name="connsiteX817" fmla="*/ 13945429 w 15276297"/>
              <a:gd name="connsiteY817" fmla="*/ 2961445 h 8133350"/>
              <a:gd name="connsiteX818" fmla="*/ 13922463 w 15276297"/>
              <a:gd name="connsiteY818" fmla="*/ 2938479 h 8133350"/>
              <a:gd name="connsiteX819" fmla="*/ 13899497 w 15276297"/>
              <a:gd name="connsiteY819" fmla="*/ 2961445 h 8133350"/>
              <a:gd name="connsiteX820" fmla="*/ 13922463 w 15276297"/>
              <a:gd name="connsiteY820" fmla="*/ 2984410 h 8133350"/>
              <a:gd name="connsiteX821" fmla="*/ 13836341 w 15276297"/>
              <a:gd name="connsiteY821" fmla="*/ 2984410 h 8133350"/>
              <a:gd name="connsiteX822" fmla="*/ 13859307 w 15276297"/>
              <a:gd name="connsiteY822" fmla="*/ 2961445 h 8133350"/>
              <a:gd name="connsiteX823" fmla="*/ 13859307 w 15276297"/>
              <a:gd name="connsiteY823" fmla="*/ 2961445 h 8133350"/>
              <a:gd name="connsiteX824" fmla="*/ 13857584 w 15276297"/>
              <a:gd name="connsiteY824" fmla="*/ 2952258 h 8133350"/>
              <a:gd name="connsiteX825" fmla="*/ 13836341 w 15276297"/>
              <a:gd name="connsiteY825" fmla="*/ 2937904 h 8133350"/>
              <a:gd name="connsiteX826" fmla="*/ 13815096 w 15276297"/>
              <a:gd name="connsiteY826" fmla="*/ 2952258 h 8133350"/>
              <a:gd name="connsiteX827" fmla="*/ 13813375 w 15276297"/>
              <a:gd name="connsiteY827" fmla="*/ 2961445 h 8133350"/>
              <a:gd name="connsiteX828" fmla="*/ 13813375 w 15276297"/>
              <a:gd name="connsiteY828" fmla="*/ 2961445 h 8133350"/>
              <a:gd name="connsiteX829" fmla="*/ 13836341 w 15276297"/>
              <a:gd name="connsiteY829" fmla="*/ 2984410 h 8133350"/>
              <a:gd name="connsiteX830" fmla="*/ 13836341 w 15276297"/>
              <a:gd name="connsiteY830" fmla="*/ 2881064 h 8133350"/>
              <a:gd name="connsiteX831" fmla="*/ 13857584 w 15276297"/>
              <a:gd name="connsiteY831" fmla="*/ 2866711 h 8133350"/>
              <a:gd name="connsiteX832" fmla="*/ 13859307 w 15276297"/>
              <a:gd name="connsiteY832" fmla="*/ 2857524 h 8133350"/>
              <a:gd name="connsiteX833" fmla="*/ 13836341 w 15276297"/>
              <a:gd name="connsiteY833" fmla="*/ 2834558 h 8133350"/>
              <a:gd name="connsiteX834" fmla="*/ 13813375 w 15276297"/>
              <a:gd name="connsiteY834" fmla="*/ 2857524 h 8133350"/>
              <a:gd name="connsiteX835" fmla="*/ 13815096 w 15276297"/>
              <a:gd name="connsiteY835" fmla="*/ 2866711 h 8133350"/>
              <a:gd name="connsiteX836" fmla="*/ 13836341 w 15276297"/>
              <a:gd name="connsiteY836" fmla="*/ 2881064 h 8133350"/>
              <a:gd name="connsiteX837" fmla="*/ 13836341 w 15276297"/>
              <a:gd name="connsiteY837" fmla="*/ 3088331 h 8133350"/>
              <a:gd name="connsiteX838" fmla="*/ 13857584 w 15276297"/>
              <a:gd name="connsiteY838" fmla="*/ 3073977 h 8133350"/>
              <a:gd name="connsiteX839" fmla="*/ 13859307 w 15276297"/>
              <a:gd name="connsiteY839" fmla="*/ 3064791 h 8133350"/>
              <a:gd name="connsiteX840" fmla="*/ 13836341 w 15276297"/>
              <a:gd name="connsiteY840" fmla="*/ 3041825 h 8133350"/>
              <a:gd name="connsiteX841" fmla="*/ 13813375 w 15276297"/>
              <a:gd name="connsiteY841" fmla="*/ 3064791 h 8133350"/>
              <a:gd name="connsiteX842" fmla="*/ 13815096 w 15276297"/>
              <a:gd name="connsiteY842" fmla="*/ 3073977 h 8133350"/>
              <a:gd name="connsiteX843" fmla="*/ 13836341 w 15276297"/>
              <a:gd name="connsiteY843" fmla="*/ 3088331 h 8133350"/>
              <a:gd name="connsiteX844" fmla="*/ 6151399 w 15276297"/>
              <a:gd name="connsiteY844" fmla="*/ 356545 h 8133350"/>
              <a:gd name="connsiteX845" fmla="*/ 6174364 w 15276297"/>
              <a:gd name="connsiteY845" fmla="*/ 333579 h 8133350"/>
              <a:gd name="connsiteX846" fmla="*/ 6151399 w 15276297"/>
              <a:gd name="connsiteY846" fmla="*/ 310613 h 8133350"/>
              <a:gd name="connsiteX847" fmla="*/ 6128433 w 15276297"/>
              <a:gd name="connsiteY847" fmla="*/ 333579 h 8133350"/>
              <a:gd name="connsiteX848" fmla="*/ 6151399 w 15276297"/>
              <a:gd name="connsiteY848" fmla="*/ 356545 h 8133350"/>
              <a:gd name="connsiteX849" fmla="*/ 6065851 w 15276297"/>
              <a:gd name="connsiteY849" fmla="*/ 253198 h 8133350"/>
              <a:gd name="connsiteX850" fmla="*/ 6088817 w 15276297"/>
              <a:gd name="connsiteY850" fmla="*/ 230233 h 8133350"/>
              <a:gd name="connsiteX851" fmla="*/ 6065851 w 15276297"/>
              <a:gd name="connsiteY851" fmla="*/ 207267 h 8133350"/>
              <a:gd name="connsiteX852" fmla="*/ 6042885 w 15276297"/>
              <a:gd name="connsiteY852" fmla="*/ 230233 h 8133350"/>
              <a:gd name="connsiteX853" fmla="*/ 6065851 w 15276297"/>
              <a:gd name="connsiteY853" fmla="*/ 253198 h 8133350"/>
              <a:gd name="connsiteX854" fmla="*/ 6065851 w 15276297"/>
              <a:gd name="connsiteY854" fmla="*/ 149278 h 8133350"/>
              <a:gd name="connsiteX855" fmla="*/ 6088817 w 15276297"/>
              <a:gd name="connsiteY855" fmla="*/ 126312 h 8133350"/>
              <a:gd name="connsiteX856" fmla="*/ 6065851 w 15276297"/>
              <a:gd name="connsiteY856" fmla="*/ 103346 h 8133350"/>
              <a:gd name="connsiteX857" fmla="*/ 6042885 w 15276297"/>
              <a:gd name="connsiteY857" fmla="*/ 126312 h 8133350"/>
              <a:gd name="connsiteX858" fmla="*/ 6065851 w 15276297"/>
              <a:gd name="connsiteY858" fmla="*/ 149278 h 8133350"/>
              <a:gd name="connsiteX859" fmla="*/ 6151399 w 15276297"/>
              <a:gd name="connsiteY859" fmla="*/ 460465 h 8133350"/>
              <a:gd name="connsiteX860" fmla="*/ 6174364 w 15276297"/>
              <a:gd name="connsiteY860" fmla="*/ 437499 h 8133350"/>
              <a:gd name="connsiteX861" fmla="*/ 6151399 w 15276297"/>
              <a:gd name="connsiteY861" fmla="*/ 414533 h 8133350"/>
              <a:gd name="connsiteX862" fmla="*/ 6128433 w 15276297"/>
              <a:gd name="connsiteY862" fmla="*/ 437499 h 8133350"/>
              <a:gd name="connsiteX863" fmla="*/ 6151399 w 15276297"/>
              <a:gd name="connsiteY863" fmla="*/ 460465 h 8133350"/>
              <a:gd name="connsiteX864" fmla="*/ 6065851 w 15276297"/>
              <a:gd name="connsiteY864" fmla="*/ 45932 h 8133350"/>
              <a:gd name="connsiteX865" fmla="*/ 6088817 w 15276297"/>
              <a:gd name="connsiteY865" fmla="*/ 22966 h 8133350"/>
              <a:gd name="connsiteX866" fmla="*/ 6065851 w 15276297"/>
              <a:gd name="connsiteY866" fmla="*/ 0 h 8133350"/>
              <a:gd name="connsiteX867" fmla="*/ 6042885 w 15276297"/>
              <a:gd name="connsiteY867" fmla="*/ 22966 h 8133350"/>
              <a:gd name="connsiteX868" fmla="*/ 6065851 w 15276297"/>
              <a:gd name="connsiteY868" fmla="*/ 45932 h 8133350"/>
              <a:gd name="connsiteX869" fmla="*/ 6151399 w 15276297"/>
              <a:gd name="connsiteY869" fmla="*/ 149278 h 8133350"/>
              <a:gd name="connsiteX870" fmla="*/ 6174364 w 15276297"/>
              <a:gd name="connsiteY870" fmla="*/ 126312 h 8133350"/>
              <a:gd name="connsiteX871" fmla="*/ 6151399 w 15276297"/>
              <a:gd name="connsiteY871" fmla="*/ 103346 h 8133350"/>
              <a:gd name="connsiteX872" fmla="*/ 6128433 w 15276297"/>
              <a:gd name="connsiteY872" fmla="*/ 126312 h 8133350"/>
              <a:gd name="connsiteX873" fmla="*/ 6151399 w 15276297"/>
              <a:gd name="connsiteY873" fmla="*/ 149278 h 8133350"/>
              <a:gd name="connsiteX874" fmla="*/ 6151399 w 15276297"/>
              <a:gd name="connsiteY874" fmla="*/ 253198 h 8133350"/>
              <a:gd name="connsiteX875" fmla="*/ 6174364 w 15276297"/>
              <a:gd name="connsiteY875" fmla="*/ 230233 h 8133350"/>
              <a:gd name="connsiteX876" fmla="*/ 6151399 w 15276297"/>
              <a:gd name="connsiteY876" fmla="*/ 207267 h 8133350"/>
              <a:gd name="connsiteX877" fmla="*/ 6128433 w 15276297"/>
              <a:gd name="connsiteY877" fmla="*/ 230233 h 8133350"/>
              <a:gd name="connsiteX878" fmla="*/ 6151399 w 15276297"/>
              <a:gd name="connsiteY878" fmla="*/ 253198 h 8133350"/>
              <a:gd name="connsiteX879" fmla="*/ 6151399 w 15276297"/>
              <a:gd name="connsiteY879" fmla="*/ 45932 h 8133350"/>
              <a:gd name="connsiteX880" fmla="*/ 6174364 w 15276297"/>
              <a:gd name="connsiteY880" fmla="*/ 22966 h 8133350"/>
              <a:gd name="connsiteX881" fmla="*/ 6151399 w 15276297"/>
              <a:gd name="connsiteY881" fmla="*/ 0 h 8133350"/>
              <a:gd name="connsiteX882" fmla="*/ 6128433 w 15276297"/>
              <a:gd name="connsiteY882" fmla="*/ 22966 h 8133350"/>
              <a:gd name="connsiteX883" fmla="*/ 6151399 w 15276297"/>
              <a:gd name="connsiteY883" fmla="*/ 45932 h 8133350"/>
              <a:gd name="connsiteX884" fmla="*/ 6065851 w 15276297"/>
              <a:gd name="connsiteY884" fmla="*/ 356545 h 8133350"/>
              <a:gd name="connsiteX885" fmla="*/ 6088817 w 15276297"/>
              <a:gd name="connsiteY885" fmla="*/ 333579 h 8133350"/>
              <a:gd name="connsiteX886" fmla="*/ 6065851 w 15276297"/>
              <a:gd name="connsiteY886" fmla="*/ 310613 h 8133350"/>
              <a:gd name="connsiteX887" fmla="*/ 6042885 w 15276297"/>
              <a:gd name="connsiteY887" fmla="*/ 333579 h 8133350"/>
              <a:gd name="connsiteX888" fmla="*/ 6065851 w 15276297"/>
              <a:gd name="connsiteY888" fmla="*/ 356545 h 8133350"/>
              <a:gd name="connsiteX889" fmla="*/ 6065851 w 15276297"/>
              <a:gd name="connsiteY889" fmla="*/ 460465 h 8133350"/>
              <a:gd name="connsiteX890" fmla="*/ 6088817 w 15276297"/>
              <a:gd name="connsiteY890" fmla="*/ 437499 h 8133350"/>
              <a:gd name="connsiteX891" fmla="*/ 6065851 w 15276297"/>
              <a:gd name="connsiteY891" fmla="*/ 414533 h 8133350"/>
              <a:gd name="connsiteX892" fmla="*/ 6042885 w 15276297"/>
              <a:gd name="connsiteY892" fmla="*/ 437499 h 8133350"/>
              <a:gd name="connsiteX893" fmla="*/ 6065851 w 15276297"/>
              <a:gd name="connsiteY893" fmla="*/ 460465 h 8133350"/>
              <a:gd name="connsiteX894" fmla="*/ 14180829 w 15276297"/>
              <a:gd name="connsiteY894" fmla="*/ 4288296 h 8133350"/>
              <a:gd name="connsiteX895" fmla="*/ 13927630 w 15276297"/>
              <a:gd name="connsiteY895" fmla="*/ 4288296 h 8133350"/>
              <a:gd name="connsiteX896" fmla="*/ 13927630 w 15276297"/>
              <a:gd name="connsiteY896" fmla="*/ 4324467 h 8133350"/>
              <a:gd name="connsiteX897" fmla="*/ 14180829 w 15276297"/>
              <a:gd name="connsiteY897" fmla="*/ 4324467 h 8133350"/>
              <a:gd name="connsiteX898" fmla="*/ 14180829 w 15276297"/>
              <a:gd name="connsiteY898" fmla="*/ 4288296 h 8133350"/>
              <a:gd name="connsiteX899" fmla="*/ 13928204 w 15276297"/>
              <a:gd name="connsiteY899" fmla="*/ 4390494 h 8133350"/>
              <a:gd name="connsiteX900" fmla="*/ 14181402 w 15276297"/>
              <a:gd name="connsiteY900" fmla="*/ 4390494 h 8133350"/>
              <a:gd name="connsiteX901" fmla="*/ 14181402 w 15276297"/>
              <a:gd name="connsiteY901" fmla="*/ 4354322 h 8133350"/>
              <a:gd name="connsiteX902" fmla="*/ 13928204 w 15276297"/>
              <a:gd name="connsiteY902" fmla="*/ 4354322 h 8133350"/>
              <a:gd name="connsiteX903" fmla="*/ 13928204 w 15276297"/>
              <a:gd name="connsiteY903" fmla="*/ 4390494 h 8133350"/>
              <a:gd name="connsiteX904" fmla="*/ 14532205 w 15276297"/>
              <a:gd name="connsiteY904" fmla="*/ 4288296 h 8133350"/>
              <a:gd name="connsiteX905" fmla="*/ 14279007 w 15276297"/>
              <a:gd name="connsiteY905" fmla="*/ 4288296 h 8133350"/>
              <a:gd name="connsiteX906" fmla="*/ 14279007 w 15276297"/>
              <a:gd name="connsiteY906" fmla="*/ 4324467 h 8133350"/>
              <a:gd name="connsiteX907" fmla="*/ 14532205 w 15276297"/>
              <a:gd name="connsiteY907" fmla="*/ 4324467 h 8133350"/>
              <a:gd name="connsiteX908" fmla="*/ 14532205 w 15276297"/>
              <a:gd name="connsiteY908" fmla="*/ 4288296 h 8133350"/>
              <a:gd name="connsiteX909" fmla="*/ 14279007 w 15276297"/>
              <a:gd name="connsiteY909" fmla="*/ 4390494 h 8133350"/>
              <a:gd name="connsiteX910" fmla="*/ 14532205 w 15276297"/>
              <a:gd name="connsiteY910" fmla="*/ 4390494 h 8133350"/>
              <a:gd name="connsiteX911" fmla="*/ 14532205 w 15276297"/>
              <a:gd name="connsiteY911" fmla="*/ 4354322 h 8133350"/>
              <a:gd name="connsiteX912" fmla="*/ 14279007 w 15276297"/>
              <a:gd name="connsiteY912" fmla="*/ 4354322 h 8133350"/>
              <a:gd name="connsiteX913" fmla="*/ 14279007 w 15276297"/>
              <a:gd name="connsiteY913" fmla="*/ 4390494 h 8133350"/>
              <a:gd name="connsiteX914" fmla="*/ 14630384 w 15276297"/>
              <a:gd name="connsiteY914" fmla="*/ 4323893 h 8133350"/>
              <a:gd name="connsiteX915" fmla="*/ 14883582 w 15276297"/>
              <a:gd name="connsiteY915" fmla="*/ 4323893 h 8133350"/>
              <a:gd name="connsiteX916" fmla="*/ 14883582 w 15276297"/>
              <a:gd name="connsiteY916" fmla="*/ 4287722 h 8133350"/>
              <a:gd name="connsiteX917" fmla="*/ 14630384 w 15276297"/>
              <a:gd name="connsiteY917" fmla="*/ 4287722 h 8133350"/>
              <a:gd name="connsiteX918" fmla="*/ 14630384 w 15276297"/>
              <a:gd name="connsiteY918" fmla="*/ 4323893 h 8133350"/>
              <a:gd name="connsiteX919" fmla="*/ 14630384 w 15276297"/>
              <a:gd name="connsiteY919" fmla="*/ 4390494 h 8133350"/>
              <a:gd name="connsiteX920" fmla="*/ 14883582 w 15276297"/>
              <a:gd name="connsiteY920" fmla="*/ 4390494 h 8133350"/>
              <a:gd name="connsiteX921" fmla="*/ 14883582 w 15276297"/>
              <a:gd name="connsiteY921" fmla="*/ 4354322 h 8133350"/>
              <a:gd name="connsiteX922" fmla="*/ 14630384 w 15276297"/>
              <a:gd name="connsiteY922" fmla="*/ 4354322 h 8133350"/>
              <a:gd name="connsiteX923" fmla="*/ 14630384 w 15276297"/>
              <a:gd name="connsiteY923" fmla="*/ 4390494 h 8133350"/>
              <a:gd name="connsiteX924" fmla="*/ 3996055 w 15276297"/>
              <a:gd name="connsiteY924" fmla="*/ 2281082 h 8133350"/>
              <a:gd name="connsiteX925" fmla="*/ 4249254 w 15276297"/>
              <a:gd name="connsiteY925" fmla="*/ 2281082 h 8133350"/>
              <a:gd name="connsiteX926" fmla="*/ 4249254 w 15276297"/>
              <a:gd name="connsiteY926" fmla="*/ 2244911 h 8133350"/>
              <a:gd name="connsiteX927" fmla="*/ 3996055 w 15276297"/>
              <a:gd name="connsiteY927" fmla="*/ 2244911 h 8133350"/>
              <a:gd name="connsiteX928" fmla="*/ 3996055 w 15276297"/>
              <a:gd name="connsiteY928" fmla="*/ 2281082 h 8133350"/>
              <a:gd name="connsiteX929" fmla="*/ 3996055 w 15276297"/>
              <a:gd name="connsiteY929" fmla="*/ 2347109 h 8133350"/>
              <a:gd name="connsiteX930" fmla="*/ 4249254 w 15276297"/>
              <a:gd name="connsiteY930" fmla="*/ 2347109 h 8133350"/>
              <a:gd name="connsiteX931" fmla="*/ 4249254 w 15276297"/>
              <a:gd name="connsiteY931" fmla="*/ 2310937 h 8133350"/>
              <a:gd name="connsiteX932" fmla="*/ 3996055 w 15276297"/>
              <a:gd name="connsiteY932" fmla="*/ 2310937 h 8133350"/>
              <a:gd name="connsiteX933" fmla="*/ 3996055 w 15276297"/>
              <a:gd name="connsiteY933" fmla="*/ 2347109 h 8133350"/>
              <a:gd name="connsiteX934" fmla="*/ 4600631 w 15276297"/>
              <a:gd name="connsiteY934" fmla="*/ 2244911 h 8133350"/>
              <a:gd name="connsiteX935" fmla="*/ 4347433 w 15276297"/>
              <a:gd name="connsiteY935" fmla="*/ 2244911 h 8133350"/>
              <a:gd name="connsiteX936" fmla="*/ 4347433 w 15276297"/>
              <a:gd name="connsiteY936" fmla="*/ 2281082 h 8133350"/>
              <a:gd name="connsiteX937" fmla="*/ 4600631 w 15276297"/>
              <a:gd name="connsiteY937" fmla="*/ 2281082 h 8133350"/>
              <a:gd name="connsiteX938" fmla="*/ 4600631 w 15276297"/>
              <a:gd name="connsiteY938" fmla="*/ 2244911 h 8133350"/>
              <a:gd name="connsiteX939" fmla="*/ 4600631 w 15276297"/>
              <a:gd name="connsiteY939" fmla="*/ 2311511 h 8133350"/>
              <a:gd name="connsiteX940" fmla="*/ 4347433 w 15276297"/>
              <a:gd name="connsiteY940" fmla="*/ 2311511 h 8133350"/>
              <a:gd name="connsiteX941" fmla="*/ 4347433 w 15276297"/>
              <a:gd name="connsiteY941" fmla="*/ 2347683 h 8133350"/>
              <a:gd name="connsiteX942" fmla="*/ 4600631 w 15276297"/>
              <a:gd name="connsiteY942" fmla="*/ 2347683 h 8133350"/>
              <a:gd name="connsiteX943" fmla="*/ 4600631 w 15276297"/>
              <a:gd name="connsiteY943" fmla="*/ 2311511 h 8133350"/>
              <a:gd name="connsiteX944" fmla="*/ 4951434 w 15276297"/>
              <a:gd name="connsiteY944" fmla="*/ 2244911 h 8133350"/>
              <a:gd name="connsiteX945" fmla="*/ 4698236 w 15276297"/>
              <a:gd name="connsiteY945" fmla="*/ 2244911 h 8133350"/>
              <a:gd name="connsiteX946" fmla="*/ 4698236 w 15276297"/>
              <a:gd name="connsiteY946" fmla="*/ 2281082 h 8133350"/>
              <a:gd name="connsiteX947" fmla="*/ 4951434 w 15276297"/>
              <a:gd name="connsiteY947" fmla="*/ 2281082 h 8133350"/>
              <a:gd name="connsiteX948" fmla="*/ 4951434 w 15276297"/>
              <a:gd name="connsiteY948" fmla="*/ 2244911 h 8133350"/>
              <a:gd name="connsiteX949" fmla="*/ 4698236 w 15276297"/>
              <a:gd name="connsiteY949" fmla="*/ 2347109 h 8133350"/>
              <a:gd name="connsiteX950" fmla="*/ 4951434 w 15276297"/>
              <a:gd name="connsiteY950" fmla="*/ 2347109 h 8133350"/>
              <a:gd name="connsiteX951" fmla="*/ 4951434 w 15276297"/>
              <a:gd name="connsiteY951" fmla="*/ 2310937 h 8133350"/>
              <a:gd name="connsiteX952" fmla="*/ 4698236 w 15276297"/>
              <a:gd name="connsiteY952" fmla="*/ 2310937 h 8133350"/>
              <a:gd name="connsiteX953" fmla="*/ 4698236 w 15276297"/>
              <a:gd name="connsiteY953" fmla="*/ 2347109 h 8133350"/>
              <a:gd name="connsiteX954" fmla="*/ 10147453 w 15276297"/>
              <a:gd name="connsiteY954" fmla="*/ 7215865 h 8133350"/>
              <a:gd name="connsiteX955" fmla="*/ 10400652 w 15276297"/>
              <a:gd name="connsiteY955" fmla="*/ 7215865 h 8133350"/>
              <a:gd name="connsiteX956" fmla="*/ 10400652 w 15276297"/>
              <a:gd name="connsiteY956" fmla="*/ 7179694 h 8133350"/>
              <a:gd name="connsiteX957" fmla="*/ 10147453 w 15276297"/>
              <a:gd name="connsiteY957" fmla="*/ 7179694 h 8133350"/>
              <a:gd name="connsiteX958" fmla="*/ 10147453 w 15276297"/>
              <a:gd name="connsiteY958" fmla="*/ 7215865 h 8133350"/>
              <a:gd name="connsiteX959" fmla="*/ 10147453 w 15276297"/>
              <a:gd name="connsiteY959" fmla="*/ 7282467 h 8133350"/>
              <a:gd name="connsiteX960" fmla="*/ 10400652 w 15276297"/>
              <a:gd name="connsiteY960" fmla="*/ 7282467 h 8133350"/>
              <a:gd name="connsiteX961" fmla="*/ 10400652 w 15276297"/>
              <a:gd name="connsiteY961" fmla="*/ 7246295 h 8133350"/>
              <a:gd name="connsiteX962" fmla="*/ 10147453 w 15276297"/>
              <a:gd name="connsiteY962" fmla="*/ 7246295 h 8133350"/>
              <a:gd name="connsiteX963" fmla="*/ 10147453 w 15276297"/>
              <a:gd name="connsiteY963" fmla="*/ 7282467 h 8133350"/>
              <a:gd name="connsiteX964" fmla="*/ 665435 w 15276297"/>
              <a:gd name="connsiteY964" fmla="*/ 3138281 h 8133350"/>
              <a:gd name="connsiteX965" fmla="*/ 918633 w 15276297"/>
              <a:gd name="connsiteY965" fmla="*/ 3138281 h 8133350"/>
              <a:gd name="connsiteX966" fmla="*/ 918633 w 15276297"/>
              <a:gd name="connsiteY966" fmla="*/ 3102110 h 8133350"/>
              <a:gd name="connsiteX967" fmla="*/ 665435 w 15276297"/>
              <a:gd name="connsiteY967" fmla="*/ 3102110 h 8133350"/>
              <a:gd name="connsiteX968" fmla="*/ 665435 w 15276297"/>
              <a:gd name="connsiteY968" fmla="*/ 3138281 h 8133350"/>
              <a:gd name="connsiteX969" fmla="*/ 665435 w 15276297"/>
              <a:gd name="connsiteY969" fmla="*/ 3204882 h 8133350"/>
              <a:gd name="connsiteX970" fmla="*/ 918633 w 15276297"/>
              <a:gd name="connsiteY970" fmla="*/ 3204882 h 8133350"/>
              <a:gd name="connsiteX971" fmla="*/ 918633 w 15276297"/>
              <a:gd name="connsiteY971" fmla="*/ 3168711 h 8133350"/>
              <a:gd name="connsiteX972" fmla="*/ 665435 w 15276297"/>
              <a:gd name="connsiteY972" fmla="*/ 3168711 h 8133350"/>
              <a:gd name="connsiteX973" fmla="*/ 665435 w 15276297"/>
              <a:gd name="connsiteY973" fmla="*/ 3204882 h 8133350"/>
              <a:gd name="connsiteX974" fmla="*/ 5844231 w 15276297"/>
              <a:gd name="connsiteY974" fmla="*/ 5953319 h 8133350"/>
              <a:gd name="connsiteX975" fmla="*/ 6097429 w 15276297"/>
              <a:gd name="connsiteY975" fmla="*/ 5953319 h 8133350"/>
              <a:gd name="connsiteX976" fmla="*/ 6097429 w 15276297"/>
              <a:gd name="connsiteY976" fmla="*/ 5917148 h 8133350"/>
              <a:gd name="connsiteX977" fmla="*/ 5844231 w 15276297"/>
              <a:gd name="connsiteY977" fmla="*/ 5917148 h 8133350"/>
              <a:gd name="connsiteX978" fmla="*/ 5844231 w 15276297"/>
              <a:gd name="connsiteY978" fmla="*/ 5953319 h 8133350"/>
              <a:gd name="connsiteX979" fmla="*/ 5844231 w 15276297"/>
              <a:gd name="connsiteY979" fmla="*/ 6019920 h 8133350"/>
              <a:gd name="connsiteX980" fmla="*/ 6097429 w 15276297"/>
              <a:gd name="connsiteY980" fmla="*/ 6019920 h 8133350"/>
              <a:gd name="connsiteX981" fmla="*/ 6097429 w 15276297"/>
              <a:gd name="connsiteY981" fmla="*/ 5983748 h 8133350"/>
              <a:gd name="connsiteX982" fmla="*/ 5844231 w 15276297"/>
              <a:gd name="connsiteY982" fmla="*/ 5983748 h 8133350"/>
              <a:gd name="connsiteX983" fmla="*/ 5844231 w 15276297"/>
              <a:gd name="connsiteY983" fmla="*/ 6019920 h 8133350"/>
              <a:gd name="connsiteX984" fmla="*/ 9073227 w 15276297"/>
              <a:gd name="connsiteY984" fmla="*/ 6654351 h 8133350"/>
              <a:gd name="connsiteX985" fmla="*/ 9271881 w 15276297"/>
              <a:gd name="connsiteY985" fmla="*/ 6654351 h 8133350"/>
              <a:gd name="connsiteX986" fmla="*/ 9271881 w 15276297"/>
              <a:gd name="connsiteY986" fmla="*/ 6618180 h 8133350"/>
              <a:gd name="connsiteX987" fmla="*/ 9073227 w 15276297"/>
              <a:gd name="connsiteY987" fmla="*/ 6618180 h 8133350"/>
              <a:gd name="connsiteX988" fmla="*/ 9073227 w 15276297"/>
              <a:gd name="connsiteY988" fmla="*/ 6654351 h 8133350"/>
              <a:gd name="connsiteX989" fmla="*/ 9073227 w 15276297"/>
              <a:gd name="connsiteY989" fmla="*/ 6576841 h 8133350"/>
              <a:gd name="connsiteX990" fmla="*/ 9271881 w 15276297"/>
              <a:gd name="connsiteY990" fmla="*/ 6576841 h 8133350"/>
              <a:gd name="connsiteX991" fmla="*/ 9271881 w 15276297"/>
              <a:gd name="connsiteY991" fmla="*/ 6540670 h 8133350"/>
              <a:gd name="connsiteX992" fmla="*/ 9073227 w 15276297"/>
              <a:gd name="connsiteY992" fmla="*/ 6540670 h 8133350"/>
              <a:gd name="connsiteX993" fmla="*/ 9073227 w 15276297"/>
              <a:gd name="connsiteY993" fmla="*/ 6576841 h 8133350"/>
              <a:gd name="connsiteX994" fmla="*/ 9073227 w 15276297"/>
              <a:gd name="connsiteY994" fmla="*/ 6720952 h 8133350"/>
              <a:gd name="connsiteX995" fmla="*/ 9271881 w 15276297"/>
              <a:gd name="connsiteY995" fmla="*/ 6720952 h 8133350"/>
              <a:gd name="connsiteX996" fmla="*/ 9271881 w 15276297"/>
              <a:gd name="connsiteY996" fmla="*/ 6684780 h 8133350"/>
              <a:gd name="connsiteX997" fmla="*/ 9073227 w 15276297"/>
              <a:gd name="connsiteY997" fmla="*/ 6684780 h 8133350"/>
              <a:gd name="connsiteX998" fmla="*/ 9073227 w 15276297"/>
              <a:gd name="connsiteY998" fmla="*/ 6720952 h 8133350"/>
              <a:gd name="connsiteX999" fmla="*/ 9073227 w 15276297"/>
              <a:gd name="connsiteY999" fmla="*/ 6366129 h 8133350"/>
              <a:gd name="connsiteX1000" fmla="*/ 9271881 w 15276297"/>
              <a:gd name="connsiteY1000" fmla="*/ 6366129 h 8133350"/>
              <a:gd name="connsiteX1001" fmla="*/ 9271881 w 15276297"/>
              <a:gd name="connsiteY1001" fmla="*/ 6329959 h 8133350"/>
              <a:gd name="connsiteX1002" fmla="*/ 9073227 w 15276297"/>
              <a:gd name="connsiteY1002" fmla="*/ 6329959 h 8133350"/>
              <a:gd name="connsiteX1003" fmla="*/ 9073227 w 15276297"/>
              <a:gd name="connsiteY1003" fmla="*/ 6366129 h 8133350"/>
              <a:gd name="connsiteX1004" fmla="*/ 9073227 w 15276297"/>
              <a:gd name="connsiteY1004" fmla="*/ 6432731 h 8133350"/>
              <a:gd name="connsiteX1005" fmla="*/ 9271881 w 15276297"/>
              <a:gd name="connsiteY1005" fmla="*/ 6432731 h 8133350"/>
              <a:gd name="connsiteX1006" fmla="*/ 9271881 w 15276297"/>
              <a:gd name="connsiteY1006" fmla="*/ 6396559 h 8133350"/>
              <a:gd name="connsiteX1007" fmla="*/ 9073227 w 15276297"/>
              <a:gd name="connsiteY1007" fmla="*/ 6396559 h 8133350"/>
              <a:gd name="connsiteX1008" fmla="*/ 9073227 w 15276297"/>
              <a:gd name="connsiteY1008" fmla="*/ 6432731 h 8133350"/>
              <a:gd name="connsiteX1009" fmla="*/ 9073227 w 15276297"/>
              <a:gd name="connsiteY1009" fmla="*/ 6510241 h 8133350"/>
              <a:gd name="connsiteX1010" fmla="*/ 9271881 w 15276297"/>
              <a:gd name="connsiteY1010" fmla="*/ 6510241 h 8133350"/>
              <a:gd name="connsiteX1011" fmla="*/ 9271881 w 15276297"/>
              <a:gd name="connsiteY1011" fmla="*/ 6474069 h 8133350"/>
              <a:gd name="connsiteX1012" fmla="*/ 9073227 w 15276297"/>
              <a:gd name="connsiteY1012" fmla="*/ 6474069 h 8133350"/>
              <a:gd name="connsiteX1013" fmla="*/ 9073227 w 15276297"/>
              <a:gd name="connsiteY1013" fmla="*/ 6510241 h 8133350"/>
              <a:gd name="connsiteX1014" fmla="*/ 9364893 w 15276297"/>
              <a:gd name="connsiteY1014" fmla="*/ 1242452 h 8133350"/>
              <a:gd name="connsiteX1015" fmla="*/ 9220782 w 15276297"/>
              <a:gd name="connsiteY1015" fmla="*/ 1242452 h 8133350"/>
              <a:gd name="connsiteX1016" fmla="*/ 9220782 w 15276297"/>
              <a:gd name="connsiteY1016" fmla="*/ 1268288 h 8133350"/>
              <a:gd name="connsiteX1017" fmla="*/ 9364893 w 15276297"/>
              <a:gd name="connsiteY1017" fmla="*/ 1268288 h 8133350"/>
              <a:gd name="connsiteX1018" fmla="*/ 9364893 w 15276297"/>
              <a:gd name="connsiteY1018" fmla="*/ 1242452 h 8133350"/>
              <a:gd name="connsiteX1019" fmla="*/ 9364893 w 15276297"/>
              <a:gd name="connsiteY1019" fmla="*/ 1033463 h 8133350"/>
              <a:gd name="connsiteX1020" fmla="*/ 9220782 w 15276297"/>
              <a:gd name="connsiteY1020" fmla="*/ 1033463 h 8133350"/>
              <a:gd name="connsiteX1021" fmla="*/ 9220782 w 15276297"/>
              <a:gd name="connsiteY1021" fmla="*/ 1059299 h 8133350"/>
              <a:gd name="connsiteX1022" fmla="*/ 9364893 w 15276297"/>
              <a:gd name="connsiteY1022" fmla="*/ 1059299 h 8133350"/>
              <a:gd name="connsiteX1023" fmla="*/ 9364893 w 15276297"/>
              <a:gd name="connsiteY1023" fmla="*/ 1033463 h 8133350"/>
              <a:gd name="connsiteX1024" fmla="*/ 9364893 w 15276297"/>
              <a:gd name="connsiteY1024" fmla="*/ 1186185 h 8133350"/>
              <a:gd name="connsiteX1025" fmla="*/ 9220782 w 15276297"/>
              <a:gd name="connsiteY1025" fmla="*/ 1186185 h 8133350"/>
              <a:gd name="connsiteX1026" fmla="*/ 9220782 w 15276297"/>
              <a:gd name="connsiteY1026" fmla="*/ 1212022 h 8133350"/>
              <a:gd name="connsiteX1027" fmla="*/ 9364893 w 15276297"/>
              <a:gd name="connsiteY1027" fmla="*/ 1212022 h 8133350"/>
              <a:gd name="connsiteX1028" fmla="*/ 9364893 w 15276297"/>
              <a:gd name="connsiteY1028" fmla="*/ 1186185 h 8133350"/>
              <a:gd name="connsiteX1029" fmla="*/ 9364893 w 15276297"/>
              <a:gd name="connsiteY1029" fmla="*/ 1137957 h 8133350"/>
              <a:gd name="connsiteX1030" fmla="*/ 9220782 w 15276297"/>
              <a:gd name="connsiteY1030" fmla="*/ 1137957 h 8133350"/>
              <a:gd name="connsiteX1031" fmla="*/ 9220782 w 15276297"/>
              <a:gd name="connsiteY1031" fmla="*/ 1163794 h 8133350"/>
              <a:gd name="connsiteX1032" fmla="*/ 9364893 w 15276297"/>
              <a:gd name="connsiteY1032" fmla="*/ 1163794 h 8133350"/>
              <a:gd name="connsiteX1033" fmla="*/ 9364893 w 15276297"/>
              <a:gd name="connsiteY1033" fmla="*/ 1137957 h 8133350"/>
              <a:gd name="connsiteX1034" fmla="*/ 9364893 w 15276297"/>
              <a:gd name="connsiteY1034" fmla="*/ 1081691 h 8133350"/>
              <a:gd name="connsiteX1035" fmla="*/ 9220782 w 15276297"/>
              <a:gd name="connsiteY1035" fmla="*/ 1081691 h 8133350"/>
              <a:gd name="connsiteX1036" fmla="*/ 9220782 w 15276297"/>
              <a:gd name="connsiteY1036" fmla="*/ 1107527 h 8133350"/>
              <a:gd name="connsiteX1037" fmla="*/ 9364893 w 15276297"/>
              <a:gd name="connsiteY1037" fmla="*/ 1107527 h 8133350"/>
              <a:gd name="connsiteX1038" fmla="*/ 9364893 w 15276297"/>
              <a:gd name="connsiteY1038" fmla="*/ 1081691 h 8133350"/>
              <a:gd name="connsiteX1039" fmla="*/ 9220782 w 15276297"/>
              <a:gd name="connsiteY1039" fmla="*/ 1290680 h 8133350"/>
              <a:gd name="connsiteX1040" fmla="*/ 9220782 w 15276297"/>
              <a:gd name="connsiteY1040" fmla="*/ 1316517 h 8133350"/>
              <a:gd name="connsiteX1041" fmla="*/ 9364893 w 15276297"/>
              <a:gd name="connsiteY1041" fmla="*/ 1316517 h 8133350"/>
              <a:gd name="connsiteX1042" fmla="*/ 9364893 w 15276297"/>
              <a:gd name="connsiteY1042" fmla="*/ 1290680 h 8133350"/>
              <a:gd name="connsiteX1043" fmla="*/ 9220782 w 15276297"/>
              <a:gd name="connsiteY1043" fmla="*/ 1290680 h 8133350"/>
              <a:gd name="connsiteX1044" fmla="*/ 6629088 w 15276297"/>
              <a:gd name="connsiteY1044" fmla="*/ 228510 h 8133350"/>
              <a:gd name="connsiteX1045" fmla="*/ 6882287 w 15276297"/>
              <a:gd name="connsiteY1045" fmla="*/ 228510 h 8133350"/>
              <a:gd name="connsiteX1046" fmla="*/ 6882287 w 15276297"/>
              <a:gd name="connsiteY1046" fmla="*/ 192339 h 8133350"/>
              <a:gd name="connsiteX1047" fmla="*/ 6629088 w 15276297"/>
              <a:gd name="connsiteY1047" fmla="*/ 192339 h 8133350"/>
              <a:gd name="connsiteX1048" fmla="*/ 6629088 w 15276297"/>
              <a:gd name="connsiteY1048" fmla="*/ 228510 h 8133350"/>
              <a:gd name="connsiteX1049" fmla="*/ 6629088 w 15276297"/>
              <a:gd name="connsiteY1049" fmla="*/ 294537 h 8133350"/>
              <a:gd name="connsiteX1050" fmla="*/ 6882287 w 15276297"/>
              <a:gd name="connsiteY1050" fmla="*/ 294537 h 8133350"/>
              <a:gd name="connsiteX1051" fmla="*/ 6882287 w 15276297"/>
              <a:gd name="connsiteY1051" fmla="*/ 258366 h 8133350"/>
              <a:gd name="connsiteX1052" fmla="*/ 6629088 w 15276297"/>
              <a:gd name="connsiteY1052" fmla="*/ 258366 h 8133350"/>
              <a:gd name="connsiteX1053" fmla="*/ 6629088 w 15276297"/>
              <a:gd name="connsiteY1053" fmla="*/ 294537 h 8133350"/>
              <a:gd name="connsiteX1054" fmla="*/ 2945942 w 15276297"/>
              <a:gd name="connsiteY1054" fmla="*/ 3386887 h 8133350"/>
              <a:gd name="connsiteX1055" fmla="*/ 3013117 w 15276297"/>
              <a:gd name="connsiteY1055" fmla="*/ 3386887 h 8133350"/>
              <a:gd name="connsiteX1056" fmla="*/ 3049863 w 15276297"/>
              <a:gd name="connsiteY1056" fmla="*/ 3350141 h 8133350"/>
              <a:gd name="connsiteX1057" fmla="*/ 3049863 w 15276297"/>
              <a:gd name="connsiteY1057" fmla="*/ 3282966 h 8133350"/>
              <a:gd name="connsiteX1058" fmla="*/ 3013117 w 15276297"/>
              <a:gd name="connsiteY1058" fmla="*/ 3246221 h 8133350"/>
              <a:gd name="connsiteX1059" fmla="*/ 2945942 w 15276297"/>
              <a:gd name="connsiteY1059" fmla="*/ 3246221 h 8133350"/>
              <a:gd name="connsiteX1060" fmla="*/ 2909197 w 15276297"/>
              <a:gd name="connsiteY1060" fmla="*/ 3282966 h 8133350"/>
              <a:gd name="connsiteX1061" fmla="*/ 2909197 w 15276297"/>
              <a:gd name="connsiteY1061" fmla="*/ 3350141 h 8133350"/>
              <a:gd name="connsiteX1062" fmla="*/ 2945942 w 15276297"/>
              <a:gd name="connsiteY1062" fmla="*/ 3386887 h 8133350"/>
              <a:gd name="connsiteX1063" fmla="*/ 3049289 w 15276297"/>
              <a:gd name="connsiteY1063" fmla="*/ 3573484 h 8133350"/>
              <a:gd name="connsiteX1064" fmla="*/ 3049289 w 15276297"/>
              <a:gd name="connsiteY1064" fmla="*/ 3506309 h 8133350"/>
              <a:gd name="connsiteX1065" fmla="*/ 3012543 w 15276297"/>
              <a:gd name="connsiteY1065" fmla="*/ 3469564 h 8133350"/>
              <a:gd name="connsiteX1066" fmla="*/ 2945368 w 15276297"/>
              <a:gd name="connsiteY1066" fmla="*/ 3469564 h 8133350"/>
              <a:gd name="connsiteX1067" fmla="*/ 2908623 w 15276297"/>
              <a:gd name="connsiteY1067" fmla="*/ 3506309 h 8133350"/>
              <a:gd name="connsiteX1068" fmla="*/ 2908623 w 15276297"/>
              <a:gd name="connsiteY1068" fmla="*/ 3573484 h 8133350"/>
              <a:gd name="connsiteX1069" fmla="*/ 2945368 w 15276297"/>
              <a:gd name="connsiteY1069" fmla="*/ 3610229 h 8133350"/>
              <a:gd name="connsiteX1070" fmla="*/ 3012543 w 15276297"/>
              <a:gd name="connsiteY1070" fmla="*/ 3610229 h 8133350"/>
              <a:gd name="connsiteX1071" fmla="*/ 3049289 w 15276297"/>
              <a:gd name="connsiteY1071" fmla="*/ 3573484 h 8133350"/>
              <a:gd name="connsiteX1072" fmla="*/ 2826520 w 15276297"/>
              <a:gd name="connsiteY1072" fmla="*/ 3506309 h 8133350"/>
              <a:gd name="connsiteX1073" fmla="*/ 2789775 w 15276297"/>
              <a:gd name="connsiteY1073" fmla="*/ 3469564 h 8133350"/>
              <a:gd name="connsiteX1074" fmla="*/ 2722600 w 15276297"/>
              <a:gd name="connsiteY1074" fmla="*/ 3469564 h 8133350"/>
              <a:gd name="connsiteX1075" fmla="*/ 2685854 w 15276297"/>
              <a:gd name="connsiteY1075" fmla="*/ 3506309 h 8133350"/>
              <a:gd name="connsiteX1076" fmla="*/ 2685854 w 15276297"/>
              <a:gd name="connsiteY1076" fmla="*/ 3573484 h 8133350"/>
              <a:gd name="connsiteX1077" fmla="*/ 2722600 w 15276297"/>
              <a:gd name="connsiteY1077" fmla="*/ 3610229 h 8133350"/>
              <a:gd name="connsiteX1078" fmla="*/ 2789775 w 15276297"/>
              <a:gd name="connsiteY1078" fmla="*/ 3610229 h 8133350"/>
              <a:gd name="connsiteX1079" fmla="*/ 2826520 w 15276297"/>
              <a:gd name="connsiteY1079" fmla="*/ 3573484 h 8133350"/>
              <a:gd name="connsiteX1080" fmla="*/ 2826520 w 15276297"/>
              <a:gd name="connsiteY1080" fmla="*/ 3506309 h 8133350"/>
              <a:gd name="connsiteX1081" fmla="*/ 2722600 w 15276297"/>
              <a:gd name="connsiteY1081" fmla="*/ 3386887 h 8133350"/>
              <a:gd name="connsiteX1082" fmla="*/ 2789775 w 15276297"/>
              <a:gd name="connsiteY1082" fmla="*/ 3386887 h 8133350"/>
              <a:gd name="connsiteX1083" fmla="*/ 2826520 w 15276297"/>
              <a:gd name="connsiteY1083" fmla="*/ 3350141 h 8133350"/>
              <a:gd name="connsiteX1084" fmla="*/ 2826520 w 15276297"/>
              <a:gd name="connsiteY1084" fmla="*/ 3282966 h 8133350"/>
              <a:gd name="connsiteX1085" fmla="*/ 2789775 w 15276297"/>
              <a:gd name="connsiteY1085" fmla="*/ 3246221 h 8133350"/>
              <a:gd name="connsiteX1086" fmla="*/ 2722600 w 15276297"/>
              <a:gd name="connsiteY1086" fmla="*/ 3246221 h 8133350"/>
              <a:gd name="connsiteX1087" fmla="*/ 2685854 w 15276297"/>
              <a:gd name="connsiteY1087" fmla="*/ 3282966 h 8133350"/>
              <a:gd name="connsiteX1088" fmla="*/ 2685854 w 15276297"/>
              <a:gd name="connsiteY1088" fmla="*/ 3350141 h 8133350"/>
              <a:gd name="connsiteX1089" fmla="*/ 2722600 w 15276297"/>
              <a:gd name="connsiteY1089" fmla="*/ 3386887 h 8133350"/>
              <a:gd name="connsiteX1090" fmla="*/ 9967746 w 15276297"/>
              <a:gd name="connsiteY1090" fmla="*/ 7885320 h 8133350"/>
              <a:gd name="connsiteX1091" fmla="*/ 9902867 w 15276297"/>
              <a:gd name="connsiteY1091" fmla="*/ 7885320 h 8133350"/>
              <a:gd name="connsiteX1092" fmla="*/ 9887366 w 15276297"/>
              <a:gd name="connsiteY1092" fmla="*/ 7900822 h 8133350"/>
              <a:gd name="connsiteX1093" fmla="*/ 9887366 w 15276297"/>
              <a:gd name="connsiteY1093" fmla="*/ 7965700 h 8133350"/>
              <a:gd name="connsiteX1094" fmla="*/ 9902867 w 15276297"/>
              <a:gd name="connsiteY1094" fmla="*/ 7981202 h 8133350"/>
              <a:gd name="connsiteX1095" fmla="*/ 9967746 w 15276297"/>
              <a:gd name="connsiteY1095" fmla="*/ 7981202 h 8133350"/>
              <a:gd name="connsiteX1096" fmla="*/ 9983248 w 15276297"/>
              <a:gd name="connsiteY1096" fmla="*/ 7965700 h 8133350"/>
              <a:gd name="connsiteX1097" fmla="*/ 9983248 w 15276297"/>
              <a:gd name="connsiteY1097" fmla="*/ 7900822 h 8133350"/>
              <a:gd name="connsiteX1098" fmla="*/ 9967746 w 15276297"/>
              <a:gd name="connsiteY1098" fmla="*/ 7885320 h 8133350"/>
              <a:gd name="connsiteX1099" fmla="*/ 10119320 w 15276297"/>
              <a:gd name="connsiteY1099" fmla="*/ 7885320 h 8133350"/>
              <a:gd name="connsiteX1100" fmla="*/ 10054442 w 15276297"/>
              <a:gd name="connsiteY1100" fmla="*/ 7885320 h 8133350"/>
              <a:gd name="connsiteX1101" fmla="*/ 10038940 w 15276297"/>
              <a:gd name="connsiteY1101" fmla="*/ 7900822 h 8133350"/>
              <a:gd name="connsiteX1102" fmla="*/ 10038940 w 15276297"/>
              <a:gd name="connsiteY1102" fmla="*/ 7965700 h 8133350"/>
              <a:gd name="connsiteX1103" fmla="*/ 10054442 w 15276297"/>
              <a:gd name="connsiteY1103" fmla="*/ 7981202 h 8133350"/>
              <a:gd name="connsiteX1104" fmla="*/ 10119320 w 15276297"/>
              <a:gd name="connsiteY1104" fmla="*/ 7981202 h 8133350"/>
              <a:gd name="connsiteX1105" fmla="*/ 10134822 w 15276297"/>
              <a:gd name="connsiteY1105" fmla="*/ 7965700 h 8133350"/>
              <a:gd name="connsiteX1106" fmla="*/ 10134822 w 15276297"/>
              <a:gd name="connsiteY1106" fmla="*/ 7900822 h 8133350"/>
              <a:gd name="connsiteX1107" fmla="*/ 10119320 w 15276297"/>
              <a:gd name="connsiteY1107" fmla="*/ 7885320 h 8133350"/>
              <a:gd name="connsiteX1108" fmla="*/ 10119320 w 15276297"/>
              <a:gd name="connsiteY1108" fmla="*/ 8037469 h 8133350"/>
              <a:gd name="connsiteX1109" fmla="*/ 10054442 w 15276297"/>
              <a:gd name="connsiteY1109" fmla="*/ 8037469 h 8133350"/>
              <a:gd name="connsiteX1110" fmla="*/ 10038940 w 15276297"/>
              <a:gd name="connsiteY1110" fmla="*/ 8052970 h 8133350"/>
              <a:gd name="connsiteX1111" fmla="*/ 10038940 w 15276297"/>
              <a:gd name="connsiteY1111" fmla="*/ 8117849 h 8133350"/>
              <a:gd name="connsiteX1112" fmla="*/ 10054442 w 15276297"/>
              <a:gd name="connsiteY1112" fmla="*/ 8133351 h 8133350"/>
              <a:gd name="connsiteX1113" fmla="*/ 10119320 w 15276297"/>
              <a:gd name="connsiteY1113" fmla="*/ 8133351 h 8133350"/>
              <a:gd name="connsiteX1114" fmla="*/ 10134822 w 15276297"/>
              <a:gd name="connsiteY1114" fmla="*/ 8117849 h 8133350"/>
              <a:gd name="connsiteX1115" fmla="*/ 10134822 w 15276297"/>
              <a:gd name="connsiteY1115" fmla="*/ 8052970 h 8133350"/>
              <a:gd name="connsiteX1116" fmla="*/ 10119320 w 15276297"/>
              <a:gd name="connsiteY1116" fmla="*/ 8037469 h 8133350"/>
              <a:gd name="connsiteX1117" fmla="*/ 9967746 w 15276297"/>
              <a:gd name="connsiteY1117" fmla="*/ 8037469 h 8133350"/>
              <a:gd name="connsiteX1118" fmla="*/ 9902867 w 15276297"/>
              <a:gd name="connsiteY1118" fmla="*/ 8037469 h 8133350"/>
              <a:gd name="connsiteX1119" fmla="*/ 9887366 w 15276297"/>
              <a:gd name="connsiteY1119" fmla="*/ 8052970 h 8133350"/>
              <a:gd name="connsiteX1120" fmla="*/ 9887366 w 15276297"/>
              <a:gd name="connsiteY1120" fmla="*/ 8117849 h 8133350"/>
              <a:gd name="connsiteX1121" fmla="*/ 9902867 w 15276297"/>
              <a:gd name="connsiteY1121" fmla="*/ 8133351 h 8133350"/>
              <a:gd name="connsiteX1122" fmla="*/ 9967746 w 15276297"/>
              <a:gd name="connsiteY1122" fmla="*/ 8133351 h 8133350"/>
              <a:gd name="connsiteX1123" fmla="*/ 9983248 w 15276297"/>
              <a:gd name="connsiteY1123" fmla="*/ 8117849 h 8133350"/>
              <a:gd name="connsiteX1124" fmla="*/ 9983248 w 15276297"/>
              <a:gd name="connsiteY1124" fmla="*/ 8052970 h 8133350"/>
              <a:gd name="connsiteX1125" fmla="*/ 9967746 w 15276297"/>
              <a:gd name="connsiteY1125" fmla="*/ 8037469 h 8133350"/>
              <a:gd name="connsiteX1126" fmla="*/ 13391951 w 15276297"/>
              <a:gd name="connsiteY1126" fmla="*/ 6410913 h 8133350"/>
              <a:gd name="connsiteX1127" fmla="*/ 13339705 w 15276297"/>
              <a:gd name="connsiteY1127" fmla="*/ 6410913 h 8133350"/>
              <a:gd name="connsiteX1128" fmla="*/ 13318460 w 15276297"/>
              <a:gd name="connsiteY1128" fmla="*/ 6432156 h 8133350"/>
              <a:gd name="connsiteX1129" fmla="*/ 13318460 w 15276297"/>
              <a:gd name="connsiteY1129" fmla="*/ 6484404 h 8133350"/>
              <a:gd name="connsiteX1130" fmla="*/ 13339705 w 15276297"/>
              <a:gd name="connsiteY1130" fmla="*/ 6505647 h 8133350"/>
              <a:gd name="connsiteX1131" fmla="*/ 13391951 w 15276297"/>
              <a:gd name="connsiteY1131" fmla="*/ 6505647 h 8133350"/>
              <a:gd name="connsiteX1132" fmla="*/ 13413194 w 15276297"/>
              <a:gd name="connsiteY1132" fmla="*/ 6484404 h 8133350"/>
              <a:gd name="connsiteX1133" fmla="*/ 13413194 w 15276297"/>
              <a:gd name="connsiteY1133" fmla="*/ 6432156 h 8133350"/>
              <a:gd name="connsiteX1134" fmla="*/ 13391951 w 15276297"/>
              <a:gd name="connsiteY1134" fmla="*/ 6410913 h 8133350"/>
              <a:gd name="connsiteX1135" fmla="*/ 13240377 w 15276297"/>
              <a:gd name="connsiteY1135" fmla="*/ 6259338 h 8133350"/>
              <a:gd name="connsiteX1136" fmla="*/ 13188130 w 15276297"/>
              <a:gd name="connsiteY1136" fmla="*/ 6259338 h 8133350"/>
              <a:gd name="connsiteX1137" fmla="*/ 13166886 w 15276297"/>
              <a:gd name="connsiteY1137" fmla="*/ 6280582 h 8133350"/>
              <a:gd name="connsiteX1138" fmla="*/ 13166886 w 15276297"/>
              <a:gd name="connsiteY1138" fmla="*/ 6332829 h 8133350"/>
              <a:gd name="connsiteX1139" fmla="*/ 13188130 w 15276297"/>
              <a:gd name="connsiteY1139" fmla="*/ 6354072 h 8133350"/>
              <a:gd name="connsiteX1140" fmla="*/ 13240377 w 15276297"/>
              <a:gd name="connsiteY1140" fmla="*/ 6354072 h 8133350"/>
              <a:gd name="connsiteX1141" fmla="*/ 13261620 w 15276297"/>
              <a:gd name="connsiteY1141" fmla="*/ 6332829 h 8133350"/>
              <a:gd name="connsiteX1142" fmla="*/ 13261620 w 15276297"/>
              <a:gd name="connsiteY1142" fmla="*/ 6280582 h 8133350"/>
              <a:gd name="connsiteX1143" fmla="*/ 13240377 w 15276297"/>
              <a:gd name="connsiteY1143" fmla="*/ 6259338 h 8133350"/>
              <a:gd name="connsiteX1144" fmla="*/ 13391951 w 15276297"/>
              <a:gd name="connsiteY1144" fmla="*/ 6259338 h 8133350"/>
              <a:gd name="connsiteX1145" fmla="*/ 13339705 w 15276297"/>
              <a:gd name="connsiteY1145" fmla="*/ 6259338 h 8133350"/>
              <a:gd name="connsiteX1146" fmla="*/ 13318460 w 15276297"/>
              <a:gd name="connsiteY1146" fmla="*/ 6280582 h 8133350"/>
              <a:gd name="connsiteX1147" fmla="*/ 13318460 w 15276297"/>
              <a:gd name="connsiteY1147" fmla="*/ 6332829 h 8133350"/>
              <a:gd name="connsiteX1148" fmla="*/ 13339705 w 15276297"/>
              <a:gd name="connsiteY1148" fmla="*/ 6354072 h 8133350"/>
              <a:gd name="connsiteX1149" fmla="*/ 13391951 w 15276297"/>
              <a:gd name="connsiteY1149" fmla="*/ 6354072 h 8133350"/>
              <a:gd name="connsiteX1150" fmla="*/ 13413194 w 15276297"/>
              <a:gd name="connsiteY1150" fmla="*/ 6332829 h 8133350"/>
              <a:gd name="connsiteX1151" fmla="*/ 13413194 w 15276297"/>
              <a:gd name="connsiteY1151" fmla="*/ 6280582 h 8133350"/>
              <a:gd name="connsiteX1152" fmla="*/ 13391951 w 15276297"/>
              <a:gd name="connsiteY1152" fmla="*/ 6259338 h 8133350"/>
              <a:gd name="connsiteX1153" fmla="*/ 13240377 w 15276297"/>
              <a:gd name="connsiteY1153" fmla="*/ 6410913 h 8133350"/>
              <a:gd name="connsiteX1154" fmla="*/ 13188130 w 15276297"/>
              <a:gd name="connsiteY1154" fmla="*/ 6410913 h 8133350"/>
              <a:gd name="connsiteX1155" fmla="*/ 13166886 w 15276297"/>
              <a:gd name="connsiteY1155" fmla="*/ 6432156 h 8133350"/>
              <a:gd name="connsiteX1156" fmla="*/ 13166886 w 15276297"/>
              <a:gd name="connsiteY1156" fmla="*/ 6484404 h 8133350"/>
              <a:gd name="connsiteX1157" fmla="*/ 13188130 w 15276297"/>
              <a:gd name="connsiteY1157" fmla="*/ 6505647 h 8133350"/>
              <a:gd name="connsiteX1158" fmla="*/ 13240377 w 15276297"/>
              <a:gd name="connsiteY1158" fmla="*/ 6505647 h 8133350"/>
              <a:gd name="connsiteX1159" fmla="*/ 13261620 w 15276297"/>
              <a:gd name="connsiteY1159" fmla="*/ 6484404 h 8133350"/>
              <a:gd name="connsiteX1160" fmla="*/ 13261620 w 15276297"/>
              <a:gd name="connsiteY1160" fmla="*/ 6432156 h 8133350"/>
              <a:gd name="connsiteX1161" fmla="*/ 13240377 w 15276297"/>
              <a:gd name="connsiteY1161" fmla="*/ 6410913 h 8133350"/>
              <a:gd name="connsiteX1162" fmla="*/ 11359475 w 15276297"/>
              <a:gd name="connsiteY1162" fmla="*/ 511564 h 8133350"/>
              <a:gd name="connsiteX1163" fmla="*/ 11412871 w 15276297"/>
              <a:gd name="connsiteY1163" fmla="*/ 511564 h 8133350"/>
              <a:gd name="connsiteX1164" fmla="*/ 11434114 w 15276297"/>
              <a:gd name="connsiteY1164" fmla="*/ 490321 h 8133350"/>
              <a:gd name="connsiteX1165" fmla="*/ 11434114 w 15276297"/>
              <a:gd name="connsiteY1165" fmla="*/ 436925 h 8133350"/>
              <a:gd name="connsiteX1166" fmla="*/ 11412871 w 15276297"/>
              <a:gd name="connsiteY1166" fmla="*/ 415682 h 8133350"/>
              <a:gd name="connsiteX1167" fmla="*/ 11359475 w 15276297"/>
              <a:gd name="connsiteY1167" fmla="*/ 415682 h 8133350"/>
              <a:gd name="connsiteX1168" fmla="*/ 11338232 w 15276297"/>
              <a:gd name="connsiteY1168" fmla="*/ 436925 h 8133350"/>
              <a:gd name="connsiteX1169" fmla="*/ 11338232 w 15276297"/>
              <a:gd name="connsiteY1169" fmla="*/ 490321 h 8133350"/>
              <a:gd name="connsiteX1170" fmla="*/ 11359475 w 15276297"/>
              <a:gd name="connsiteY1170" fmla="*/ 511564 h 8133350"/>
              <a:gd name="connsiteX1171" fmla="*/ 11511050 w 15276297"/>
              <a:gd name="connsiteY1171" fmla="*/ 663139 h 8133350"/>
              <a:gd name="connsiteX1172" fmla="*/ 11564445 w 15276297"/>
              <a:gd name="connsiteY1172" fmla="*/ 663139 h 8133350"/>
              <a:gd name="connsiteX1173" fmla="*/ 11585689 w 15276297"/>
              <a:gd name="connsiteY1173" fmla="*/ 641895 h 8133350"/>
              <a:gd name="connsiteX1174" fmla="*/ 11585689 w 15276297"/>
              <a:gd name="connsiteY1174" fmla="*/ 588500 h 8133350"/>
              <a:gd name="connsiteX1175" fmla="*/ 11564445 w 15276297"/>
              <a:gd name="connsiteY1175" fmla="*/ 567256 h 8133350"/>
              <a:gd name="connsiteX1176" fmla="*/ 11511050 w 15276297"/>
              <a:gd name="connsiteY1176" fmla="*/ 567256 h 8133350"/>
              <a:gd name="connsiteX1177" fmla="*/ 11489806 w 15276297"/>
              <a:gd name="connsiteY1177" fmla="*/ 588500 h 8133350"/>
              <a:gd name="connsiteX1178" fmla="*/ 11489806 w 15276297"/>
              <a:gd name="connsiteY1178" fmla="*/ 641895 h 8133350"/>
              <a:gd name="connsiteX1179" fmla="*/ 11511050 w 15276297"/>
              <a:gd name="connsiteY1179" fmla="*/ 663139 h 8133350"/>
              <a:gd name="connsiteX1180" fmla="*/ 11359475 w 15276297"/>
              <a:gd name="connsiteY1180" fmla="*/ 663139 h 8133350"/>
              <a:gd name="connsiteX1181" fmla="*/ 11412871 w 15276297"/>
              <a:gd name="connsiteY1181" fmla="*/ 663139 h 8133350"/>
              <a:gd name="connsiteX1182" fmla="*/ 11434114 w 15276297"/>
              <a:gd name="connsiteY1182" fmla="*/ 641895 h 8133350"/>
              <a:gd name="connsiteX1183" fmla="*/ 11434114 w 15276297"/>
              <a:gd name="connsiteY1183" fmla="*/ 588500 h 8133350"/>
              <a:gd name="connsiteX1184" fmla="*/ 11412871 w 15276297"/>
              <a:gd name="connsiteY1184" fmla="*/ 567256 h 8133350"/>
              <a:gd name="connsiteX1185" fmla="*/ 11359475 w 15276297"/>
              <a:gd name="connsiteY1185" fmla="*/ 567256 h 8133350"/>
              <a:gd name="connsiteX1186" fmla="*/ 11338232 w 15276297"/>
              <a:gd name="connsiteY1186" fmla="*/ 588500 h 8133350"/>
              <a:gd name="connsiteX1187" fmla="*/ 11338232 w 15276297"/>
              <a:gd name="connsiteY1187" fmla="*/ 641895 h 8133350"/>
              <a:gd name="connsiteX1188" fmla="*/ 11359475 w 15276297"/>
              <a:gd name="connsiteY1188" fmla="*/ 663139 h 8133350"/>
              <a:gd name="connsiteX1189" fmla="*/ 11511050 w 15276297"/>
              <a:gd name="connsiteY1189" fmla="*/ 511564 h 8133350"/>
              <a:gd name="connsiteX1190" fmla="*/ 11564445 w 15276297"/>
              <a:gd name="connsiteY1190" fmla="*/ 511564 h 8133350"/>
              <a:gd name="connsiteX1191" fmla="*/ 11585689 w 15276297"/>
              <a:gd name="connsiteY1191" fmla="*/ 490321 h 8133350"/>
              <a:gd name="connsiteX1192" fmla="*/ 11585689 w 15276297"/>
              <a:gd name="connsiteY1192" fmla="*/ 436925 h 8133350"/>
              <a:gd name="connsiteX1193" fmla="*/ 11564445 w 15276297"/>
              <a:gd name="connsiteY1193" fmla="*/ 415682 h 8133350"/>
              <a:gd name="connsiteX1194" fmla="*/ 11511050 w 15276297"/>
              <a:gd name="connsiteY1194" fmla="*/ 415682 h 8133350"/>
              <a:gd name="connsiteX1195" fmla="*/ 11489806 w 15276297"/>
              <a:gd name="connsiteY1195" fmla="*/ 436925 h 8133350"/>
              <a:gd name="connsiteX1196" fmla="*/ 11489806 w 15276297"/>
              <a:gd name="connsiteY1196" fmla="*/ 490321 h 8133350"/>
              <a:gd name="connsiteX1197" fmla="*/ 11511050 w 15276297"/>
              <a:gd name="connsiteY1197" fmla="*/ 511564 h 8133350"/>
              <a:gd name="connsiteX1198" fmla="*/ 11207901 w 15276297"/>
              <a:gd name="connsiteY1198" fmla="*/ 663139 h 8133350"/>
              <a:gd name="connsiteX1199" fmla="*/ 11261297 w 15276297"/>
              <a:gd name="connsiteY1199" fmla="*/ 663139 h 8133350"/>
              <a:gd name="connsiteX1200" fmla="*/ 11282540 w 15276297"/>
              <a:gd name="connsiteY1200" fmla="*/ 641895 h 8133350"/>
              <a:gd name="connsiteX1201" fmla="*/ 11282540 w 15276297"/>
              <a:gd name="connsiteY1201" fmla="*/ 588500 h 8133350"/>
              <a:gd name="connsiteX1202" fmla="*/ 11261297 w 15276297"/>
              <a:gd name="connsiteY1202" fmla="*/ 567256 h 8133350"/>
              <a:gd name="connsiteX1203" fmla="*/ 11207901 w 15276297"/>
              <a:gd name="connsiteY1203" fmla="*/ 567256 h 8133350"/>
              <a:gd name="connsiteX1204" fmla="*/ 11186658 w 15276297"/>
              <a:gd name="connsiteY1204" fmla="*/ 588500 h 8133350"/>
              <a:gd name="connsiteX1205" fmla="*/ 11186658 w 15276297"/>
              <a:gd name="connsiteY1205" fmla="*/ 641895 h 8133350"/>
              <a:gd name="connsiteX1206" fmla="*/ 11207901 w 15276297"/>
              <a:gd name="connsiteY1206" fmla="*/ 663139 h 8133350"/>
              <a:gd name="connsiteX1207" fmla="*/ 11662624 w 15276297"/>
              <a:gd name="connsiteY1207" fmla="*/ 511564 h 8133350"/>
              <a:gd name="connsiteX1208" fmla="*/ 11716020 w 15276297"/>
              <a:gd name="connsiteY1208" fmla="*/ 511564 h 8133350"/>
              <a:gd name="connsiteX1209" fmla="*/ 11737263 w 15276297"/>
              <a:gd name="connsiteY1209" fmla="*/ 490321 h 8133350"/>
              <a:gd name="connsiteX1210" fmla="*/ 11737263 w 15276297"/>
              <a:gd name="connsiteY1210" fmla="*/ 436925 h 8133350"/>
              <a:gd name="connsiteX1211" fmla="*/ 11716020 w 15276297"/>
              <a:gd name="connsiteY1211" fmla="*/ 415682 h 8133350"/>
              <a:gd name="connsiteX1212" fmla="*/ 11662624 w 15276297"/>
              <a:gd name="connsiteY1212" fmla="*/ 415682 h 8133350"/>
              <a:gd name="connsiteX1213" fmla="*/ 11641381 w 15276297"/>
              <a:gd name="connsiteY1213" fmla="*/ 436925 h 8133350"/>
              <a:gd name="connsiteX1214" fmla="*/ 11641381 w 15276297"/>
              <a:gd name="connsiteY1214" fmla="*/ 490321 h 8133350"/>
              <a:gd name="connsiteX1215" fmla="*/ 11662624 w 15276297"/>
              <a:gd name="connsiteY1215" fmla="*/ 511564 h 8133350"/>
              <a:gd name="connsiteX1216" fmla="*/ 11662624 w 15276297"/>
              <a:gd name="connsiteY1216" fmla="*/ 663139 h 8133350"/>
              <a:gd name="connsiteX1217" fmla="*/ 11716020 w 15276297"/>
              <a:gd name="connsiteY1217" fmla="*/ 663139 h 8133350"/>
              <a:gd name="connsiteX1218" fmla="*/ 11737263 w 15276297"/>
              <a:gd name="connsiteY1218" fmla="*/ 641895 h 8133350"/>
              <a:gd name="connsiteX1219" fmla="*/ 11737263 w 15276297"/>
              <a:gd name="connsiteY1219" fmla="*/ 588500 h 8133350"/>
              <a:gd name="connsiteX1220" fmla="*/ 11716020 w 15276297"/>
              <a:gd name="connsiteY1220" fmla="*/ 567256 h 8133350"/>
              <a:gd name="connsiteX1221" fmla="*/ 11662624 w 15276297"/>
              <a:gd name="connsiteY1221" fmla="*/ 567256 h 8133350"/>
              <a:gd name="connsiteX1222" fmla="*/ 11641381 w 15276297"/>
              <a:gd name="connsiteY1222" fmla="*/ 588500 h 8133350"/>
              <a:gd name="connsiteX1223" fmla="*/ 11641381 w 15276297"/>
              <a:gd name="connsiteY1223" fmla="*/ 641895 h 8133350"/>
              <a:gd name="connsiteX1224" fmla="*/ 11662624 w 15276297"/>
              <a:gd name="connsiteY1224" fmla="*/ 663139 h 8133350"/>
              <a:gd name="connsiteX1225" fmla="*/ 11207901 w 15276297"/>
              <a:gd name="connsiteY1225" fmla="*/ 511564 h 8133350"/>
              <a:gd name="connsiteX1226" fmla="*/ 11261297 w 15276297"/>
              <a:gd name="connsiteY1226" fmla="*/ 511564 h 8133350"/>
              <a:gd name="connsiteX1227" fmla="*/ 11282540 w 15276297"/>
              <a:gd name="connsiteY1227" fmla="*/ 490321 h 8133350"/>
              <a:gd name="connsiteX1228" fmla="*/ 11282540 w 15276297"/>
              <a:gd name="connsiteY1228" fmla="*/ 436925 h 8133350"/>
              <a:gd name="connsiteX1229" fmla="*/ 11261297 w 15276297"/>
              <a:gd name="connsiteY1229" fmla="*/ 415682 h 8133350"/>
              <a:gd name="connsiteX1230" fmla="*/ 11207901 w 15276297"/>
              <a:gd name="connsiteY1230" fmla="*/ 415682 h 8133350"/>
              <a:gd name="connsiteX1231" fmla="*/ 11186658 w 15276297"/>
              <a:gd name="connsiteY1231" fmla="*/ 436925 h 8133350"/>
              <a:gd name="connsiteX1232" fmla="*/ 11186658 w 15276297"/>
              <a:gd name="connsiteY1232" fmla="*/ 490321 h 8133350"/>
              <a:gd name="connsiteX1233" fmla="*/ 11207901 w 15276297"/>
              <a:gd name="connsiteY1233" fmla="*/ 511564 h 8133350"/>
              <a:gd name="connsiteX1234" fmla="*/ 10904178 w 15276297"/>
              <a:gd name="connsiteY1234" fmla="*/ 663139 h 8133350"/>
              <a:gd name="connsiteX1235" fmla="*/ 10957573 w 15276297"/>
              <a:gd name="connsiteY1235" fmla="*/ 663139 h 8133350"/>
              <a:gd name="connsiteX1236" fmla="*/ 10978817 w 15276297"/>
              <a:gd name="connsiteY1236" fmla="*/ 641895 h 8133350"/>
              <a:gd name="connsiteX1237" fmla="*/ 10978817 w 15276297"/>
              <a:gd name="connsiteY1237" fmla="*/ 588500 h 8133350"/>
              <a:gd name="connsiteX1238" fmla="*/ 10957573 w 15276297"/>
              <a:gd name="connsiteY1238" fmla="*/ 567256 h 8133350"/>
              <a:gd name="connsiteX1239" fmla="*/ 10904178 w 15276297"/>
              <a:gd name="connsiteY1239" fmla="*/ 567256 h 8133350"/>
              <a:gd name="connsiteX1240" fmla="*/ 10882934 w 15276297"/>
              <a:gd name="connsiteY1240" fmla="*/ 588500 h 8133350"/>
              <a:gd name="connsiteX1241" fmla="*/ 10882934 w 15276297"/>
              <a:gd name="connsiteY1241" fmla="*/ 641895 h 8133350"/>
              <a:gd name="connsiteX1242" fmla="*/ 10904178 w 15276297"/>
              <a:gd name="connsiteY1242" fmla="*/ 663139 h 8133350"/>
              <a:gd name="connsiteX1243" fmla="*/ 10904178 w 15276297"/>
              <a:gd name="connsiteY1243" fmla="*/ 511564 h 8133350"/>
              <a:gd name="connsiteX1244" fmla="*/ 10957573 w 15276297"/>
              <a:gd name="connsiteY1244" fmla="*/ 511564 h 8133350"/>
              <a:gd name="connsiteX1245" fmla="*/ 10978817 w 15276297"/>
              <a:gd name="connsiteY1245" fmla="*/ 490321 h 8133350"/>
              <a:gd name="connsiteX1246" fmla="*/ 10978817 w 15276297"/>
              <a:gd name="connsiteY1246" fmla="*/ 436925 h 8133350"/>
              <a:gd name="connsiteX1247" fmla="*/ 10957573 w 15276297"/>
              <a:gd name="connsiteY1247" fmla="*/ 415682 h 8133350"/>
              <a:gd name="connsiteX1248" fmla="*/ 10904178 w 15276297"/>
              <a:gd name="connsiteY1248" fmla="*/ 415682 h 8133350"/>
              <a:gd name="connsiteX1249" fmla="*/ 10882934 w 15276297"/>
              <a:gd name="connsiteY1249" fmla="*/ 436925 h 8133350"/>
              <a:gd name="connsiteX1250" fmla="*/ 10882934 w 15276297"/>
              <a:gd name="connsiteY1250" fmla="*/ 490321 h 8133350"/>
              <a:gd name="connsiteX1251" fmla="*/ 10904178 w 15276297"/>
              <a:gd name="connsiteY1251" fmla="*/ 511564 h 8133350"/>
              <a:gd name="connsiteX1252" fmla="*/ 11055752 w 15276297"/>
              <a:gd name="connsiteY1252" fmla="*/ 511564 h 8133350"/>
              <a:gd name="connsiteX1253" fmla="*/ 11109148 w 15276297"/>
              <a:gd name="connsiteY1253" fmla="*/ 511564 h 8133350"/>
              <a:gd name="connsiteX1254" fmla="*/ 11130391 w 15276297"/>
              <a:gd name="connsiteY1254" fmla="*/ 490321 h 8133350"/>
              <a:gd name="connsiteX1255" fmla="*/ 11130391 w 15276297"/>
              <a:gd name="connsiteY1255" fmla="*/ 436925 h 8133350"/>
              <a:gd name="connsiteX1256" fmla="*/ 11109148 w 15276297"/>
              <a:gd name="connsiteY1256" fmla="*/ 415682 h 8133350"/>
              <a:gd name="connsiteX1257" fmla="*/ 11055752 w 15276297"/>
              <a:gd name="connsiteY1257" fmla="*/ 415682 h 8133350"/>
              <a:gd name="connsiteX1258" fmla="*/ 11034509 w 15276297"/>
              <a:gd name="connsiteY1258" fmla="*/ 436925 h 8133350"/>
              <a:gd name="connsiteX1259" fmla="*/ 11034509 w 15276297"/>
              <a:gd name="connsiteY1259" fmla="*/ 490321 h 8133350"/>
              <a:gd name="connsiteX1260" fmla="*/ 11055752 w 15276297"/>
              <a:gd name="connsiteY1260" fmla="*/ 511564 h 8133350"/>
              <a:gd name="connsiteX1261" fmla="*/ 11055752 w 15276297"/>
              <a:gd name="connsiteY1261" fmla="*/ 663139 h 8133350"/>
              <a:gd name="connsiteX1262" fmla="*/ 11109148 w 15276297"/>
              <a:gd name="connsiteY1262" fmla="*/ 663139 h 8133350"/>
              <a:gd name="connsiteX1263" fmla="*/ 11130391 w 15276297"/>
              <a:gd name="connsiteY1263" fmla="*/ 641895 h 8133350"/>
              <a:gd name="connsiteX1264" fmla="*/ 11130391 w 15276297"/>
              <a:gd name="connsiteY1264" fmla="*/ 588500 h 8133350"/>
              <a:gd name="connsiteX1265" fmla="*/ 11109148 w 15276297"/>
              <a:gd name="connsiteY1265" fmla="*/ 567256 h 8133350"/>
              <a:gd name="connsiteX1266" fmla="*/ 11055752 w 15276297"/>
              <a:gd name="connsiteY1266" fmla="*/ 567256 h 8133350"/>
              <a:gd name="connsiteX1267" fmla="*/ 11034509 w 15276297"/>
              <a:gd name="connsiteY1267" fmla="*/ 588500 h 8133350"/>
              <a:gd name="connsiteX1268" fmla="*/ 11034509 w 15276297"/>
              <a:gd name="connsiteY1268" fmla="*/ 641895 h 8133350"/>
              <a:gd name="connsiteX1269" fmla="*/ 11055752 w 15276297"/>
              <a:gd name="connsiteY1269" fmla="*/ 663139 h 8133350"/>
              <a:gd name="connsiteX1270" fmla="*/ 1690860 w 15276297"/>
              <a:gd name="connsiteY1270" fmla="*/ 7163044 h 8133350"/>
              <a:gd name="connsiteX1271" fmla="*/ 1648947 w 15276297"/>
              <a:gd name="connsiteY1271" fmla="*/ 7163044 h 8133350"/>
              <a:gd name="connsiteX1272" fmla="*/ 1634019 w 15276297"/>
              <a:gd name="connsiteY1272" fmla="*/ 7177972 h 8133350"/>
              <a:gd name="connsiteX1273" fmla="*/ 1634019 w 15276297"/>
              <a:gd name="connsiteY1273" fmla="*/ 7219885 h 8133350"/>
              <a:gd name="connsiteX1274" fmla="*/ 1648947 w 15276297"/>
              <a:gd name="connsiteY1274" fmla="*/ 7234812 h 8133350"/>
              <a:gd name="connsiteX1275" fmla="*/ 1690860 w 15276297"/>
              <a:gd name="connsiteY1275" fmla="*/ 7234812 h 8133350"/>
              <a:gd name="connsiteX1276" fmla="*/ 1705787 w 15276297"/>
              <a:gd name="connsiteY1276" fmla="*/ 7219885 h 8133350"/>
              <a:gd name="connsiteX1277" fmla="*/ 1705787 w 15276297"/>
              <a:gd name="connsiteY1277" fmla="*/ 7177972 h 8133350"/>
              <a:gd name="connsiteX1278" fmla="*/ 1690860 w 15276297"/>
              <a:gd name="connsiteY1278" fmla="*/ 7163044 h 8133350"/>
              <a:gd name="connsiteX1279" fmla="*/ 1804540 w 15276297"/>
              <a:gd name="connsiteY1279" fmla="*/ 7049363 h 8133350"/>
              <a:gd name="connsiteX1280" fmla="*/ 1762628 w 15276297"/>
              <a:gd name="connsiteY1280" fmla="*/ 7049363 h 8133350"/>
              <a:gd name="connsiteX1281" fmla="*/ 1747700 w 15276297"/>
              <a:gd name="connsiteY1281" fmla="*/ 7064291 h 8133350"/>
              <a:gd name="connsiteX1282" fmla="*/ 1747700 w 15276297"/>
              <a:gd name="connsiteY1282" fmla="*/ 7106204 h 8133350"/>
              <a:gd name="connsiteX1283" fmla="*/ 1762628 w 15276297"/>
              <a:gd name="connsiteY1283" fmla="*/ 7121131 h 8133350"/>
              <a:gd name="connsiteX1284" fmla="*/ 1804540 w 15276297"/>
              <a:gd name="connsiteY1284" fmla="*/ 7121131 h 8133350"/>
              <a:gd name="connsiteX1285" fmla="*/ 1819468 w 15276297"/>
              <a:gd name="connsiteY1285" fmla="*/ 7106204 h 8133350"/>
              <a:gd name="connsiteX1286" fmla="*/ 1819468 w 15276297"/>
              <a:gd name="connsiteY1286" fmla="*/ 7064291 h 8133350"/>
              <a:gd name="connsiteX1287" fmla="*/ 1804540 w 15276297"/>
              <a:gd name="connsiteY1287" fmla="*/ 7049363 h 8133350"/>
              <a:gd name="connsiteX1288" fmla="*/ 1918795 w 15276297"/>
              <a:gd name="connsiteY1288" fmla="*/ 7163044 h 8133350"/>
              <a:gd name="connsiteX1289" fmla="*/ 1876883 w 15276297"/>
              <a:gd name="connsiteY1289" fmla="*/ 7163044 h 8133350"/>
              <a:gd name="connsiteX1290" fmla="*/ 1861955 w 15276297"/>
              <a:gd name="connsiteY1290" fmla="*/ 7177972 h 8133350"/>
              <a:gd name="connsiteX1291" fmla="*/ 1861955 w 15276297"/>
              <a:gd name="connsiteY1291" fmla="*/ 7219885 h 8133350"/>
              <a:gd name="connsiteX1292" fmla="*/ 1876883 w 15276297"/>
              <a:gd name="connsiteY1292" fmla="*/ 7234812 h 8133350"/>
              <a:gd name="connsiteX1293" fmla="*/ 1918795 w 15276297"/>
              <a:gd name="connsiteY1293" fmla="*/ 7234812 h 8133350"/>
              <a:gd name="connsiteX1294" fmla="*/ 1933723 w 15276297"/>
              <a:gd name="connsiteY1294" fmla="*/ 7219885 h 8133350"/>
              <a:gd name="connsiteX1295" fmla="*/ 1933723 w 15276297"/>
              <a:gd name="connsiteY1295" fmla="*/ 7177972 h 8133350"/>
              <a:gd name="connsiteX1296" fmla="*/ 1918795 w 15276297"/>
              <a:gd name="connsiteY1296" fmla="*/ 7163044 h 8133350"/>
              <a:gd name="connsiteX1297" fmla="*/ 1576604 w 15276297"/>
              <a:gd name="connsiteY1297" fmla="*/ 7049363 h 8133350"/>
              <a:gd name="connsiteX1298" fmla="*/ 1534692 w 15276297"/>
              <a:gd name="connsiteY1298" fmla="*/ 7049363 h 8133350"/>
              <a:gd name="connsiteX1299" fmla="*/ 1519764 w 15276297"/>
              <a:gd name="connsiteY1299" fmla="*/ 7064291 h 8133350"/>
              <a:gd name="connsiteX1300" fmla="*/ 1519764 w 15276297"/>
              <a:gd name="connsiteY1300" fmla="*/ 7106204 h 8133350"/>
              <a:gd name="connsiteX1301" fmla="*/ 1534692 w 15276297"/>
              <a:gd name="connsiteY1301" fmla="*/ 7121131 h 8133350"/>
              <a:gd name="connsiteX1302" fmla="*/ 1576604 w 15276297"/>
              <a:gd name="connsiteY1302" fmla="*/ 7121131 h 8133350"/>
              <a:gd name="connsiteX1303" fmla="*/ 1591532 w 15276297"/>
              <a:gd name="connsiteY1303" fmla="*/ 7106204 h 8133350"/>
              <a:gd name="connsiteX1304" fmla="*/ 1591532 w 15276297"/>
              <a:gd name="connsiteY1304" fmla="*/ 7064291 h 8133350"/>
              <a:gd name="connsiteX1305" fmla="*/ 1576604 w 15276297"/>
              <a:gd name="connsiteY1305" fmla="*/ 7049363 h 8133350"/>
              <a:gd name="connsiteX1306" fmla="*/ 1918795 w 15276297"/>
              <a:gd name="connsiteY1306" fmla="*/ 7049363 h 8133350"/>
              <a:gd name="connsiteX1307" fmla="*/ 1876883 w 15276297"/>
              <a:gd name="connsiteY1307" fmla="*/ 7049363 h 8133350"/>
              <a:gd name="connsiteX1308" fmla="*/ 1861955 w 15276297"/>
              <a:gd name="connsiteY1308" fmla="*/ 7064291 h 8133350"/>
              <a:gd name="connsiteX1309" fmla="*/ 1861955 w 15276297"/>
              <a:gd name="connsiteY1309" fmla="*/ 7106204 h 8133350"/>
              <a:gd name="connsiteX1310" fmla="*/ 1876883 w 15276297"/>
              <a:gd name="connsiteY1310" fmla="*/ 7121131 h 8133350"/>
              <a:gd name="connsiteX1311" fmla="*/ 1918795 w 15276297"/>
              <a:gd name="connsiteY1311" fmla="*/ 7121131 h 8133350"/>
              <a:gd name="connsiteX1312" fmla="*/ 1933723 w 15276297"/>
              <a:gd name="connsiteY1312" fmla="*/ 7106204 h 8133350"/>
              <a:gd name="connsiteX1313" fmla="*/ 1933723 w 15276297"/>
              <a:gd name="connsiteY1313" fmla="*/ 7064291 h 8133350"/>
              <a:gd name="connsiteX1314" fmla="*/ 1918795 w 15276297"/>
              <a:gd name="connsiteY1314" fmla="*/ 7049363 h 8133350"/>
              <a:gd name="connsiteX1315" fmla="*/ 1690860 w 15276297"/>
              <a:gd name="connsiteY1315" fmla="*/ 7049363 h 8133350"/>
              <a:gd name="connsiteX1316" fmla="*/ 1648947 w 15276297"/>
              <a:gd name="connsiteY1316" fmla="*/ 7049363 h 8133350"/>
              <a:gd name="connsiteX1317" fmla="*/ 1634019 w 15276297"/>
              <a:gd name="connsiteY1317" fmla="*/ 7064291 h 8133350"/>
              <a:gd name="connsiteX1318" fmla="*/ 1634019 w 15276297"/>
              <a:gd name="connsiteY1318" fmla="*/ 7106204 h 8133350"/>
              <a:gd name="connsiteX1319" fmla="*/ 1648947 w 15276297"/>
              <a:gd name="connsiteY1319" fmla="*/ 7121131 h 8133350"/>
              <a:gd name="connsiteX1320" fmla="*/ 1690860 w 15276297"/>
              <a:gd name="connsiteY1320" fmla="*/ 7121131 h 8133350"/>
              <a:gd name="connsiteX1321" fmla="*/ 1705787 w 15276297"/>
              <a:gd name="connsiteY1321" fmla="*/ 7106204 h 8133350"/>
              <a:gd name="connsiteX1322" fmla="*/ 1705787 w 15276297"/>
              <a:gd name="connsiteY1322" fmla="*/ 7064291 h 8133350"/>
              <a:gd name="connsiteX1323" fmla="*/ 1690860 w 15276297"/>
              <a:gd name="connsiteY1323" fmla="*/ 7049363 h 8133350"/>
              <a:gd name="connsiteX1324" fmla="*/ 1576604 w 15276297"/>
              <a:gd name="connsiteY1324" fmla="*/ 7163044 h 8133350"/>
              <a:gd name="connsiteX1325" fmla="*/ 1534692 w 15276297"/>
              <a:gd name="connsiteY1325" fmla="*/ 7163044 h 8133350"/>
              <a:gd name="connsiteX1326" fmla="*/ 1519764 w 15276297"/>
              <a:gd name="connsiteY1326" fmla="*/ 7177972 h 8133350"/>
              <a:gd name="connsiteX1327" fmla="*/ 1519764 w 15276297"/>
              <a:gd name="connsiteY1327" fmla="*/ 7219885 h 8133350"/>
              <a:gd name="connsiteX1328" fmla="*/ 1534692 w 15276297"/>
              <a:gd name="connsiteY1328" fmla="*/ 7234812 h 8133350"/>
              <a:gd name="connsiteX1329" fmla="*/ 1576604 w 15276297"/>
              <a:gd name="connsiteY1329" fmla="*/ 7234812 h 8133350"/>
              <a:gd name="connsiteX1330" fmla="*/ 1591532 w 15276297"/>
              <a:gd name="connsiteY1330" fmla="*/ 7219885 h 8133350"/>
              <a:gd name="connsiteX1331" fmla="*/ 1591532 w 15276297"/>
              <a:gd name="connsiteY1331" fmla="*/ 7177972 h 8133350"/>
              <a:gd name="connsiteX1332" fmla="*/ 1576604 w 15276297"/>
              <a:gd name="connsiteY1332" fmla="*/ 7163044 h 8133350"/>
              <a:gd name="connsiteX1333" fmla="*/ 1804540 w 15276297"/>
              <a:gd name="connsiteY1333" fmla="*/ 7163044 h 8133350"/>
              <a:gd name="connsiteX1334" fmla="*/ 1762628 w 15276297"/>
              <a:gd name="connsiteY1334" fmla="*/ 7163044 h 8133350"/>
              <a:gd name="connsiteX1335" fmla="*/ 1747700 w 15276297"/>
              <a:gd name="connsiteY1335" fmla="*/ 7177972 h 8133350"/>
              <a:gd name="connsiteX1336" fmla="*/ 1747700 w 15276297"/>
              <a:gd name="connsiteY1336" fmla="*/ 7219885 h 8133350"/>
              <a:gd name="connsiteX1337" fmla="*/ 1762628 w 15276297"/>
              <a:gd name="connsiteY1337" fmla="*/ 7234812 h 8133350"/>
              <a:gd name="connsiteX1338" fmla="*/ 1804540 w 15276297"/>
              <a:gd name="connsiteY1338" fmla="*/ 7234812 h 8133350"/>
              <a:gd name="connsiteX1339" fmla="*/ 1819468 w 15276297"/>
              <a:gd name="connsiteY1339" fmla="*/ 7219885 h 8133350"/>
              <a:gd name="connsiteX1340" fmla="*/ 1819468 w 15276297"/>
              <a:gd name="connsiteY1340" fmla="*/ 7177972 h 8133350"/>
              <a:gd name="connsiteX1341" fmla="*/ 1804540 w 15276297"/>
              <a:gd name="connsiteY1341" fmla="*/ 7163044 h 8133350"/>
              <a:gd name="connsiteX1342" fmla="*/ 2146731 w 15276297"/>
              <a:gd name="connsiteY1342" fmla="*/ 7049363 h 8133350"/>
              <a:gd name="connsiteX1343" fmla="*/ 2104819 w 15276297"/>
              <a:gd name="connsiteY1343" fmla="*/ 7049363 h 8133350"/>
              <a:gd name="connsiteX1344" fmla="*/ 2089891 w 15276297"/>
              <a:gd name="connsiteY1344" fmla="*/ 7064291 h 8133350"/>
              <a:gd name="connsiteX1345" fmla="*/ 2089891 w 15276297"/>
              <a:gd name="connsiteY1345" fmla="*/ 7106204 h 8133350"/>
              <a:gd name="connsiteX1346" fmla="*/ 2104819 w 15276297"/>
              <a:gd name="connsiteY1346" fmla="*/ 7121131 h 8133350"/>
              <a:gd name="connsiteX1347" fmla="*/ 2146731 w 15276297"/>
              <a:gd name="connsiteY1347" fmla="*/ 7121131 h 8133350"/>
              <a:gd name="connsiteX1348" fmla="*/ 2161659 w 15276297"/>
              <a:gd name="connsiteY1348" fmla="*/ 7106204 h 8133350"/>
              <a:gd name="connsiteX1349" fmla="*/ 2161659 w 15276297"/>
              <a:gd name="connsiteY1349" fmla="*/ 7064291 h 8133350"/>
              <a:gd name="connsiteX1350" fmla="*/ 2146731 w 15276297"/>
              <a:gd name="connsiteY1350" fmla="*/ 7049363 h 8133350"/>
              <a:gd name="connsiteX1351" fmla="*/ 2146731 w 15276297"/>
              <a:gd name="connsiteY1351" fmla="*/ 7163044 h 8133350"/>
              <a:gd name="connsiteX1352" fmla="*/ 2104819 w 15276297"/>
              <a:gd name="connsiteY1352" fmla="*/ 7163044 h 8133350"/>
              <a:gd name="connsiteX1353" fmla="*/ 2089891 w 15276297"/>
              <a:gd name="connsiteY1353" fmla="*/ 7177972 h 8133350"/>
              <a:gd name="connsiteX1354" fmla="*/ 2089891 w 15276297"/>
              <a:gd name="connsiteY1354" fmla="*/ 7219885 h 8133350"/>
              <a:gd name="connsiteX1355" fmla="*/ 2104819 w 15276297"/>
              <a:gd name="connsiteY1355" fmla="*/ 7234812 h 8133350"/>
              <a:gd name="connsiteX1356" fmla="*/ 2146731 w 15276297"/>
              <a:gd name="connsiteY1356" fmla="*/ 7234812 h 8133350"/>
              <a:gd name="connsiteX1357" fmla="*/ 2161659 w 15276297"/>
              <a:gd name="connsiteY1357" fmla="*/ 7219885 h 8133350"/>
              <a:gd name="connsiteX1358" fmla="*/ 2161659 w 15276297"/>
              <a:gd name="connsiteY1358" fmla="*/ 7177972 h 8133350"/>
              <a:gd name="connsiteX1359" fmla="*/ 2146731 w 15276297"/>
              <a:gd name="connsiteY1359" fmla="*/ 7163044 h 8133350"/>
              <a:gd name="connsiteX1360" fmla="*/ 2032476 w 15276297"/>
              <a:gd name="connsiteY1360" fmla="*/ 7049363 h 8133350"/>
              <a:gd name="connsiteX1361" fmla="*/ 1990564 w 15276297"/>
              <a:gd name="connsiteY1361" fmla="*/ 7049363 h 8133350"/>
              <a:gd name="connsiteX1362" fmla="*/ 1975636 w 15276297"/>
              <a:gd name="connsiteY1362" fmla="*/ 7064291 h 8133350"/>
              <a:gd name="connsiteX1363" fmla="*/ 1975636 w 15276297"/>
              <a:gd name="connsiteY1363" fmla="*/ 7106204 h 8133350"/>
              <a:gd name="connsiteX1364" fmla="*/ 1990564 w 15276297"/>
              <a:gd name="connsiteY1364" fmla="*/ 7121131 h 8133350"/>
              <a:gd name="connsiteX1365" fmla="*/ 2032476 w 15276297"/>
              <a:gd name="connsiteY1365" fmla="*/ 7121131 h 8133350"/>
              <a:gd name="connsiteX1366" fmla="*/ 2047404 w 15276297"/>
              <a:gd name="connsiteY1366" fmla="*/ 7106204 h 8133350"/>
              <a:gd name="connsiteX1367" fmla="*/ 2047404 w 15276297"/>
              <a:gd name="connsiteY1367" fmla="*/ 7064291 h 8133350"/>
              <a:gd name="connsiteX1368" fmla="*/ 2032476 w 15276297"/>
              <a:gd name="connsiteY1368" fmla="*/ 7049363 h 8133350"/>
              <a:gd name="connsiteX1369" fmla="*/ 2032476 w 15276297"/>
              <a:gd name="connsiteY1369" fmla="*/ 7163044 h 8133350"/>
              <a:gd name="connsiteX1370" fmla="*/ 1990564 w 15276297"/>
              <a:gd name="connsiteY1370" fmla="*/ 7163044 h 8133350"/>
              <a:gd name="connsiteX1371" fmla="*/ 1975636 w 15276297"/>
              <a:gd name="connsiteY1371" fmla="*/ 7177972 h 8133350"/>
              <a:gd name="connsiteX1372" fmla="*/ 1975636 w 15276297"/>
              <a:gd name="connsiteY1372" fmla="*/ 7219885 h 8133350"/>
              <a:gd name="connsiteX1373" fmla="*/ 1990564 w 15276297"/>
              <a:gd name="connsiteY1373" fmla="*/ 7234812 h 8133350"/>
              <a:gd name="connsiteX1374" fmla="*/ 2032476 w 15276297"/>
              <a:gd name="connsiteY1374" fmla="*/ 7234812 h 8133350"/>
              <a:gd name="connsiteX1375" fmla="*/ 2047404 w 15276297"/>
              <a:gd name="connsiteY1375" fmla="*/ 7219885 h 8133350"/>
              <a:gd name="connsiteX1376" fmla="*/ 2047404 w 15276297"/>
              <a:gd name="connsiteY1376" fmla="*/ 7177972 h 8133350"/>
              <a:gd name="connsiteX1377" fmla="*/ 2032476 w 15276297"/>
              <a:gd name="connsiteY1377" fmla="*/ 7163044 h 8133350"/>
              <a:gd name="connsiteX1378" fmla="*/ 11961755 w 15276297"/>
              <a:gd name="connsiteY1378" fmla="*/ 1185037 h 8133350"/>
              <a:gd name="connsiteX1379" fmla="*/ 11961755 w 15276297"/>
              <a:gd name="connsiteY1379" fmla="*/ 1185037 h 8133350"/>
              <a:gd name="connsiteX1380" fmla="*/ 11910082 w 15276297"/>
              <a:gd name="connsiteY1380" fmla="*/ 1133364 h 8133350"/>
              <a:gd name="connsiteX1381" fmla="*/ 10803128 w 15276297"/>
              <a:gd name="connsiteY1381" fmla="*/ 1133364 h 8133350"/>
              <a:gd name="connsiteX1382" fmla="*/ 10766383 w 15276297"/>
              <a:gd name="connsiteY1382" fmla="*/ 1148292 h 8133350"/>
              <a:gd name="connsiteX1383" fmla="*/ 9939039 w 15276297"/>
              <a:gd name="connsiteY1383" fmla="*/ 1975636 h 8133350"/>
              <a:gd name="connsiteX1384" fmla="*/ 9939039 w 15276297"/>
              <a:gd name="connsiteY1384" fmla="*/ 2048553 h 8133350"/>
              <a:gd name="connsiteX1385" fmla="*/ 10011955 w 15276297"/>
              <a:gd name="connsiteY1385" fmla="*/ 2048553 h 8133350"/>
              <a:gd name="connsiteX1386" fmla="*/ 10808870 w 15276297"/>
              <a:gd name="connsiteY1386" fmla="*/ 1251638 h 8133350"/>
              <a:gd name="connsiteX1387" fmla="*/ 10845615 w 15276297"/>
              <a:gd name="connsiteY1387" fmla="*/ 1236710 h 8133350"/>
              <a:gd name="connsiteX1388" fmla="*/ 11909507 w 15276297"/>
              <a:gd name="connsiteY1388" fmla="*/ 1236710 h 8133350"/>
              <a:gd name="connsiteX1389" fmla="*/ 11961180 w 15276297"/>
              <a:gd name="connsiteY1389" fmla="*/ 1185037 h 8133350"/>
              <a:gd name="connsiteX1390" fmla="*/ 14842818 w 15276297"/>
              <a:gd name="connsiteY1390" fmla="*/ 5882699 h 8133350"/>
              <a:gd name="connsiteX1391" fmla="*/ 14842818 w 15276297"/>
              <a:gd name="connsiteY1391" fmla="*/ 5882699 h 8133350"/>
              <a:gd name="connsiteX1392" fmla="*/ 14791144 w 15276297"/>
              <a:gd name="connsiteY1392" fmla="*/ 5831026 h 8133350"/>
              <a:gd name="connsiteX1393" fmla="*/ 12763836 w 15276297"/>
              <a:gd name="connsiteY1393" fmla="*/ 5831026 h 8133350"/>
              <a:gd name="connsiteX1394" fmla="*/ 12712163 w 15276297"/>
              <a:gd name="connsiteY1394" fmla="*/ 5882699 h 8133350"/>
              <a:gd name="connsiteX1395" fmla="*/ 12712163 w 15276297"/>
              <a:gd name="connsiteY1395" fmla="*/ 5882699 h 8133350"/>
              <a:gd name="connsiteX1396" fmla="*/ 12763836 w 15276297"/>
              <a:gd name="connsiteY1396" fmla="*/ 5934372 h 8133350"/>
              <a:gd name="connsiteX1397" fmla="*/ 14791144 w 15276297"/>
              <a:gd name="connsiteY1397" fmla="*/ 5934372 h 8133350"/>
              <a:gd name="connsiteX1398" fmla="*/ 14842818 w 15276297"/>
              <a:gd name="connsiteY1398" fmla="*/ 5882699 h 8133350"/>
              <a:gd name="connsiteX1399" fmla="*/ 10120469 w 15276297"/>
              <a:gd name="connsiteY1399" fmla="*/ 5591032 h 8133350"/>
              <a:gd name="connsiteX1400" fmla="*/ 10047552 w 15276297"/>
              <a:gd name="connsiteY1400" fmla="*/ 5591032 h 8133350"/>
              <a:gd name="connsiteX1401" fmla="*/ 10047552 w 15276297"/>
              <a:gd name="connsiteY1401" fmla="*/ 5663949 h 8133350"/>
              <a:gd name="connsiteX1402" fmla="*/ 10565432 w 15276297"/>
              <a:gd name="connsiteY1402" fmla="*/ 6181829 h 8133350"/>
              <a:gd name="connsiteX1403" fmla="*/ 10638348 w 15276297"/>
              <a:gd name="connsiteY1403" fmla="*/ 6181829 h 8133350"/>
              <a:gd name="connsiteX1404" fmla="*/ 10638348 w 15276297"/>
              <a:gd name="connsiteY1404" fmla="*/ 6108912 h 8133350"/>
              <a:gd name="connsiteX1405" fmla="*/ 10120469 w 15276297"/>
              <a:gd name="connsiteY1405" fmla="*/ 5591032 h 8133350"/>
              <a:gd name="connsiteX1406" fmla="*/ 5736292 w 15276297"/>
              <a:gd name="connsiteY1406" fmla="*/ 6201350 h 8133350"/>
              <a:gd name="connsiteX1407" fmla="*/ 4953731 w 15276297"/>
              <a:gd name="connsiteY1407" fmla="*/ 6983911 h 8133350"/>
              <a:gd name="connsiteX1408" fmla="*/ 4938803 w 15276297"/>
              <a:gd name="connsiteY1408" fmla="*/ 7020656 h 8133350"/>
              <a:gd name="connsiteX1409" fmla="*/ 4938803 w 15276297"/>
              <a:gd name="connsiteY1409" fmla="*/ 7472509 h 8133350"/>
              <a:gd name="connsiteX1410" fmla="*/ 4990476 w 15276297"/>
              <a:gd name="connsiteY1410" fmla="*/ 7524182 h 8133350"/>
              <a:gd name="connsiteX1411" fmla="*/ 4990476 w 15276297"/>
              <a:gd name="connsiteY1411" fmla="*/ 7524182 h 8133350"/>
              <a:gd name="connsiteX1412" fmla="*/ 5042149 w 15276297"/>
              <a:gd name="connsiteY1412" fmla="*/ 7472509 h 8133350"/>
              <a:gd name="connsiteX1413" fmla="*/ 5042149 w 15276297"/>
              <a:gd name="connsiteY1413" fmla="*/ 7063143 h 8133350"/>
              <a:gd name="connsiteX1414" fmla="*/ 5057077 w 15276297"/>
              <a:gd name="connsiteY1414" fmla="*/ 7026397 h 8133350"/>
              <a:gd name="connsiteX1415" fmla="*/ 5809208 w 15276297"/>
              <a:gd name="connsiteY1415" fmla="*/ 6274266 h 8133350"/>
              <a:gd name="connsiteX1416" fmla="*/ 5809208 w 15276297"/>
              <a:gd name="connsiteY1416" fmla="*/ 6201350 h 8133350"/>
              <a:gd name="connsiteX1417" fmla="*/ 5736292 w 15276297"/>
              <a:gd name="connsiteY1417" fmla="*/ 6201350 h 8133350"/>
              <a:gd name="connsiteX1418" fmla="*/ 6157714 w 15276297"/>
              <a:gd name="connsiteY1418" fmla="*/ 3650420 h 8133350"/>
              <a:gd name="connsiteX1419" fmla="*/ 4316429 w 15276297"/>
              <a:gd name="connsiteY1419" fmla="*/ 3650420 h 8133350"/>
              <a:gd name="connsiteX1420" fmla="*/ 4264756 w 15276297"/>
              <a:gd name="connsiteY1420" fmla="*/ 3702093 h 8133350"/>
              <a:gd name="connsiteX1421" fmla="*/ 4316429 w 15276297"/>
              <a:gd name="connsiteY1421" fmla="*/ 3753766 h 8133350"/>
              <a:gd name="connsiteX1422" fmla="*/ 6157714 w 15276297"/>
              <a:gd name="connsiteY1422" fmla="*/ 3753766 h 8133350"/>
              <a:gd name="connsiteX1423" fmla="*/ 6209387 w 15276297"/>
              <a:gd name="connsiteY1423" fmla="*/ 3702093 h 8133350"/>
              <a:gd name="connsiteX1424" fmla="*/ 6157714 w 15276297"/>
              <a:gd name="connsiteY1424" fmla="*/ 3650420 h 8133350"/>
              <a:gd name="connsiteX1425" fmla="*/ 12082899 w 15276297"/>
              <a:gd name="connsiteY1425" fmla="*/ 3998926 h 8133350"/>
              <a:gd name="connsiteX1426" fmla="*/ 12069120 w 15276297"/>
              <a:gd name="connsiteY1426" fmla="*/ 4012706 h 8133350"/>
              <a:gd name="connsiteX1427" fmla="*/ 12082899 w 15276297"/>
              <a:gd name="connsiteY1427" fmla="*/ 4026485 h 8133350"/>
              <a:gd name="connsiteX1428" fmla="*/ 12096679 w 15276297"/>
              <a:gd name="connsiteY1428" fmla="*/ 4012706 h 8133350"/>
              <a:gd name="connsiteX1429" fmla="*/ 12082899 w 15276297"/>
              <a:gd name="connsiteY1429" fmla="*/ 3998926 h 8133350"/>
              <a:gd name="connsiteX1430" fmla="*/ 12021465 w 15276297"/>
              <a:gd name="connsiteY1430" fmla="*/ 4050025 h 8133350"/>
              <a:gd name="connsiteX1431" fmla="*/ 12007687 w 15276297"/>
              <a:gd name="connsiteY1431" fmla="*/ 4063805 h 8133350"/>
              <a:gd name="connsiteX1432" fmla="*/ 12021465 w 15276297"/>
              <a:gd name="connsiteY1432" fmla="*/ 4077584 h 8133350"/>
              <a:gd name="connsiteX1433" fmla="*/ 12035244 w 15276297"/>
              <a:gd name="connsiteY1433" fmla="*/ 4063805 h 8133350"/>
              <a:gd name="connsiteX1434" fmla="*/ 12021465 w 15276297"/>
              <a:gd name="connsiteY1434" fmla="*/ 4050025 h 8133350"/>
              <a:gd name="connsiteX1435" fmla="*/ 12144332 w 15276297"/>
              <a:gd name="connsiteY1435" fmla="*/ 4050025 h 8133350"/>
              <a:gd name="connsiteX1436" fmla="*/ 12130553 w 15276297"/>
              <a:gd name="connsiteY1436" fmla="*/ 4063805 h 8133350"/>
              <a:gd name="connsiteX1437" fmla="*/ 12144332 w 15276297"/>
              <a:gd name="connsiteY1437" fmla="*/ 4077584 h 8133350"/>
              <a:gd name="connsiteX1438" fmla="*/ 12158112 w 15276297"/>
              <a:gd name="connsiteY1438" fmla="*/ 4063805 h 8133350"/>
              <a:gd name="connsiteX1439" fmla="*/ 12144332 w 15276297"/>
              <a:gd name="connsiteY1439" fmla="*/ 4050025 h 8133350"/>
              <a:gd name="connsiteX1440" fmla="*/ 12082899 w 15276297"/>
              <a:gd name="connsiteY1440" fmla="*/ 4050025 h 8133350"/>
              <a:gd name="connsiteX1441" fmla="*/ 12069120 w 15276297"/>
              <a:gd name="connsiteY1441" fmla="*/ 4063805 h 8133350"/>
              <a:gd name="connsiteX1442" fmla="*/ 12082899 w 15276297"/>
              <a:gd name="connsiteY1442" fmla="*/ 4077584 h 8133350"/>
              <a:gd name="connsiteX1443" fmla="*/ 12096679 w 15276297"/>
              <a:gd name="connsiteY1443" fmla="*/ 4063805 h 8133350"/>
              <a:gd name="connsiteX1444" fmla="*/ 12082899 w 15276297"/>
              <a:gd name="connsiteY1444" fmla="*/ 4050025 h 8133350"/>
              <a:gd name="connsiteX1445" fmla="*/ 12021465 w 15276297"/>
              <a:gd name="connsiteY1445" fmla="*/ 3998926 h 8133350"/>
              <a:gd name="connsiteX1446" fmla="*/ 12007687 w 15276297"/>
              <a:gd name="connsiteY1446" fmla="*/ 4012706 h 8133350"/>
              <a:gd name="connsiteX1447" fmla="*/ 12021465 w 15276297"/>
              <a:gd name="connsiteY1447" fmla="*/ 4026485 h 8133350"/>
              <a:gd name="connsiteX1448" fmla="*/ 12035244 w 15276297"/>
              <a:gd name="connsiteY1448" fmla="*/ 4012706 h 8133350"/>
              <a:gd name="connsiteX1449" fmla="*/ 12021465 w 15276297"/>
              <a:gd name="connsiteY1449" fmla="*/ 3998926 h 8133350"/>
              <a:gd name="connsiteX1450" fmla="*/ 12144332 w 15276297"/>
              <a:gd name="connsiteY1450" fmla="*/ 3998926 h 8133350"/>
              <a:gd name="connsiteX1451" fmla="*/ 12130553 w 15276297"/>
              <a:gd name="connsiteY1451" fmla="*/ 4012706 h 8133350"/>
              <a:gd name="connsiteX1452" fmla="*/ 12144332 w 15276297"/>
              <a:gd name="connsiteY1452" fmla="*/ 4026485 h 8133350"/>
              <a:gd name="connsiteX1453" fmla="*/ 12158112 w 15276297"/>
              <a:gd name="connsiteY1453" fmla="*/ 4012706 h 8133350"/>
              <a:gd name="connsiteX1454" fmla="*/ 12144332 w 15276297"/>
              <a:gd name="connsiteY1454" fmla="*/ 3998926 h 8133350"/>
              <a:gd name="connsiteX1455" fmla="*/ 12205767 w 15276297"/>
              <a:gd name="connsiteY1455" fmla="*/ 3998926 h 8133350"/>
              <a:gd name="connsiteX1456" fmla="*/ 12191987 w 15276297"/>
              <a:gd name="connsiteY1456" fmla="*/ 4012706 h 8133350"/>
              <a:gd name="connsiteX1457" fmla="*/ 12205767 w 15276297"/>
              <a:gd name="connsiteY1457" fmla="*/ 4026485 h 8133350"/>
              <a:gd name="connsiteX1458" fmla="*/ 12219546 w 15276297"/>
              <a:gd name="connsiteY1458" fmla="*/ 4012706 h 8133350"/>
              <a:gd name="connsiteX1459" fmla="*/ 12205767 w 15276297"/>
              <a:gd name="connsiteY1459" fmla="*/ 3998926 h 8133350"/>
              <a:gd name="connsiteX1460" fmla="*/ 12205767 w 15276297"/>
              <a:gd name="connsiteY1460" fmla="*/ 4050025 h 8133350"/>
              <a:gd name="connsiteX1461" fmla="*/ 12191987 w 15276297"/>
              <a:gd name="connsiteY1461" fmla="*/ 4063805 h 8133350"/>
              <a:gd name="connsiteX1462" fmla="*/ 12205767 w 15276297"/>
              <a:gd name="connsiteY1462" fmla="*/ 4077584 h 8133350"/>
              <a:gd name="connsiteX1463" fmla="*/ 12219546 w 15276297"/>
              <a:gd name="connsiteY1463" fmla="*/ 4063805 h 8133350"/>
              <a:gd name="connsiteX1464" fmla="*/ 12205767 w 15276297"/>
              <a:gd name="connsiteY1464" fmla="*/ 4050025 h 8133350"/>
              <a:gd name="connsiteX1465" fmla="*/ 11959457 w 15276297"/>
              <a:gd name="connsiteY1465" fmla="*/ 4050025 h 8133350"/>
              <a:gd name="connsiteX1466" fmla="*/ 11945679 w 15276297"/>
              <a:gd name="connsiteY1466" fmla="*/ 4063805 h 8133350"/>
              <a:gd name="connsiteX1467" fmla="*/ 11959457 w 15276297"/>
              <a:gd name="connsiteY1467" fmla="*/ 4077584 h 8133350"/>
              <a:gd name="connsiteX1468" fmla="*/ 11973238 w 15276297"/>
              <a:gd name="connsiteY1468" fmla="*/ 4063805 h 8133350"/>
              <a:gd name="connsiteX1469" fmla="*/ 11959457 w 15276297"/>
              <a:gd name="connsiteY1469" fmla="*/ 4050025 h 8133350"/>
              <a:gd name="connsiteX1470" fmla="*/ 11959457 w 15276297"/>
              <a:gd name="connsiteY1470" fmla="*/ 3998926 h 8133350"/>
              <a:gd name="connsiteX1471" fmla="*/ 11945679 w 15276297"/>
              <a:gd name="connsiteY1471" fmla="*/ 4012706 h 8133350"/>
              <a:gd name="connsiteX1472" fmla="*/ 11959457 w 15276297"/>
              <a:gd name="connsiteY1472" fmla="*/ 4026485 h 8133350"/>
              <a:gd name="connsiteX1473" fmla="*/ 11973238 w 15276297"/>
              <a:gd name="connsiteY1473" fmla="*/ 4012706 h 8133350"/>
              <a:gd name="connsiteX1474" fmla="*/ 11959457 w 15276297"/>
              <a:gd name="connsiteY1474" fmla="*/ 3998926 h 8133350"/>
              <a:gd name="connsiteX1475" fmla="*/ 11959457 w 15276297"/>
              <a:gd name="connsiteY1475" fmla="*/ 3947827 h 8133350"/>
              <a:gd name="connsiteX1476" fmla="*/ 11945679 w 15276297"/>
              <a:gd name="connsiteY1476" fmla="*/ 3961607 h 8133350"/>
              <a:gd name="connsiteX1477" fmla="*/ 11959457 w 15276297"/>
              <a:gd name="connsiteY1477" fmla="*/ 3975386 h 8133350"/>
              <a:gd name="connsiteX1478" fmla="*/ 11973238 w 15276297"/>
              <a:gd name="connsiteY1478" fmla="*/ 3961607 h 8133350"/>
              <a:gd name="connsiteX1479" fmla="*/ 11959457 w 15276297"/>
              <a:gd name="connsiteY1479" fmla="*/ 3947827 h 8133350"/>
              <a:gd name="connsiteX1480" fmla="*/ 12021465 w 15276297"/>
              <a:gd name="connsiteY1480" fmla="*/ 3947827 h 8133350"/>
              <a:gd name="connsiteX1481" fmla="*/ 12007687 w 15276297"/>
              <a:gd name="connsiteY1481" fmla="*/ 3961607 h 8133350"/>
              <a:gd name="connsiteX1482" fmla="*/ 12021465 w 15276297"/>
              <a:gd name="connsiteY1482" fmla="*/ 3975386 h 8133350"/>
              <a:gd name="connsiteX1483" fmla="*/ 12035244 w 15276297"/>
              <a:gd name="connsiteY1483" fmla="*/ 3961607 h 8133350"/>
              <a:gd name="connsiteX1484" fmla="*/ 12021465 w 15276297"/>
              <a:gd name="connsiteY1484" fmla="*/ 3947827 h 8133350"/>
              <a:gd name="connsiteX1485" fmla="*/ 11959457 w 15276297"/>
              <a:gd name="connsiteY1485" fmla="*/ 3897302 h 8133350"/>
              <a:gd name="connsiteX1486" fmla="*/ 11945679 w 15276297"/>
              <a:gd name="connsiteY1486" fmla="*/ 3911082 h 8133350"/>
              <a:gd name="connsiteX1487" fmla="*/ 11959457 w 15276297"/>
              <a:gd name="connsiteY1487" fmla="*/ 3924861 h 8133350"/>
              <a:gd name="connsiteX1488" fmla="*/ 11973238 w 15276297"/>
              <a:gd name="connsiteY1488" fmla="*/ 3911082 h 8133350"/>
              <a:gd name="connsiteX1489" fmla="*/ 11959457 w 15276297"/>
              <a:gd name="connsiteY1489" fmla="*/ 3897302 h 8133350"/>
              <a:gd name="connsiteX1490" fmla="*/ 12205767 w 15276297"/>
              <a:gd name="connsiteY1490" fmla="*/ 3947827 h 8133350"/>
              <a:gd name="connsiteX1491" fmla="*/ 12191987 w 15276297"/>
              <a:gd name="connsiteY1491" fmla="*/ 3961607 h 8133350"/>
              <a:gd name="connsiteX1492" fmla="*/ 12205767 w 15276297"/>
              <a:gd name="connsiteY1492" fmla="*/ 3975386 h 8133350"/>
              <a:gd name="connsiteX1493" fmla="*/ 12219546 w 15276297"/>
              <a:gd name="connsiteY1493" fmla="*/ 3961607 h 8133350"/>
              <a:gd name="connsiteX1494" fmla="*/ 12205767 w 15276297"/>
              <a:gd name="connsiteY1494" fmla="*/ 3947827 h 8133350"/>
              <a:gd name="connsiteX1495" fmla="*/ 12144332 w 15276297"/>
              <a:gd name="connsiteY1495" fmla="*/ 3947827 h 8133350"/>
              <a:gd name="connsiteX1496" fmla="*/ 12130553 w 15276297"/>
              <a:gd name="connsiteY1496" fmla="*/ 3961607 h 8133350"/>
              <a:gd name="connsiteX1497" fmla="*/ 12144332 w 15276297"/>
              <a:gd name="connsiteY1497" fmla="*/ 3975386 h 8133350"/>
              <a:gd name="connsiteX1498" fmla="*/ 12158112 w 15276297"/>
              <a:gd name="connsiteY1498" fmla="*/ 3961607 h 8133350"/>
              <a:gd name="connsiteX1499" fmla="*/ 12144332 w 15276297"/>
              <a:gd name="connsiteY1499" fmla="*/ 3947827 h 8133350"/>
              <a:gd name="connsiteX1500" fmla="*/ 12144332 w 15276297"/>
              <a:gd name="connsiteY1500" fmla="*/ 3897302 h 8133350"/>
              <a:gd name="connsiteX1501" fmla="*/ 12130553 w 15276297"/>
              <a:gd name="connsiteY1501" fmla="*/ 3911082 h 8133350"/>
              <a:gd name="connsiteX1502" fmla="*/ 12144332 w 15276297"/>
              <a:gd name="connsiteY1502" fmla="*/ 3924861 h 8133350"/>
              <a:gd name="connsiteX1503" fmla="*/ 12158112 w 15276297"/>
              <a:gd name="connsiteY1503" fmla="*/ 3911082 h 8133350"/>
              <a:gd name="connsiteX1504" fmla="*/ 12144332 w 15276297"/>
              <a:gd name="connsiteY1504" fmla="*/ 3897302 h 8133350"/>
              <a:gd name="connsiteX1505" fmla="*/ 12082899 w 15276297"/>
              <a:gd name="connsiteY1505" fmla="*/ 3897302 h 8133350"/>
              <a:gd name="connsiteX1506" fmla="*/ 12069120 w 15276297"/>
              <a:gd name="connsiteY1506" fmla="*/ 3911082 h 8133350"/>
              <a:gd name="connsiteX1507" fmla="*/ 12082899 w 15276297"/>
              <a:gd name="connsiteY1507" fmla="*/ 3924861 h 8133350"/>
              <a:gd name="connsiteX1508" fmla="*/ 12096679 w 15276297"/>
              <a:gd name="connsiteY1508" fmla="*/ 3911082 h 8133350"/>
              <a:gd name="connsiteX1509" fmla="*/ 12082899 w 15276297"/>
              <a:gd name="connsiteY1509" fmla="*/ 3897302 h 8133350"/>
              <a:gd name="connsiteX1510" fmla="*/ 12021465 w 15276297"/>
              <a:gd name="connsiteY1510" fmla="*/ 3897302 h 8133350"/>
              <a:gd name="connsiteX1511" fmla="*/ 12007687 w 15276297"/>
              <a:gd name="connsiteY1511" fmla="*/ 3911082 h 8133350"/>
              <a:gd name="connsiteX1512" fmla="*/ 12021465 w 15276297"/>
              <a:gd name="connsiteY1512" fmla="*/ 3924861 h 8133350"/>
              <a:gd name="connsiteX1513" fmla="*/ 12035244 w 15276297"/>
              <a:gd name="connsiteY1513" fmla="*/ 3911082 h 8133350"/>
              <a:gd name="connsiteX1514" fmla="*/ 12021465 w 15276297"/>
              <a:gd name="connsiteY1514" fmla="*/ 3897302 h 8133350"/>
              <a:gd name="connsiteX1515" fmla="*/ 12082899 w 15276297"/>
              <a:gd name="connsiteY1515" fmla="*/ 3947827 h 8133350"/>
              <a:gd name="connsiteX1516" fmla="*/ 12069120 w 15276297"/>
              <a:gd name="connsiteY1516" fmla="*/ 3961607 h 8133350"/>
              <a:gd name="connsiteX1517" fmla="*/ 12082899 w 15276297"/>
              <a:gd name="connsiteY1517" fmla="*/ 3975386 h 8133350"/>
              <a:gd name="connsiteX1518" fmla="*/ 12096679 w 15276297"/>
              <a:gd name="connsiteY1518" fmla="*/ 3961607 h 8133350"/>
              <a:gd name="connsiteX1519" fmla="*/ 12082899 w 15276297"/>
              <a:gd name="connsiteY1519" fmla="*/ 3947827 h 8133350"/>
              <a:gd name="connsiteX1520" fmla="*/ 12205767 w 15276297"/>
              <a:gd name="connsiteY1520" fmla="*/ 3897302 h 8133350"/>
              <a:gd name="connsiteX1521" fmla="*/ 12191987 w 15276297"/>
              <a:gd name="connsiteY1521" fmla="*/ 3911082 h 8133350"/>
              <a:gd name="connsiteX1522" fmla="*/ 12205767 w 15276297"/>
              <a:gd name="connsiteY1522" fmla="*/ 3924861 h 8133350"/>
              <a:gd name="connsiteX1523" fmla="*/ 12219546 w 15276297"/>
              <a:gd name="connsiteY1523" fmla="*/ 3911082 h 8133350"/>
              <a:gd name="connsiteX1524" fmla="*/ 12205767 w 15276297"/>
              <a:gd name="connsiteY1524" fmla="*/ 3897302 h 8133350"/>
              <a:gd name="connsiteX1525" fmla="*/ 4565034 w 15276297"/>
              <a:gd name="connsiteY1525" fmla="*/ 908299 h 8133350"/>
              <a:gd name="connsiteX1526" fmla="*/ 4578813 w 15276297"/>
              <a:gd name="connsiteY1526" fmla="*/ 894519 h 8133350"/>
              <a:gd name="connsiteX1527" fmla="*/ 4565034 w 15276297"/>
              <a:gd name="connsiteY1527" fmla="*/ 880740 h 8133350"/>
              <a:gd name="connsiteX1528" fmla="*/ 4551254 w 15276297"/>
              <a:gd name="connsiteY1528" fmla="*/ 894519 h 8133350"/>
              <a:gd name="connsiteX1529" fmla="*/ 4565034 w 15276297"/>
              <a:gd name="connsiteY1529" fmla="*/ 908299 h 8133350"/>
              <a:gd name="connsiteX1530" fmla="*/ 4503600 w 15276297"/>
              <a:gd name="connsiteY1530" fmla="*/ 857774 h 8133350"/>
              <a:gd name="connsiteX1531" fmla="*/ 4517380 w 15276297"/>
              <a:gd name="connsiteY1531" fmla="*/ 843994 h 8133350"/>
              <a:gd name="connsiteX1532" fmla="*/ 4503600 w 15276297"/>
              <a:gd name="connsiteY1532" fmla="*/ 830215 h 8133350"/>
              <a:gd name="connsiteX1533" fmla="*/ 4489821 w 15276297"/>
              <a:gd name="connsiteY1533" fmla="*/ 843994 h 8133350"/>
              <a:gd name="connsiteX1534" fmla="*/ 4503600 w 15276297"/>
              <a:gd name="connsiteY1534" fmla="*/ 857774 h 8133350"/>
              <a:gd name="connsiteX1535" fmla="*/ 4503600 w 15276297"/>
              <a:gd name="connsiteY1535" fmla="*/ 908299 h 8133350"/>
              <a:gd name="connsiteX1536" fmla="*/ 4517380 w 15276297"/>
              <a:gd name="connsiteY1536" fmla="*/ 894519 h 8133350"/>
              <a:gd name="connsiteX1537" fmla="*/ 4503600 w 15276297"/>
              <a:gd name="connsiteY1537" fmla="*/ 880740 h 8133350"/>
              <a:gd name="connsiteX1538" fmla="*/ 4489821 w 15276297"/>
              <a:gd name="connsiteY1538" fmla="*/ 894519 h 8133350"/>
              <a:gd name="connsiteX1539" fmla="*/ 4503600 w 15276297"/>
              <a:gd name="connsiteY1539" fmla="*/ 908299 h 8133350"/>
              <a:gd name="connsiteX1540" fmla="*/ 4565034 w 15276297"/>
              <a:gd name="connsiteY1540" fmla="*/ 857774 h 8133350"/>
              <a:gd name="connsiteX1541" fmla="*/ 4578813 w 15276297"/>
              <a:gd name="connsiteY1541" fmla="*/ 843994 h 8133350"/>
              <a:gd name="connsiteX1542" fmla="*/ 4565034 w 15276297"/>
              <a:gd name="connsiteY1542" fmla="*/ 830215 h 8133350"/>
              <a:gd name="connsiteX1543" fmla="*/ 4551254 w 15276297"/>
              <a:gd name="connsiteY1543" fmla="*/ 843994 h 8133350"/>
              <a:gd name="connsiteX1544" fmla="*/ 4565034 w 15276297"/>
              <a:gd name="connsiteY1544" fmla="*/ 857774 h 8133350"/>
              <a:gd name="connsiteX1545" fmla="*/ 4687901 w 15276297"/>
              <a:gd name="connsiteY1545" fmla="*/ 857774 h 8133350"/>
              <a:gd name="connsiteX1546" fmla="*/ 4701680 w 15276297"/>
              <a:gd name="connsiteY1546" fmla="*/ 843994 h 8133350"/>
              <a:gd name="connsiteX1547" fmla="*/ 4687901 w 15276297"/>
              <a:gd name="connsiteY1547" fmla="*/ 830215 h 8133350"/>
              <a:gd name="connsiteX1548" fmla="*/ 4674121 w 15276297"/>
              <a:gd name="connsiteY1548" fmla="*/ 843994 h 8133350"/>
              <a:gd name="connsiteX1549" fmla="*/ 4687901 w 15276297"/>
              <a:gd name="connsiteY1549" fmla="*/ 857774 h 8133350"/>
              <a:gd name="connsiteX1550" fmla="*/ 4626467 w 15276297"/>
              <a:gd name="connsiteY1550" fmla="*/ 857774 h 8133350"/>
              <a:gd name="connsiteX1551" fmla="*/ 4640247 w 15276297"/>
              <a:gd name="connsiteY1551" fmla="*/ 843994 h 8133350"/>
              <a:gd name="connsiteX1552" fmla="*/ 4626467 w 15276297"/>
              <a:gd name="connsiteY1552" fmla="*/ 830215 h 8133350"/>
              <a:gd name="connsiteX1553" fmla="*/ 4612688 w 15276297"/>
              <a:gd name="connsiteY1553" fmla="*/ 843994 h 8133350"/>
              <a:gd name="connsiteX1554" fmla="*/ 4626467 w 15276297"/>
              <a:gd name="connsiteY1554" fmla="*/ 857774 h 8133350"/>
              <a:gd name="connsiteX1555" fmla="*/ 4687901 w 15276297"/>
              <a:gd name="connsiteY1555" fmla="*/ 908299 h 8133350"/>
              <a:gd name="connsiteX1556" fmla="*/ 4701680 w 15276297"/>
              <a:gd name="connsiteY1556" fmla="*/ 894519 h 8133350"/>
              <a:gd name="connsiteX1557" fmla="*/ 4687901 w 15276297"/>
              <a:gd name="connsiteY1557" fmla="*/ 880740 h 8133350"/>
              <a:gd name="connsiteX1558" fmla="*/ 4674121 w 15276297"/>
              <a:gd name="connsiteY1558" fmla="*/ 894519 h 8133350"/>
              <a:gd name="connsiteX1559" fmla="*/ 4687901 w 15276297"/>
              <a:gd name="connsiteY1559" fmla="*/ 908299 h 8133350"/>
              <a:gd name="connsiteX1560" fmla="*/ 4626467 w 15276297"/>
              <a:gd name="connsiteY1560" fmla="*/ 908299 h 8133350"/>
              <a:gd name="connsiteX1561" fmla="*/ 4640247 w 15276297"/>
              <a:gd name="connsiteY1561" fmla="*/ 894519 h 8133350"/>
              <a:gd name="connsiteX1562" fmla="*/ 4626467 w 15276297"/>
              <a:gd name="connsiteY1562" fmla="*/ 880740 h 8133350"/>
              <a:gd name="connsiteX1563" fmla="*/ 4612688 w 15276297"/>
              <a:gd name="connsiteY1563" fmla="*/ 894519 h 8133350"/>
              <a:gd name="connsiteX1564" fmla="*/ 4626467 w 15276297"/>
              <a:gd name="connsiteY1564" fmla="*/ 908299 h 8133350"/>
              <a:gd name="connsiteX1565" fmla="*/ 4441592 w 15276297"/>
              <a:gd name="connsiteY1565" fmla="*/ 908299 h 8133350"/>
              <a:gd name="connsiteX1566" fmla="*/ 4455372 w 15276297"/>
              <a:gd name="connsiteY1566" fmla="*/ 894519 h 8133350"/>
              <a:gd name="connsiteX1567" fmla="*/ 4441592 w 15276297"/>
              <a:gd name="connsiteY1567" fmla="*/ 880740 h 8133350"/>
              <a:gd name="connsiteX1568" fmla="*/ 4427813 w 15276297"/>
              <a:gd name="connsiteY1568" fmla="*/ 894519 h 8133350"/>
              <a:gd name="connsiteX1569" fmla="*/ 4441592 w 15276297"/>
              <a:gd name="connsiteY1569" fmla="*/ 908299 h 8133350"/>
              <a:gd name="connsiteX1570" fmla="*/ 4441592 w 15276297"/>
              <a:gd name="connsiteY1570" fmla="*/ 857774 h 8133350"/>
              <a:gd name="connsiteX1571" fmla="*/ 4455372 w 15276297"/>
              <a:gd name="connsiteY1571" fmla="*/ 843994 h 8133350"/>
              <a:gd name="connsiteX1572" fmla="*/ 4441592 w 15276297"/>
              <a:gd name="connsiteY1572" fmla="*/ 830215 h 8133350"/>
              <a:gd name="connsiteX1573" fmla="*/ 4427813 w 15276297"/>
              <a:gd name="connsiteY1573" fmla="*/ 843994 h 8133350"/>
              <a:gd name="connsiteX1574" fmla="*/ 4441592 w 15276297"/>
              <a:gd name="connsiteY1574" fmla="*/ 857774 h 8133350"/>
              <a:gd name="connsiteX1575" fmla="*/ 4687901 w 15276297"/>
              <a:gd name="connsiteY1575" fmla="*/ 755576 h 8133350"/>
              <a:gd name="connsiteX1576" fmla="*/ 4701680 w 15276297"/>
              <a:gd name="connsiteY1576" fmla="*/ 741797 h 8133350"/>
              <a:gd name="connsiteX1577" fmla="*/ 4687901 w 15276297"/>
              <a:gd name="connsiteY1577" fmla="*/ 728017 h 8133350"/>
              <a:gd name="connsiteX1578" fmla="*/ 4674121 w 15276297"/>
              <a:gd name="connsiteY1578" fmla="*/ 741797 h 8133350"/>
              <a:gd name="connsiteX1579" fmla="*/ 4687901 w 15276297"/>
              <a:gd name="connsiteY1579" fmla="*/ 755576 h 8133350"/>
              <a:gd name="connsiteX1580" fmla="*/ 4565034 w 15276297"/>
              <a:gd name="connsiteY1580" fmla="*/ 755576 h 8133350"/>
              <a:gd name="connsiteX1581" fmla="*/ 4578813 w 15276297"/>
              <a:gd name="connsiteY1581" fmla="*/ 741797 h 8133350"/>
              <a:gd name="connsiteX1582" fmla="*/ 4565034 w 15276297"/>
              <a:gd name="connsiteY1582" fmla="*/ 728017 h 8133350"/>
              <a:gd name="connsiteX1583" fmla="*/ 4551254 w 15276297"/>
              <a:gd name="connsiteY1583" fmla="*/ 741797 h 8133350"/>
              <a:gd name="connsiteX1584" fmla="*/ 4565034 w 15276297"/>
              <a:gd name="connsiteY1584" fmla="*/ 755576 h 8133350"/>
              <a:gd name="connsiteX1585" fmla="*/ 4565034 w 15276297"/>
              <a:gd name="connsiteY1585" fmla="*/ 806675 h 8133350"/>
              <a:gd name="connsiteX1586" fmla="*/ 4578813 w 15276297"/>
              <a:gd name="connsiteY1586" fmla="*/ 792896 h 8133350"/>
              <a:gd name="connsiteX1587" fmla="*/ 4565034 w 15276297"/>
              <a:gd name="connsiteY1587" fmla="*/ 779116 h 8133350"/>
              <a:gd name="connsiteX1588" fmla="*/ 4551254 w 15276297"/>
              <a:gd name="connsiteY1588" fmla="*/ 792896 h 8133350"/>
              <a:gd name="connsiteX1589" fmla="*/ 4565034 w 15276297"/>
              <a:gd name="connsiteY1589" fmla="*/ 806675 h 8133350"/>
              <a:gd name="connsiteX1590" fmla="*/ 4626467 w 15276297"/>
              <a:gd name="connsiteY1590" fmla="*/ 755576 h 8133350"/>
              <a:gd name="connsiteX1591" fmla="*/ 4640247 w 15276297"/>
              <a:gd name="connsiteY1591" fmla="*/ 741797 h 8133350"/>
              <a:gd name="connsiteX1592" fmla="*/ 4626467 w 15276297"/>
              <a:gd name="connsiteY1592" fmla="*/ 728017 h 8133350"/>
              <a:gd name="connsiteX1593" fmla="*/ 4612688 w 15276297"/>
              <a:gd name="connsiteY1593" fmla="*/ 741797 h 8133350"/>
              <a:gd name="connsiteX1594" fmla="*/ 4626467 w 15276297"/>
              <a:gd name="connsiteY1594" fmla="*/ 755576 h 8133350"/>
              <a:gd name="connsiteX1595" fmla="*/ 4687901 w 15276297"/>
              <a:gd name="connsiteY1595" fmla="*/ 806675 h 8133350"/>
              <a:gd name="connsiteX1596" fmla="*/ 4701680 w 15276297"/>
              <a:gd name="connsiteY1596" fmla="*/ 792896 h 8133350"/>
              <a:gd name="connsiteX1597" fmla="*/ 4687901 w 15276297"/>
              <a:gd name="connsiteY1597" fmla="*/ 779116 h 8133350"/>
              <a:gd name="connsiteX1598" fmla="*/ 4674121 w 15276297"/>
              <a:gd name="connsiteY1598" fmla="*/ 792896 h 8133350"/>
              <a:gd name="connsiteX1599" fmla="*/ 4687901 w 15276297"/>
              <a:gd name="connsiteY1599" fmla="*/ 806675 h 8133350"/>
              <a:gd name="connsiteX1600" fmla="*/ 4626467 w 15276297"/>
              <a:gd name="connsiteY1600" fmla="*/ 806675 h 8133350"/>
              <a:gd name="connsiteX1601" fmla="*/ 4640247 w 15276297"/>
              <a:gd name="connsiteY1601" fmla="*/ 792896 h 8133350"/>
              <a:gd name="connsiteX1602" fmla="*/ 4626467 w 15276297"/>
              <a:gd name="connsiteY1602" fmla="*/ 779116 h 8133350"/>
              <a:gd name="connsiteX1603" fmla="*/ 4612688 w 15276297"/>
              <a:gd name="connsiteY1603" fmla="*/ 792896 h 8133350"/>
              <a:gd name="connsiteX1604" fmla="*/ 4626467 w 15276297"/>
              <a:gd name="connsiteY1604" fmla="*/ 806675 h 8133350"/>
              <a:gd name="connsiteX1605" fmla="*/ 4441592 w 15276297"/>
              <a:gd name="connsiteY1605" fmla="*/ 806675 h 8133350"/>
              <a:gd name="connsiteX1606" fmla="*/ 4455372 w 15276297"/>
              <a:gd name="connsiteY1606" fmla="*/ 792896 h 8133350"/>
              <a:gd name="connsiteX1607" fmla="*/ 4441592 w 15276297"/>
              <a:gd name="connsiteY1607" fmla="*/ 779116 h 8133350"/>
              <a:gd name="connsiteX1608" fmla="*/ 4427813 w 15276297"/>
              <a:gd name="connsiteY1608" fmla="*/ 792896 h 8133350"/>
              <a:gd name="connsiteX1609" fmla="*/ 4441592 w 15276297"/>
              <a:gd name="connsiteY1609" fmla="*/ 806675 h 8133350"/>
              <a:gd name="connsiteX1610" fmla="*/ 4441592 w 15276297"/>
              <a:gd name="connsiteY1610" fmla="*/ 755576 h 8133350"/>
              <a:gd name="connsiteX1611" fmla="*/ 4455372 w 15276297"/>
              <a:gd name="connsiteY1611" fmla="*/ 741797 h 8133350"/>
              <a:gd name="connsiteX1612" fmla="*/ 4441592 w 15276297"/>
              <a:gd name="connsiteY1612" fmla="*/ 728017 h 8133350"/>
              <a:gd name="connsiteX1613" fmla="*/ 4427813 w 15276297"/>
              <a:gd name="connsiteY1613" fmla="*/ 741797 h 8133350"/>
              <a:gd name="connsiteX1614" fmla="*/ 4441592 w 15276297"/>
              <a:gd name="connsiteY1614" fmla="*/ 755576 h 8133350"/>
              <a:gd name="connsiteX1615" fmla="*/ 4503600 w 15276297"/>
              <a:gd name="connsiteY1615" fmla="*/ 755576 h 8133350"/>
              <a:gd name="connsiteX1616" fmla="*/ 4517380 w 15276297"/>
              <a:gd name="connsiteY1616" fmla="*/ 741797 h 8133350"/>
              <a:gd name="connsiteX1617" fmla="*/ 4503600 w 15276297"/>
              <a:gd name="connsiteY1617" fmla="*/ 728017 h 8133350"/>
              <a:gd name="connsiteX1618" fmla="*/ 4489821 w 15276297"/>
              <a:gd name="connsiteY1618" fmla="*/ 741797 h 8133350"/>
              <a:gd name="connsiteX1619" fmla="*/ 4503600 w 15276297"/>
              <a:gd name="connsiteY1619" fmla="*/ 755576 h 8133350"/>
              <a:gd name="connsiteX1620" fmla="*/ 4503600 w 15276297"/>
              <a:gd name="connsiteY1620" fmla="*/ 806675 h 8133350"/>
              <a:gd name="connsiteX1621" fmla="*/ 4517380 w 15276297"/>
              <a:gd name="connsiteY1621" fmla="*/ 792896 h 8133350"/>
              <a:gd name="connsiteX1622" fmla="*/ 4503600 w 15276297"/>
              <a:gd name="connsiteY1622" fmla="*/ 779116 h 8133350"/>
              <a:gd name="connsiteX1623" fmla="*/ 4489821 w 15276297"/>
              <a:gd name="connsiteY1623" fmla="*/ 792896 h 8133350"/>
              <a:gd name="connsiteX1624" fmla="*/ 4503600 w 15276297"/>
              <a:gd name="connsiteY1624" fmla="*/ 806675 h 8133350"/>
              <a:gd name="connsiteX1625" fmla="*/ 13316164 w 15276297"/>
              <a:gd name="connsiteY1625" fmla="*/ 4210786 h 8133350"/>
              <a:gd name="connsiteX1626" fmla="*/ 13408028 w 15276297"/>
              <a:gd name="connsiteY1626" fmla="*/ 4210786 h 8133350"/>
              <a:gd name="connsiteX1627" fmla="*/ 13451089 w 15276297"/>
              <a:gd name="connsiteY1627" fmla="*/ 4167725 h 8133350"/>
              <a:gd name="connsiteX1628" fmla="*/ 13451089 w 15276297"/>
              <a:gd name="connsiteY1628" fmla="*/ 4075288 h 8133350"/>
              <a:gd name="connsiteX1629" fmla="*/ 13408028 w 15276297"/>
              <a:gd name="connsiteY1629" fmla="*/ 4032227 h 8133350"/>
              <a:gd name="connsiteX1630" fmla="*/ 13316164 w 15276297"/>
              <a:gd name="connsiteY1630" fmla="*/ 4032227 h 8133350"/>
              <a:gd name="connsiteX1631" fmla="*/ 13273103 w 15276297"/>
              <a:gd name="connsiteY1631" fmla="*/ 4075288 h 8133350"/>
              <a:gd name="connsiteX1632" fmla="*/ 13273103 w 15276297"/>
              <a:gd name="connsiteY1632" fmla="*/ 4167725 h 8133350"/>
              <a:gd name="connsiteX1633" fmla="*/ 13316164 w 15276297"/>
              <a:gd name="connsiteY1633" fmla="*/ 4210786 h 8133350"/>
              <a:gd name="connsiteX1634" fmla="*/ 13283438 w 15276297"/>
              <a:gd name="connsiteY1634" fmla="*/ 4075862 h 8133350"/>
              <a:gd name="connsiteX1635" fmla="*/ 13316164 w 15276297"/>
              <a:gd name="connsiteY1635" fmla="*/ 4043135 h 8133350"/>
              <a:gd name="connsiteX1636" fmla="*/ 13408028 w 15276297"/>
              <a:gd name="connsiteY1636" fmla="*/ 4043135 h 8133350"/>
              <a:gd name="connsiteX1637" fmla="*/ 13440754 w 15276297"/>
              <a:gd name="connsiteY1637" fmla="*/ 4075862 h 8133350"/>
              <a:gd name="connsiteX1638" fmla="*/ 13440754 w 15276297"/>
              <a:gd name="connsiteY1638" fmla="*/ 4168299 h 8133350"/>
              <a:gd name="connsiteX1639" fmla="*/ 13408028 w 15276297"/>
              <a:gd name="connsiteY1639" fmla="*/ 4201025 h 8133350"/>
              <a:gd name="connsiteX1640" fmla="*/ 13316164 w 15276297"/>
              <a:gd name="connsiteY1640" fmla="*/ 4201025 h 8133350"/>
              <a:gd name="connsiteX1641" fmla="*/ 13283438 w 15276297"/>
              <a:gd name="connsiteY1641" fmla="*/ 4168299 h 8133350"/>
              <a:gd name="connsiteX1642" fmla="*/ 13283438 w 15276297"/>
              <a:gd name="connsiteY1642" fmla="*/ 4075862 h 8133350"/>
              <a:gd name="connsiteX1643" fmla="*/ 13049761 w 15276297"/>
              <a:gd name="connsiteY1643" fmla="*/ 4210786 h 8133350"/>
              <a:gd name="connsiteX1644" fmla="*/ 13141625 w 15276297"/>
              <a:gd name="connsiteY1644" fmla="*/ 4210786 h 8133350"/>
              <a:gd name="connsiteX1645" fmla="*/ 13184685 w 15276297"/>
              <a:gd name="connsiteY1645" fmla="*/ 4167725 h 8133350"/>
              <a:gd name="connsiteX1646" fmla="*/ 13184685 w 15276297"/>
              <a:gd name="connsiteY1646" fmla="*/ 4075288 h 8133350"/>
              <a:gd name="connsiteX1647" fmla="*/ 13141625 w 15276297"/>
              <a:gd name="connsiteY1647" fmla="*/ 4032227 h 8133350"/>
              <a:gd name="connsiteX1648" fmla="*/ 13049761 w 15276297"/>
              <a:gd name="connsiteY1648" fmla="*/ 4032227 h 8133350"/>
              <a:gd name="connsiteX1649" fmla="*/ 13006700 w 15276297"/>
              <a:gd name="connsiteY1649" fmla="*/ 4075288 h 8133350"/>
              <a:gd name="connsiteX1650" fmla="*/ 13006700 w 15276297"/>
              <a:gd name="connsiteY1650" fmla="*/ 4167725 h 8133350"/>
              <a:gd name="connsiteX1651" fmla="*/ 13049761 w 15276297"/>
              <a:gd name="connsiteY1651" fmla="*/ 4210786 h 8133350"/>
              <a:gd name="connsiteX1652" fmla="*/ 13017034 w 15276297"/>
              <a:gd name="connsiteY1652" fmla="*/ 4075862 h 8133350"/>
              <a:gd name="connsiteX1653" fmla="*/ 13049761 w 15276297"/>
              <a:gd name="connsiteY1653" fmla="*/ 4043135 h 8133350"/>
              <a:gd name="connsiteX1654" fmla="*/ 13141625 w 15276297"/>
              <a:gd name="connsiteY1654" fmla="*/ 4043135 h 8133350"/>
              <a:gd name="connsiteX1655" fmla="*/ 13174351 w 15276297"/>
              <a:gd name="connsiteY1655" fmla="*/ 4075862 h 8133350"/>
              <a:gd name="connsiteX1656" fmla="*/ 13174351 w 15276297"/>
              <a:gd name="connsiteY1656" fmla="*/ 4168299 h 8133350"/>
              <a:gd name="connsiteX1657" fmla="*/ 13141625 w 15276297"/>
              <a:gd name="connsiteY1657" fmla="*/ 4201025 h 8133350"/>
              <a:gd name="connsiteX1658" fmla="*/ 13049761 w 15276297"/>
              <a:gd name="connsiteY1658" fmla="*/ 4201025 h 8133350"/>
              <a:gd name="connsiteX1659" fmla="*/ 13017034 w 15276297"/>
              <a:gd name="connsiteY1659" fmla="*/ 4168299 h 8133350"/>
              <a:gd name="connsiteX1660" fmla="*/ 13017034 w 15276297"/>
              <a:gd name="connsiteY1660" fmla="*/ 4075862 h 8133350"/>
              <a:gd name="connsiteX1661" fmla="*/ 13049761 w 15276297"/>
              <a:gd name="connsiteY1661" fmla="*/ 3944382 h 8133350"/>
              <a:gd name="connsiteX1662" fmla="*/ 13141625 w 15276297"/>
              <a:gd name="connsiteY1662" fmla="*/ 3944382 h 8133350"/>
              <a:gd name="connsiteX1663" fmla="*/ 13184685 w 15276297"/>
              <a:gd name="connsiteY1663" fmla="*/ 3901321 h 8133350"/>
              <a:gd name="connsiteX1664" fmla="*/ 13184685 w 15276297"/>
              <a:gd name="connsiteY1664" fmla="*/ 3809458 h 8133350"/>
              <a:gd name="connsiteX1665" fmla="*/ 13141625 w 15276297"/>
              <a:gd name="connsiteY1665" fmla="*/ 3766397 h 8133350"/>
              <a:gd name="connsiteX1666" fmla="*/ 13049761 w 15276297"/>
              <a:gd name="connsiteY1666" fmla="*/ 3766397 h 8133350"/>
              <a:gd name="connsiteX1667" fmla="*/ 13006700 w 15276297"/>
              <a:gd name="connsiteY1667" fmla="*/ 3809458 h 8133350"/>
              <a:gd name="connsiteX1668" fmla="*/ 13006700 w 15276297"/>
              <a:gd name="connsiteY1668" fmla="*/ 3901321 h 8133350"/>
              <a:gd name="connsiteX1669" fmla="*/ 13049761 w 15276297"/>
              <a:gd name="connsiteY1669" fmla="*/ 3944382 h 8133350"/>
              <a:gd name="connsiteX1670" fmla="*/ 13017034 w 15276297"/>
              <a:gd name="connsiteY1670" fmla="*/ 3809458 h 8133350"/>
              <a:gd name="connsiteX1671" fmla="*/ 13049761 w 15276297"/>
              <a:gd name="connsiteY1671" fmla="*/ 3776732 h 8133350"/>
              <a:gd name="connsiteX1672" fmla="*/ 13141625 w 15276297"/>
              <a:gd name="connsiteY1672" fmla="*/ 3776732 h 8133350"/>
              <a:gd name="connsiteX1673" fmla="*/ 13174351 w 15276297"/>
              <a:gd name="connsiteY1673" fmla="*/ 3809458 h 8133350"/>
              <a:gd name="connsiteX1674" fmla="*/ 13174351 w 15276297"/>
              <a:gd name="connsiteY1674" fmla="*/ 3901321 h 8133350"/>
              <a:gd name="connsiteX1675" fmla="*/ 13141625 w 15276297"/>
              <a:gd name="connsiteY1675" fmla="*/ 3934047 h 8133350"/>
              <a:gd name="connsiteX1676" fmla="*/ 13049761 w 15276297"/>
              <a:gd name="connsiteY1676" fmla="*/ 3934047 h 8133350"/>
              <a:gd name="connsiteX1677" fmla="*/ 13017034 w 15276297"/>
              <a:gd name="connsiteY1677" fmla="*/ 3901321 h 8133350"/>
              <a:gd name="connsiteX1678" fmla="*/ 13017034 w 15276297"/>
              <a:gd name="connsiteY1678" fmla="*/ 3809458 h 8133350"/>
              <a:gd name="connsiteX1679" fmla="*/ 13316164 w 15276297"/>
              <a:gd name="connsiteY1679" fmla="*/ 3944382 h 8133350"/>
              <a:gd name="connsiteX1680" fmla="*/ 13408028 w 15276297"/>
              <a:gd name="connsiteY1680" fmla="*/ 3944382 h 8133350"/>
              <a:gd name="connsiteX1681" fmla="*/ 13451089 w 15276297"/>
              <a:gd name="connsiteY1681" fmla="*/ 3901321 h 8133350"/>
              <a:gd name="connsiteX1682" fmla="*/ 13451089 w 15276297"/>
              <a:gd name="connsiteY1682" fmla="*/ 3809458 h 8133350"/>
              <a:gd name="connsiteX1683" fmla="*/ 13408028 w 15276297"/>
              <a:gd name="connsiteY1683" fmla="*/ 3766397 h 8133350"/>
              <a:gd name="connsiteX1684" fmla="*/ 13316164 w 15276297"/>
              <a:gd name="connsiteY1684" fmla="*/ 3766397 h 8133350"/>
              <a:gd name="connsiteX1685" fmla="*/ 13273103 w 15276297"/>
              <a:gd name="connsiteY1685" fmla="*/ 3809458 h 8133350"/>
              <a:gd name="connsiteX1686" fmla="*/ 13273103 w 15276297"/>
              <a:gd name="connsiteY1686" fmla="*/ 3901321 h 8133350"/>
              <a:gd name="connsiteX1687" fmla="*/ 13316164 w 15276297"/>
              <a:gd name="connsiteY1687" fmla="*/ 3944382 h 8133350"/>
              <a:gd name="connsiteX1688" fmla="*/ 13283438 w 15276297"/>
              <a:gd name="connsiteY1688" fmla="*/ 3809458 h 8133350"/>
              <a:gd name="connsiteX1689" fmla="*/ 13316164 w 15276297"/>
              <a:gd name="connsiteY1689" fmla="*/ 3776732 h 8133350"/>
              <a:gd name="connsiteX1690" fmla="*/ 13408028 w 15276297"/>
              <a:gd name="connsiteY1690" fmla="*/ 3776732 h 8133350"/>
              <a:gd name="connsiteX1691" fmla="*/ 13440754 w 15276297"/>
              <a:gd name="connsiteY1691" fmla="*/ 3809458 h 8133350"/>
              <a:gd name="connsiteX1692" fmla="*/ 13440754 w 15276297"/>
              <a:gd name="connsiteY1692" fmla="*/ 3901321 h 8133350"/>
              <a:gd name="connsiteX1693" fmla="*/ 13408028 w 15276297"/>
              <a:gd name="connsiteY1693" fmla="*/ 3934047 h 8133350"/>
              <a:gd name="connsiteX1694" fmla="*/ 13316164 w 15276297"/>
              <a:gd name="connsiteY1694" fmla="*/ 3934047 h 8133350"/>
              <a:gd name="connsiteX1695" fmla="*/ 13283438 w 15276297"/>
              <a:gd name="connsiteY1695" fmla="*/ 3901321 h 8133350"/>
              <a:gd name="connsiteX1696" fmla="*/ 13283438 w 15276297"/>
              <a:gd name="connsiteY1696" fmla="*/ 3809458 h 8133350"/>
              <a:gd name="connsiteX1697" fmla="*/ 532233 w 15276297"/>
              <a:gd name="connsiteY1697" fmla="*/ 748686 h 8133350"/>
              <a:gd name="connsiteX1698" fmla="*/ 439796 w 15276297"/>
              <a:gd name="connsiteY1698" fmla="*/ 748686 h 8133350"/>
              <a:gd name="connsiteX1699" fmla="*/ 396735 w 15276297"/>
              <a:gd name="connsiteY1699" fmla="*/ 791747 h 8133350"/>
              <a:gd name="connsiteX1700" fmla="*/ 396735 w 15276297"/>
              <a:gd name="connsiteY1700" fmla="*/ 884185 h 8133350"/>
              <a:gd name="connsiteX1701" fmla="*/ 439796 w 15276297"/>
              <a:gd name="connsiteY1701" fmla="*/ 927246 h 8133350"/>
              <a:gd name="connsiteX1702" fmla="*/ 532233 w 15276297"/>
              <a:gd name="connsiteY1702" fmla="*/ 927246 h 8133350"/>
              <a:gd name="connsiteX1703" fmla="*/ 575294 w 15276297"/>
              <a:gd name="connsiteY1703" fmla="*/ 884185 h 8133350"/>
              <a:gd name="connsiteX1704" fmla="*/ 575294 w 15276297"/>
              <a:gd name="connsiteY1704" fmla="*/ 791747 h 8133350"/>
              <a:gd name="connsiteX1705" fmla="*/ 532233 w 15276297"/>
              <a:gd name="connsiteY1705" fmla="*/ 748686 h 8133350"/>
              <a:gd name="connsiteX1706" fmla="*/ 564960 w 15276297"/>
              <a:gd name="connsiteY1706" fmla="*/ 884185 h 8133350"/>
              <a:gd name="connsiteX1707" fmla="*/ 532233 w 15276297"/>
              <a:gd name="connsiteY1707" fmla="*/ 916911 h 8133350"/>
              <a:gd name="connsiteX1708" fmla="*/ 439796 w 15276297"/>
              <a:gd name="connsiteY1708" fmla="*/ 916911 h 8133350"/>
              <a:gd name="connsiteX1709" fmla="*/ 407069 w 15276297"/>
              <a:gd name="connsiteY1709" fmla="*/ 884185 h 8133350"/>
              <a:gd name="connsiteX1710" fmla="*/ 407069 w 15276297"/>
              <a:gd name="connsiteY1710" fmla="*/ 791747 h 8133350"/>
              <a:gd name="connsiteX1711" fmla="*/ 439796 w 15276297"/>
              <a:gd name="connsiteY1711" fmla="*/ 759021 h 8133350"/>
              <a:gd name="connsiteX1712" fmla="*/ 532233 w 15276297"/>
              <a:gd name="connsiteY1712" fmla="*/ 759021 h 8133350"/>
              <a:gd name="connsiteX1713" fmla="*/ 564960 w 15276297"/>
              <a:gd name="connsiteY1713" fmla="*/ 791747 h 8133350"/>
              <a:gd name="connsiteX1714" fmla="*/ 564960 w 15276297"/>
              <a:gd name="connsiteY1714" fmla="*/ 884185 h 8133350"/>
              <a:gd name="connsiteX1715" fmla="*/ 706774 w 15276297"/>
              <a:gd name="connsiteY1715" fmla="*/ 927246 h 8133350"/>
              <a:gd name="connsiteX1716" fmla="*/ 799211 w 15276297"/>
              <a:gd name="connsiteY1716" fmla="*/ 927246 h 8133350"/>
              <a:gd name="connsiteX1717" fmla="*/ 842272 w 15276297"/>
              <a:gd name="connsiteY1717" fmla="*/ 884185 h 8133350"/>
              <a:gd name="connsiteX1718" fmla="*/ 842272 w 15276297"/>
              <a:gd name="connsiteY1718" fmla="*/ 791747 h 8133350"/>
              <a:gd name="connsiteX1719" fmla="*/ 799211 w 15276297"/>
              <a:gd name="connsiteY1719" fmla="*/ 748686 h 8133350"/>
              <a:gd name="connsiteX1720" fmla="*/ 706774 w 15276297"/>
              <a:gd name="connsiteY1720" fmla="*/ 748686 h 8133350"/>
              <a:gd name="connsiteX1721" fmla="*/ 663713 w 15276297"/>
              <a:gd name="connsiteY1721" fmla="*/ 791747 h 8133350"/>
              <a:gd name="connsiteX1722" fmla="*/ 663713 w 15276297"/>
              <a:gd name="connsiteY1722" fmla="*/ 884185 h 8133350"/>
              <a:gd name="connsiteX1723" fmla="*/ 706774 w 15276297"/>
              <a:gd name="connsiteY1723" fmla="*/ 927246 h 8133350"/>
              <a:gd name="connsiteX1724" fmla="*/ 674047 w 15276297"/>
              <a:gd name="connsiteY1724" fmla="*/ 791747 h 8133350"/>
              <a:gd name="connsiteX1725" fmla="*/ 706774 w 15276297"/>
              <a:gd name="connsiteY1725" fmla="*/ 759021 h 8133350"/>
              <a:gd name="connsiteX1726" fmla="*/ 799211 w 15276297"/>
              <a:gd name="connsiteY1726" fmla="*/ 759021 h 8133350"/>
              <a:gd name="connsiteX1727" fmla="*/ 831937 w 15276297"/>
              <a:gd name="connsiteY1727" fmla="*/ 791747 h 8133350"/>
              <a:gd name="connsiteX1728" fmla="*/ 831937 w 15276297"/>
              <a:gd name="connsiteY1728" fmla="*/ 884185 h 8133350"/>
              <a:gd name="connsiteX1729" fmla="*/ 799211 w 15276297"/>
              <a:gd name="connsiteY1729" fmla="*/ 916911 h 8133350"/>
              <a:gd name="connsiteX1730" fmla="*/ 706774 w 15276297"/>
              <a:gd name="connsiteY1730" fmla="*/ 916911 h 8133350"/>
              <a:gd name="connsiteX1731" fmla="*/ 674047 w 15276297"/>
              <a:gd name="connsiteY1731" fmla="*/ 884185 h 8133350"/>
              <a:gd name="connsiteX1732" fmla="*/ 674047 w 15276297"/>
              <a:gd name="connsiteY1732" fmla="*/ 791747 h 8133350"/>
              <a:gd name="connsiteX1733" fmla="*/ 532233 w 15276297"/>
              <a:gd name="connsiteY1733" fmla="*/ 1015090 h 8133350"/>
              <a:gd name="connsiteX1734" fmla="*/ 439796 w 15276297"/>
              <a:gd name="connsiteY1734" fmla="*/ 1015090 h 8133350"/>
              <a:gd name="connsiteX1735" fmla="*/ 396735 w 15276297"/>
              <a:gd name="connsiteY1735" fmla="*/ 1058151 h 8133350"/>
              <a:gd name="connsiteX1736" fmla="*/ 396735 w 15276297"/>
              <a:gd name="connsiteY1736" fmla="*/ 1150588 h 8133350"/>
              <a:gd name="connsiteX1737" fmla="*/ 439796 w 15276297"/>
              <a:gd name="connsiteY1737" fmla="*/ 1193649 h 8133350"/>
              <a:gd name="connsiteX1738" fmla="*/ 532233 w 15276297"/>
              <a:gd name="connsiteY1738" fmla="*/ 1193649 h 8133350"/>
              <a:gd name="connsiteX1739" fmla="*/ 575294 w 15276297"/>
              <a:gd name="connsiteY1739" fmla="*/ 1150588 h 8133350"/>
              <a:gd name="connsiteX1740" fmla="*/ 575294 w 15276297"/>
              <a:gd name="connsiteY1740" fmla="*/ 1058151 h 8133350"/>
              <a:gd name="connsiteX1741" fmla="*/ 532233 w 15276297"/>
              <a:gd name="connsiteY1741" fmla="*/ 1015090 h 8133350"/>
              <a:gd name="connsiteX1742" fmla="*/ 564960 w 15276297"/>
              <a:gd name="connsiteY1742" fmla="*/ 1150588 h 8133350"/>
              <a:gd name="connsiteX1743" fmla="*/ 532233 w 15276297"/>
              <a:gd name="connsiteY1743" fmla="*/ 1183315 h 8133350"/>
              <a:gd name="connsiteX1744" fmla="*/ 439796 w 15276297"/>
              <a:gd name="connsiteY1744" fmla="*/ 1183315 h 8133350"/>
              <a:gd name="connsiteX1745" fmla="*/ 407069 w 15276297"/>
              <a:gd name="connsiteY1745" fmla="*/ 1150588 h 8133350"/>
              <a:gd name="connsiteX1746" fmla="*/ 407069 w 15276297"/>
              <a:gd name="connsiteY1746" fmla="*/ 1058151 h 8133350"/>
              <a:gd name="connsiteX1747" fmla="*/ 439796 w 15276297"/>
              <a:gd name="connsiteY1747" fmla="*/ 1025425 h 8133350"/>
              <a:gd name="connsiteX1748" fmla="*/ 532233 w 15276297"/>
              <a:gd name="connsiteY1748" fmla="*/ 1025425 h 8133350"/>
              <a:gd name="connsiteX1749" fmla="*/ 564960 w 15276297"/>
              <a:gd name="connsiteY1749" fmla="*/ 1058151 h 8133350"/>
              <a:gd name="connsiteX1750" fmla="*/ 564960 w 15276297"/>
              <a:gd name="connsiteY1750" fmla="*/ 1150588 h 8133350"/>
              <a:gd name="connsiteX1751" fmla="*/ 706774 w 15276297"/>
              <a:gd name="connsiteY1751" fmla="*/ 1193649 h 8133350"/>
              <a:gd name="connsiteX1752" fmla="*/ 799211 w 15276297"/>
              <a:gd name="connsiteY1752" fmla="*/ 1193649 h 8133350"/>
              <a:gd name="connsiteX1753" fmla="*/ 842272 w 15276297"/>
              <a:gd name="connsiteY1753" fmla="*/ 1150588 h 8133350"/>
              <a:gd name="connsiteX1754" fmla="*/ 842272 w 15276297"/>
              <a:gd name="connsiteY1754" fmla="*/ 1058151 h 8133350"/>
              <a:gd name="connsiteX1755" fmla="*/ 799211 w 15276297"/>
              <a:gd name="connsiteY1755" fmla="*/ 1015090 h 8133350"/>
              <a:gd name="connsiteX1756" fmla="*/ 706774 w 15276297"/>
              <a:gd name="connsiteY1756" fmla="*/ 1015090 h 8133350"/>
              <a:gd name="connsiteX1757" fmla="*/ 663713 w 15276297"/>
              <a:gd name="connsiteY1757" fmla="*/ 1058151 h 8133350"/>
              <a:gd name="connsiteX1758" fmla="*/ 663713 w 15276297"/>
              <a:gd name="connsiteY1758" fmla="*/ 1150588 h 8133350"/>
              <a:gd name="connsiteX1759" fmla="*/ 706774 w 15276297"/>
              <a:gd name="connsiteY1759" fmla="*/ 1193649 h 8133350"/>
              <a:gd name="connsiteX1760" fmla="*/ 674047 w 15276297"/>
              <a:gd name="connsiteY1760" fmla="*/ 1058151 h 8133350"/>
              <a:gd name="connsiteX1761" fmla="*/ 706774 w 15276297"/>
              <a:gd name="connsiteY1761" fmla="*/ 1025425 h 8133350"/>
              <a:gd name="connsiteX1762" fmla="*/ 799211 w 15276297"/>
              <a:gd name="connsiteY1762" fmla="*/ 1025425 h 8133350"/>
              <a:gd name="connsiteX1763" fmla="*/ 831937 w 15276297"/>
              <a:gd name="connsiteY1763" fmla="*/ 1058151 h 8133350"/>
              <a:gd name="connsiteX1764" fmla="*/ 831937 w 15276297"/>
              <a:gd name="connsiteY1764" fmla="*/ 1150588 h 8133350"/>
              <a:gd name="connsiteX1765" fmla="*/ 799211 w 15276297"/>
              <a:gd name="connsiteY1765" fmla="*/ 1183315 h 8133350"/>
              <a:gd name="connsiteX1766" fmla="*/ 706774 w 15276297"/>
              <a:gd name="connsiteY1766" fmla="*/ 1183315 h 8133350"/>
              <a:gd name="connsiteX1767" fmla="*/ 674047 w 15276297"/>
              <a:gd name="connsiteY1767" fmla="*/ 1150588 h 8133350"/>
              <a:gd name="connsiteX1768" fmla="*/ 674047 w 15276297"/>
              <a:gd name="connsiteY1768" fmla="*/ 1058151 h 8133350"/>
              <a:gd name="connsiteX1769" fmla="*/ 0 w 15276297"/>
              <a:gd name="connsiteY1769" fmla="*/ 2897140 h 8133350"/>
              <a:gd name="connsiteX1770" fmla="*/ 133776 w 15276297"/>
              <a:gd name="connsiteY1770" fmla="*/ 3030916 h 8133350"/>
              <a:gd name="connsiteX1771" fmla="*/ 133776 w 15276297"/>
              <a:gd name="connsiteY1771" fmla="*/ 2940775 h 8133350"/>
              <a:gd name="connsiteX1772" fmla="*/ 0 w 15276297"/>
              <a:gd name="connsiteY1772" fmla="*/ 2806999 h 8133350"/>
              <a:gd name="connsiteX1773" fmla="*/ 0 w 15276297"/>
              <a:gd name="connsiteY1773" fmla="*/ 2897140 h 8133350"/>
              <a:gd name="connsiteX1774" fmla="*/ 0 w 15276297"/>
              <a:gd name="connsiteY1774" fmla="*/ 2584231 h 8133350"/>
              <a:gd name="connsiteX1775" fmla="*/ 133776 w 15276297"/>
              <a:gd name="connsiteY1775" fmla="*/ 2718007 h 8133350"/>
              <a:gd name="connsiteX1776" fmla="*/ 133776 w 15276297"/>
              <a:gd name="connsiteY1776" fmla="*/ 2627866 h 8133350"/>
              <a:gd name="connsiteX1777" fmla="*/ 0 w 15276297"/>
              <a:gd name="connsiteY1777" fmla="*/ 2494090 h 8133350"/>
              <a:gd name="connsiteX1778" fmla="*/ 0 w 15276297"/>
              <a:gd name="connsiteY1778" fmla="*/ 2584231 h 8133350"/>
              <a:gd name="connsiteX1779" fmla="*/ 0 w 15276297"/>
              <a:gd name="connsiteY1779" fmla="*/ 3210050 h 8133350"/>
              <a:gd name="connsiteX1780" fmla="*/ 133776 w 15276297"/>
              <a:gd name="connsiteY1780" fmla="*/ 3343826 h 8133350"/>
              <a:gd name="connsiteX1781" fmla="*/ 133776 w 15276297"/>
              <a:gd name="connsiteY1781" fmla="*/ 3253685 h 8133350"/>
              <a:gd name="connsiteX1782" fmla="*/ 0 w 15276297"/>
              <a:gd name="connsiteY1782" fmla="*/ 3119909 h 8133350"/>
              <a:gd name="connsiteX1783" fmla="*/ 0 w 15276297"/>
              <a:gd name="connsiteY1783" fmla="*/ 3210050 h 8133350"/>
              <a:gd name="connsiteX1784" fmla="*/ 0 w 15276297"/>
              <a:gd name="connsiteY1784" fmla="*/ 3053882 h 8133350"/>
              <a:gd name="connsiteX1785" fmla="*/ 133776 w 15276297"/>
              <a:gd name="connsiteY1785" fmla="*/ 3187658 h 8133350"/>
              <a:gd name="connsiteX1786" fmla="*/ 133776 w 15276297"/>
              <a:gd name="connsiteY1786" fmla="*/ 3097517 h 8133350"/>
              <a:gd name="connsiteX1787" fmla="*/ 0 w 15276297"/>
              <a:gd name="connsiteY1787" fmla="*/ 2963741 h 8133350"/>
              <a:gd name="connsiteX1788" fmla="*/ 0 w 15276297"/>
              <a:gd name="connsiteY1788" fmla="*/ 3053882 h 8133350"/>
              <a:gd name="connsiteX1789" fmla="*/ 0 w 15276297"/>
              <a:gd name="connsiteY1789" fmla="*/ 2740398 h 8133350"/>
              <a:gd name="connsiteX1790" fmla="*/ 133776 w 15276297"/>
              <a:gd name="connsiteY1790" fmla="*/ 2874174 h 8133350"/>
              <a:gd name="connsiteX1791" fmla="*/ 133776 w 15276297"/>
              <a:gd name="connsiteY1791" fmla="*/ 2784033 h 8133350"/>
              <a:gd name="connsiteX1792" fmla="*/ 0 w 15276297"/>
              <a:gd name="connsiteY1792" fmla="*/ 2650257 h 8133350"/>
              <a:gd name="connsiteX1793" fmla="*/ 0 w 15276297"/>
              <a:gd name="connsiteY1793" fmla="*/ 2740398 h 8133350"/>
              <a:gd name="connsiteX1794" fmla="*/ 14554597 w 15276297"/>
              <a:gd name="connsiteY1794" fmla="*/ 8052396 h 8133350"/>
              <a:gd name="connsiteX1795" fmla="*/ 14618327 w 15276297"/>
              <a:gd name="connsiteY1795" fmla="*/ 8116126 h 8133350"/>
              <a:gd name="connsiteX1796" fmla="*/ 14807795 w 15276297"/>
              <a:gd name="connsiteY1796" fmla="*/ 8116126 h 8133350"/>
              <a:gd name="connsiteX1797" fmla="*/ 14744065 w 15276297"/>
              <a:gd name="connsiteY1797" fmla="*/ 8052396 h 8133350"/>
              <a:gd name="connsiteX1798" fmla="*/ 14554597 w 15276297"/>
              <a:gd name="connsiteY1798" fmla="*/ 8052396 h 8133350"/>
              <a:gd name="connsiteX1799" fmla="*/ 14633254 w 15276297"/>
              <a:gd name="connsiteY1799" fmla="*/ 7941586 h 8133350"/>
              <a:gd name="connsiteX1800" fmla="*/ 14443786 w 15276297"/>
              <a:gd name="connsiteY1800" fmla="*/ 7941586 h 8133350"/>
              <a:gd name="connsiteX1801" fmla="*/ 14507517 w 15276297"/>
              <a:gd name="connsiteY1801" fmla="*/ 8005316 h 8133350"/>
              <a:gd name="connsiteX1802" fmla="*/ 14696985 w 15276297"/>
              <a:gd name="connsiteY1802" fmla="*/ 8005316 h 8133350"/>
              <a:gd name="connsiteX1803" fmla="*/ 14633254 w 15276297"/>
              <a:gd name="connsiteY1803" fmla="*/ 7941586 h 8133350"/>
              <a:gd name="connsiteX1804" fmla="*/ 14301399 w 15276297"/>
              <a:gd name="connsiteY1804" fmla="*/ 7609730 h 8133350"/>
              <a:gd name="connsiteX1805" fmla="*/ 14111931 w 15276297"/>
              <a:gd name="connsiteY1805" fmla="*/ 7609730 h 8133350"/>
              <a:gd name="connsiteX1806" fmla="*/ 14175660 w 15276297"/>
              <a:gd name="connsiteY1806" fmla="*/ 7673460 h 8133350"/>
              <a:gd name="connsiteX1807" fmla="*/ 14365128 w 15276297"/>
              <a:gd name="connsiteY1807" fmla="*/ 7673460 h 8133350"/>
              <a:gd name="connsiteX1808" fmla="*/ 14301399 w 15276297"/>
              <a:gd name="connsiteY1808" fmla="*/ 7609730 h 8133350"/>
              <a:gd name="connsiteX1809" fmla="*/ 14523019 w 15276297"/>
              <a:gd name="connsiteY1809" fmla="*/ 7830776 h 8133350"/>
              <a:gd name="connsiteX1810" fmla="*/ 14333550 w 15276297"/>
              <a:gd name="connsiteY1810" fmla="*/ 7830776 h 8133350"/>
              <a:gd name="connsiteX1811" fmla="*/ 14397281 w 15276297"/>
              <a:gd name="connsiteY1811" fmla="*/ 7894506 h 8133350"/>
              <a:gd name="connsiteX1812" fmla="*/ 14586749 w 15276297"/>
              <a:gd name="connsiteY1812" fmla="*/ 7894506 h 8133350"/>
              <a:gd name="connsiteX1813" fmla="*/ 14523019 w 15276297"/>
              <a:gd name="connsiteY1813" fmla="*/ 7830776 h 8133350"/>
              <a:gd name="connsiteX1814" fmla="*/ 14412208 w 15276297"/>
              <a:gd name="connsiteY1814" fmla="*/ 7720540 h 8133350"/>
              <a:gd name="connsiteX1815" fmla="*/ 14222740 w 15276297"/>
              <a:gd name="connsiteY1815" fmla="*/ 7720540 h 8133350"/>
              <a:gd name="connsiteX1816" fmla="*/ 14286471 w 15276297"/>
              <a:gd name="connsiteY1816" fmla="*/ 7784270 h 8133350"/>
              <a:gd name="connsiteX1817" fmla="*/ 14475939 w 15276297"/>
              <a:gd name="connsiteY1817" fmla="*/ 7784270 h 8133350"/>
              <a:gd name="connsiteX1818" fmla="*/ 14412208 w 15276297"/>
              <a:gd name="connsiteY1818" fmla="*/ 7720540 h 8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</a:cxnLst>
            <a:rect l="l" t="t" r="r" b="b"/>
            <a:pathLst>
              <a:path w="15276297" h="8133350">
                <a:moveTo>
                  <a:pt x="11527700" y="2279933"/>
                </a:moveTo>
                <a:cubicBezTo>
                  <a:pt x="11515069" y="2279933"/>
                  <a:pt x="11504734" y="2290268"/>
                  <a:pt x="11504734" y="2302899"/>
                </a:cubicBezTo>
                <a:cubicBezTo>
                  <a:pt x="11504734" y="2315531"/>
                  <a:pt x="11515069" y="2325865"/>
                  <a:pt x="11527700" y="2325865"/>
                </a:cubicBezTo>
                <a:cubicBezTo>
                  <a:pt x="11540331" y="2325865"/>
                  <a:pt x="11550666" y="2315531"/>
                  <a:pt x="11550666" y="2302899"/>
                </a:cubicBezTo>
                <a:cubicBezTo>
                  <a:pt x="11550666" y="2290268"/>
                  <a:pt x="11540331" y="2279933"/>
                  <a:pt x="11527700" y="2279933"/>
                </a:cubicBezTo>
                <a:close/>
                <a:moveTo>
                  <a:pt x="11631046" y="2279933"/>
                </a:moveTo>
                <a:cubicBezTo>
                  <a:pt x="11618415" y="2279933"/>
                  <a:pt x="11608080" y="2290268"/>
                  <a:pt x="11608080" y="2302899"/>
                </a:cubicBezTo>
                <a:cubicBezTo>
                  <a:pt x="11608080" y="2315531"/>
                  <a:pt x="11618415" y="2325865"/>
                  <a:pt x="11631046" y="2325865"/>
                </a:cubicBezTo>
                <a:cubicBezTo>
                  <a:pt x="11643677" y="2325865"/>
                  <a:pt x="11654012" y="2315531"/>
                  <a:pt x="11654012" y="2302899"/>
                </a:cubicBezTo>
                <a:cubicBezTo>
                  <a:pt x="11654012" y="2290268"/>
                  <a:pt x="11643677" y="2279933"/>
                  <a:pt x="11631046" y="2279933"/>
                </a:cubicBezTo>
                <a:close/>
                <a:moveTo>
                  <a:pt x="11734967" y="2279933"/>
                </a:moveTo>
                <a:cubicBezTo>
                  <a:pt x="11722335" y="2279933"/>
                  <a:pt x="11712001" y="2290268"/>
                  <a:pt x="11712001" y="2302899"/>
                </a:cubicBezTo>
                <a:cubicBezTo>
                  <a:pt x="11712001" y="2315531"/>
                  <a:pt x="11722335" y="2325865"/>
                  <a:pt x="11734967" y="2325865"/>
                </a:cubicBezTo>
                <a:cubicBezTo>
                  <a:pt x="11747598" y="2325865"/>
                  <a:pt x="11757933" y="2315531"/>
                  <a:pt x="11757933" y="2302899"/>
                </a:cubicBezTo>
                <a:cubicBezTo>
                  <a:pt x="11757933" y="2290268"/>
                  <a:pt x="11747598" y="2279933"/>
                  <a:pt x="11734967" y="2279933"/>
                </a:cubicBezTo>
                <a:close/>
                <a:moveTo>
                  <a:pt x="11734967" y="2365481"/>
                </a:moveTo>
                <a:cubicBezTo>
                  <a:pt x="11722335" y="2365481"/>
                  <a:pt x="11712001" y="2375816"/>
                  <a:pt x="11712001" y="2388447"/>
                </a:cubicBezTo>
                <a:cubicBezTo>
                  <a:pt x="11712001" y="2401078"/>
                  <a:pt x="11722335" y="2411413"/>
                  <a:pt x="11734967" y="2411413"/>
                </a:cubicBezTo>
                <a:cubicBezTo>
                  <a:pt x="11747598" y="2411413"/>
                  <a:pt x="11757933" y="2401078"/>
                  <a:pt x="11757933" y="2388447"/>
                </a:cubicBezTo>
                <a:cubicBezTo>
                  <a:pt x="11757933" y="2375816"/>
                  <a:pt x="11747598" y="2365481"/>
                  <a:pt x="11734967" y="2365481"/>
                </a:cubicBezTo>
                <a:close/>
                <a:moveTo>
                  <a:pt x="11631046" y="2365481"/>
                </a:moveTo>
                <a:cubicBezTo>
                  <a:pt x="11618415" y="2365481"/>
                  <a:pt x="11608080" y="2375816"/>
                  <a:pt x="11608080" y="2388447"/>
                </a:cubicBezTo>
                <a:cubicBezTo>
                  <a:pt x="11608080" y="2401078"/>
                  <a:pt x="11618415" y="2411413"/>
                  <a:pt x="11631046" y="2411413"/>
                </a:cubicBezTo>
                <a:cubicBezTo>
                  <a:pt x="11643677" y="2411413"/>
                  <a:pt x="11654012" y="2401078"/>
                  <a:pt x="11654012" y="2388447"/>
                </a:cubicBezTo>
                <a:cubicBezTo>
                  <a:pt x="11654012" y="2375816"/>
                  <a:pt x="11643677" y="2365481"/>
                  <a:pt x="11631046" y="2365481"/>
                </a:cubicBezTo>
                <a:close/>
                <a:moveTo>
                  <a:pt x="11320433" y="2279933"/>
                </a:moveTo>
                <a:cubicBezTo>
                  <a:pt x="11307802" y="2279933"/>
                  <a:pt x="11297467" y="2290268"/>
                  <a:pt x="11297467" y="2302899"/>
                </a:cubicBezTo>
                <a:cubicBezTo>
                  <a:pt x="11297467" y="2315531"/>
                  <a:pt x="11307802" y="2325865"/>
                  <a:pt x="11320433" y="2325865"/>
                </a:cubicBezTo>
                <a:cubicBezTo>
                  <a:pt x="11333065" y="2325865"/>
                  <a:pt x="11343399" y="2315531"/>
                  <a:pt x="11343399" y="2302899"/>
                </a:cubicBezTo>
                <a:cubicBezTo>
                  <a:pt x="11343399" y="2290268"/>
                  <a:pt x="11333065" y="2279933"/>
                  <a:pt x="11320433" y="2279933"/>
                </a:cubicBezTo>
                <a:close/>
                <a:moveTo>
                  <a:pt x="11424354" y="2365481"/>
                </a:moveTo>
                <a:cubicBezTo>
                  <a:pt x="11411723" y="2365481"/>
                  <a:pt x="11401388" y="2375816"/>
                  <a:pt x="11401388" y="2388447"/>
                </a:cubicBezTo>
                <a:cubicBezTo>
                  <a:pt x="11401388" y="2401078"/>
                  <a:pt x="11411723" y="2411413"/>
                  <a:pt x="11424354" y="2411413"/>
                </a:cubicBezTo>
                <a:cubicBezTo>
                  <a:pt x="11436985" y="2411413"/>
                  <a:pt x="11447320" y="2401078"/>
                  <a:pt x="11447320" y="2388447"/>
                </a:cubicBezTo>
                <a:cubicBezTo>
                  <a:pt x="11447320" y="2375816"/>
                  <a:pt x="11436985" y="2365481"/>
                  <a:pt x="11424354" y="2365481"/>
                </a:cubicBezTo>
                <a:close/>
                <a:moveTo>
                  <a:pt x="11527700" y="2365481"/>
                </a:moveTo>
                <a:cubicBezTo>
                  <a:pt x="11515069" y="2365481"/>
                  <a:pt x="11504734" y="2375816"/>
                  <a:pt x="11504734" y="2388447"/>
                </a:cubicBezTo>
                <a:cubicBezTo>
                  <a:pt x="11504734" y="2401078"/>
                  <a:pt x="11515069" y="2411413"/>
                  <a:pt x="11527700" y="2411413"/>
                </a:cubicBezTo>
                <a:cubicBezTo>
                  <a:pt x="11540331" y="2411413"/>
                  <a:pt x="11550666" y="2401078"/>
                  <a:pt x="11550666" y="2388447"/>
                </a:cubicBezTo>
                <a:cubicBezTo>
                  <a:pt x="11550666" y="2375816"/>
                  <a:pt x="11540331" y="2365481"/>
                  <a:pt x="11527700" y="2365481"/>
                </a:cubicBezTo>
                <a:close/>
                <a:moveTo>
                  <a:pt x="11424354" y="2279933"/>
                </a:moveTo>
                <a:cubicBezTo>
                  <a:pt x="11411723" y="2279933"/>
                  <a:pt x="11401388" y="2290268"/>
                  <a:pt x="11401388" y="2302899"/>
                </a:cubicBezTo>
                <a:cubicBezTo>
                  <a:pt x="11401388" y="2315531"/>
                  <a:pt x="11411723" y="2325865"/>
                  <a:pt x="11424354" y="2325865"/>
                </a:cubicBezTo>
                <a:cubicBezTo>
                  <a:pt x="11436985" y="2325865"/>
                  <a:pt x="11447320" y="2315531"/>
                  <a:pt x="11447320" y="2302899"/>
                </a:cubicBezTo>
                <a:cubicBezTo>
                  <a:pt x="11447320" y="2290268"/>
                  <a:pt x="11436985" y="2279933"/>
                  <a:pt x="11424354" y="2279933"/>
                </a:cubicBezTo>
                <a:close/>
                <a:moveTo>
                  <a:pt x="11320433" y="2365481"/>
                </a:moveTo>
                <a:cubicBezTo>
                  <a:pt x="11307802" y="2365481"/>
                  <a:pt x="11297467" y="2375816"/>
                  <a:pt x="11297467" y="2388447"/>
                </a:cubicBezTo>
                <a:cubicBezTo>
                  <a:pt x="11297467" y="2401078"/>
                  <a:pt x="11307802" y="2411413"/>
                  <a:pt x="11320433" y="2411413"/>
                </a:cubicBezTo>
                <a:cubicBezTo>
                  <a:pt x="11333065" y="2411413"/>
                  <a:pt x="11343399" y="2401078"/>
                  <a:pt x="11343399" y="2388447"/>
                </a:cubicBezTo>
                <a:cubicBezTo>
                  <a:pt x="11343399" y="2375816"/>
                  <a:pt x="11333065" y="2365481"/>
                  <a:pt x="11320433" y="2365481"/>
                </a:cubicBezTo>
                <a:close/>
                <a:moveTo>
                  <a:pt x="3048715" y="3916249"/>
                </a:moveTo>
                <a:cubicBezTo>
                  <a:pt x="3036083" y="3916249"/>
                  <a:pt x="3025749" y="3926584"/>
                  <a:pt x="3025749" y="3939215"/>
                </a:cubicBezTo>
                <a:cubicBezTo>
                  <a:pt x="3025749" y="3951846"/>
                  <a:pt x="3036083" y="3962181"/>
                  <a:pt x="3048715" y="3962181"/>
                </a:cubicBezTo>
                <a:cubicBezTo>
                  <a:pt x="3061346" y="3962181"/>
                  <a:pt x="3071680" y="3951846"/>
                  <a:pt x="3071680" y="3939215"/>
                </a:cubicBezTo>
                <a:cubicBezTo>
                  <a:pt x="3071680" y="3926584"/>
                  <a:pt x="3061346" y="3916249"/>
                  <a:pt x="3048715" y="3916249"/>
                </a:cubicBezTo>
                <a:close/>
                <a:moveTo>
                  <a:pt x="2737527" y="4001797"/>
                </a:moveTo>
                <a:cubicBezTo>
                  <a:pt x="2724896" y="4001797"/>
                  <a:pt x="2714562" y="4012132"/>
                  <a:pt x="2714562" y="4024763"/>
                </a:cubicBezTo>
                <a:cubicBezTo>
                  <a:pt x="2714562" y="4037394"/>
                  <a:pt x="2724896" y="4047729"/>
                  <a:pt x="2737527" y="4047729"/>
                </a:cubicBezTo>
                <a:cubicBezTo>
                  <a:pt x="2750159" y="4047729"/>
                  <a:pt x="2760493" y="4037394"/>
                  <a:pt x="2760493" y="4024763"/>
                </a:cubicBezTo>
                <a:cubicBezTo>
                  <a:pt x="2760493" y="4012132"/>
                  <a:pt x="2750159" y="4001797"/>
                  <a:pt x="2737527" y="4001797"/>
                </a:cubicBezTo>
                <a:close/>
                <a:moveTo>
                  <a:pt x="2634181" y="4001797"/>
                </a:moveTo>
                <a:cubicBezTo>
                  <a:pt x="2621550" y="4001797"/>
                  <a:pt x="2611215" y="4012132"/>
                  <a:pt x="2611215" y="4024763"/>
                </a:cubicBezTo>
                <a:cubicBezTo>
                  <a:pt x="2611215" y="4037394"/>
                  <a:pt x="2621550" y="4047729"/>
                  <a:pt x="2634181" y="4047729"/>
                </a:cubicBezTo>
                <a:cubicBezTo>
                  <a:pt x="2646813" y="4047729"/>
                  <a:pt x="2657147" y="4037394"/>
                  <a:pt x="2657147" y="4024763"/>
                </a:cubicBezTo>
                <a:cubicBezTo>
                  <a:pt x="2657147" y="4012132"/>
                  <a:pt x="2646813" y="4001797"/>
                  <a:pt x="2634181" y="4001797"/>
                </a:cubicBezTo>
                <a:close/>
                <a:moveTo>
                  <a:pt x="2944794" y="4001797"/>
                </a:moveTo>
                <a:cubicBezTo>
                  <a:pt x="2932163" y="4001797"/>
                  <a:pt x="2921828" y="4012132"/>
                  <a:pt x="2921828" y="4024763"/>
                </a:cubicBezTo>
                <a:cubicBezTo>
                  <a:pt x="2921828" y="4037394"/>
                  <a:pt x="2932163" y="4047729"/>
                  <a:pt x="2944794" y="4047729"/>
                </a:cubicBezTo>
                <a:cubicBezTo>
                  <a:pt x="2957425" y="4047729"/>
                  <a:pt x="2967760" y="4037394"/>
                  <a:pt x="2967760" y="4024763"/>
                </a:cubicBezTo>
                <a:cubicBezTo>
                  <a:pt x="2967760" y="4012132"/>
                  <a:pt x="2957425" y="4001797"/>
                  <a:pt x="2944794" y="4001797"/>
                </a:cubicBezTo>
                <a:close/>
                <a:moveTo>
                  <a:pt x="2737527" y="3916249"/>
                </a:moveTo>
                <a:cubicBezTo>
                  <a:pt x="2724896" y="3916249"/>
                  <a:pt x="2714562" y="3926584"/>
                  <a:pt x="2714562" y="3939215"/>
                </a:cubicBezTo>
                <a:cubicBezTo>
                  <a:pt x="2714562" y="3951846"/>
                  <a:pt x="2724896" y="3962181"/>
                  <a:pt x="2737527" y="3962181"/>
                </a:cubicBezTo>
                <a:cubicBezTo>
                  <a:pt x="2750159" y="3962181"/>
                  <a:pt x="2760493" y="3951846"/>
                  <a:pt x="2760493" y="3939215"/>
                </a:cubicBezTo>
                <a:cubicBezTo>
                  <a:pt x="2760493" y="3926584"/>
                  <a:pt x="2750159" y="3916249"/>
                  <a:pt x="2737527" y="3916249"/>
                </a:cubicBezTo>
                <a:close/>
                <a:moveTo>
                  <a:pt x="2634181" y="3916249"/>
                </a:moveTo>
                <a:cubicBezTo>
                  <a:pt x="2621550" y="3916249"/>
                  <a:pt x="2611215" y="3926584"/>
                  <a:pt x="2611215" y="3939215"/>
                </a:cubicBezTo>
                <a:cubicBezTo>
                  <a:pt x="2611215" y="3951846"/>
                  <a:pt x="2621550" y="3962181"/>
                  <a:pt x="2634181" y="3962181"/>
                </a:cubicBezTo>
                <a:cubicBezTo>
                  <a:pt x="2646813" y="3962181"/>
                  <a:pt x="2657147" y="3951846"/>
                  <a:pt x="2657147" y="3939215"/>
                </a:cubicBezTo>
                <a:cubicBezTo>
                  <a:pt x="2657147" y="3926584"/>
                  <a:pt x="2646813" y="3916249"/>
                  <a:pt x="2634181" y="3916249"/>
                </a:cubicBezTo>
                <a:close/>
                <a:moveTo>
                  <a:pt x="2841448" y="3916249"/>
                </a:moveTo>
                <a:cubicBezTo>
                  <a:pt x="2828817" y="3916249"/>
                  <a:pt x="2818482" y="3926584"/>
                  <a:pt x="2818482" y="3939215"/>
                </a:cubicBezTo>
                <a:cubicBezTo>
                  <a:pt x="2818482" y="3951846"/>
                  <a:pt x="2828817" y="3962181"/>
                  <a:pt x="2841448" y="3962181"/>
                </a:cubicBezTo>
                <a:cubicBezTo>
                  <a:pt x="2854079" y="3962181"/>
                  <a:pt x="2864414" y="3951846"/>
                  <a:pt x="2864414" y="3939215"/>
                </a:cubicBezTo>
                <a:cubicBezTo>
                  <a:pt x="2864414" y="3926584"/>
                  <a:pt x="2854079" y="3916249"/>
                  <a:pt x="2841448" y="3916249"/>
                </a:cubicBezTo>
                <a:close/>
                <a:moveTo>
                  <a:pt x="2944794" y="3916249"/>
                </a:moveTo>
                <a:cubicBezTo>
                  <a:pt x="2932163" y="3916249"/>
                  <a:pt x="2921828" y="3926584"/>
                  <a:pt x="2921828" y="3939215"/>
                </a:cubicBezTo>
                <a:cubicBezTo>
                  <a:pt x="2921828" y="3951846"/>
                  <a:pt x="2932163" y="3962181"/>
                  <a:pt x="2944794" y="3962181"/>
                </a:cubicBezTo>
                <a:cubicBezTo>
                  <a:pt x="2957425" y="3962181"/>
                  <a:pt x="2967760" y="3951846"/>
                  <a:pt x="2967760" y="3939215"/>
                </a:cubicBezTo>
                <a:cubicBezTo>
                  <a:pt x="2967760" y="3926584"/>
                  <a:pt x="2957425" y="3916249"/>
                  <a:pt x="2944794" y="3916249"/>
                </a:cubicBezTo>
                <a:close/>
                <a:moveTo>
                  <a:pt x="3048715" y="4001797"/>
                </a:moveTo>
                <a:cubicBezTo>
                  <a:pt x="3036083" y="4001797"/>
                  <a:pt x="3025749" y="4012132"/>
                  <a:pt x="3025749" y="4024763"/>
                </a:cubicBezTo>
                <a:cubicBezTo>
                  <a:pt x="3025749" y="4037394"/>
                  <a:pt x="3036083" y="4047729"/>
                  <a:pt x="3048715" y="4047729"/>
                </a:cubicBezTo>
                <a:cubicBezTo>
                  <a:pt x="3061346" y="4047729"/>
                  <a:pt x="3071680" y="4037394"/>
                  <a:pt x="3071680" y="4024763"/>
                </a:cubicBezTo>
                <a:cubicBezTo>
                  <a:pt x="3071680" y="4012132"/>
                  <a:pt x="3061346" y="4001797"/>
                  <a:pt x="3048715" y="4001797"/>
                </a:cubicBezTo>
                <a:close/>
                <a:moveTo>
                  <a:pt x="2841448" y="4001797"/>
                </a:moveTo>
                <a:cubicBezTo>
                  <a:pt x="2828817" y="4001797"/>
                  <a:pt x="2818482" y="4012132"/>
                  <a:pt x="2818482" y="4024763"/>
                </a:cubicBezTo>
                <a:cubicBezTo>
                  <a:pt x="2818482" y="4037394"/>
                  <a:pt x="2828817" y="4047729"/>
                  <a:pt x="2841448" y="4047729"/>
                </a:cubicBezTo>
                <a:cubicBezTo>
                  <a:pt x="2854079" y="4047729"/>
                  <a:pt x="2864414" y="4037394"/>
                  <a:pt x="2864414" y="4024763"/>
                </a:cubicBezTo>
                <a:cubicBezTo>
                  <a:pt x="2864414" y="4012132"/>
                  <a:pt x="2854079" y="4001797"/>
                  <a:pt x="2841448" y="4001797"/>
                </a:cubicBezTo>
                <a:close/>
                <a:moveTo>
                  <a:pt x="6635404" y="7527627"/>
                </a:moveTo>
                <a:cubicBezTo>
                  <a:pt x="6648035" y="7527627"/>
                  <a:pt x="6658370" y="7517292"/>
                  <a:pt x="6658370" y="7504661"/>
                </a:cubicBezTo>
                <a:cubicBezTo>
                  <a:pt x="6658370" y="7492030"/>
                  <a:pt x="6648035" y="7481695"/>
                  <a:pt x="6635404" y="7481695"/>
                </a:cubicBezTo>
                <a:cubicBezTo>
                  <a:pt x="6622772" y="7481695"/>
                  <a:pt x="6612438" y="7492030"/>
                  <a:pt x="6612438" y="7504661"/>
                </a:cubicBezTo>
                <a:cubicBezTo>
                  <a:pt x="6612438" y="7517292"/>
                  <a:pt x="6622772" y="7527627"/>
                  <a:pt x="6635404" y="7527627"/>
                </a:cubicBezTo>
                <a:close/>
                <a:moveTo>
                  <a:pt x="6720952" y="7481121"/>
                </a:moveTo>
                <a:cubicBezTo>
                  <a:pt x="6708320" y="7481121"/>
                  <a:pt x="6697986" y="7491455"/>
                  <a:pt x="6697986" y="7504087"/>
                </a:cubicBezTo>
                <a:cubicBezTo>
                  <a:pt x="6697986" y="7516718"/>
                  <a:pt x="6708320" y="7527053"/>
                  <a:pt x="6720952" y="7527053"/>
                </a:cubicBezTo>
                <a:cubicBezTo>
                  <a:pt x="6733583" y="7527053"/>
                  <a:pt x="6743918" y="7516718"/>
                  <a:pt x="6743918" y="7504087"/>
                </a:cubicBezTo>
                <a:cubicBezTo>
                  <a:pt x="6743918" y="7491455"/>
                  <a:pt x="6733583" y="7481121"/>
                  <a:pt x="6720952" y="7481121"/>
                </a:cubicBezTo>
                <a:close/>
                <a:moveTo>
                  <a:pt x="6635404" y="7630973"/>
                </a:moveTo>
                <a:cubicBezTo>
                  <a:pt x="6648035" y="7630973"/>
                  <a:pt x="6658370" y="7620638"/>
                  <a:pt x="6658370" y="7608007"/>
                </a:cubicBezTo>
                <a:cubicBezTo>
                  <a:pt x="6658370" y="7595376"/>
                  <a:pt x="6648035" y="7585041"/>
                  <a:pt x="6635404" y="7585041"/>
                </a:cubicBezTo>
                <a:cubicBezTo>
                  <a:pt x="6622772" y="7585041"/>
                  <a:pt x="6612438" y="7595376"/>
                  <a:pt x="6612438" y="7608007"/>
                </a:cubicBezTo>
                <a:cubicBezTo>
                  <a:pt x="6612438" y="7620638"/>
                  <a:pt x="6622772" y="7630973"/>
                  <a:pt x="6635404" y="7630973"/>
                </a:cubicBezTo>
                <a:close/>
                <a:moveTo>
                  <a:pt x="6720952" y="7688388"/>
                </a:moveTo>
                <a:cubicBezTo>
                  <a:pt x="6708320" y="7688388"/>
                  <a:pt x="6697986" y="7698722"/>
                  <a:pt x="6697986" y="7711353"/>
                </a:cubicBezTo>
                <a:cubicBezTo>
                  <a:pt x="6697986" y="7723984"/>
                  <a:pt x="6708320" y="7734319"/>
                  <a:pt x="6720952" y="7734319"/>
                </a:cubicBezTo>
                <a:cubicBezTo>
                  <a:pt x="6733583" y="7734319"/>
                  <a:pt x="6743918" y="7723984"/>
                  <a:pt x="6743918" y="7711353"/>
                </a:cubicBezTo>
                <a:cubicBezTo>
                  <a:pt x="6743918" y="7698722"/>
                  <a:pt x="6733583" y="7688388"/>
                  <a:pt x="6720952" y="7688388"/>
                </a:cubicBezTo>
                <a:close/>
                <a:moveTo>
                  <a:pt x="6635404" y="7895654"/>
                </a:moveTo>
                <a:cubicBezTo>
                  <a:pt x="6622772" y="7895654"/>
                  <a:pt x="6612438" y="7905989"/>
                  <a:pt x="6612438" y="7918620"/>
                </a:cubicBezTo>
                <a:cubicBezTo>
                  <a:pt x="6612438" y="7931252"/>
                  <a:pt x="6622772" y="7941586"/>
                  <a:pt x="6635404" y="7941586"/>
                </a:cubicBezTo>
                <a:cubicBezTo>
                  <a:pt x="6648035" y="7941586"/>
                  <a:pt x="6658370" y="7931252"/>
                  <a:pt x="6658370" y="7918620"/>
                </a:cubicBezTo>
                <a:cubicBezTo>
                  <a:pt x="6658370" y="7905989"/>
                  <a:pt x="6648035" y="7895654"/>
                  <a:pt x="6635404" y="7895654"/>
                </a:cubicBezTo>
                <a:close/>
                <a:moveTo>
                  <a:pt x="6720952" y="7584467"/>
                </a:moveTo>
                <a:cubicBezTo>
                  <a:pt x="6708320" y="7584467"/>
                  <a:pt x="6697986" y="7594801"/>
                  <a:pt x="6697986" y="7607433"/>
                </a:cubicBezTo>
                <a:cubicBezTo>
                  <a:pt x="6697986" y="7620064"/>
                  <a:pt x="6708320" y="7630399"/>
                  <a:pt x="6720952" y="7630399"/>
                </a:cubicBezTo>
                <a:cubicBezTo>
                  <a:pt x="6733583" y="7630399"/>
                  <a:pt x="6743918" y="7620064"/>
                  <a:pt x="6743918" y="7607433"/>
                </a:cubicBezTo>
                <a:cubicBezTo>
                  <a:pt x="6743918" y="7594801"/>
                  <a:pt x="6733583" y="7584467"/>
                  <a:pt x="6720952" y="7584467"/>
                </a:cubicBezTo>
                <a:close/>
                <a:moveTo>
                  <a:pt x="6720952" y="7791734"/>
                </a:moveTo>
                <a:cubicBezTo>
                  <a:pt x="6708320" y="7791734"/>
                  <a:pt x="6697986" y="7802069"/>
                  <a:pt x="6697986" y="7814700"/>
                </a:cubicBezTo>
                <a:cubicBezTo>
                  <a:pt x="6697986" y="7827331"/>
                  <a:pt x="6708320" y="7837665"/>
                  <a:pt x="6720952" y="7837665"/>
                </a:cubicBezTo>
                <a:cubicBezTo>
                  <a:pt x="6733583" y="7837665"/>
                  <a:pt x="6743918" y="7827331"/>
                  <a:pt x="6743918" y="7814700"/>
                </a:cubicBezTo>
                <a:cubicBezTo>
                  <a:pt x="6743918" y="7802069"/>
                  <a:pt x="6733583" y="7791734"/>
                  <a:pt x="6720952" y="7791734"/>
                </a:cubicBezTo>
                <a:close/>
                <a:moveTo>
                  <a:pt x="6635404" y="7791734"/>
                </a:moveTo>
                <a:cubicBezTo>
                  <a:pt x="6622772" y="7791734"/>
                  <a:pt x="6612438" y="7802069"/>
                  <a:pt x="6612438" y="7814700"/>
                </a:cubicBezTo>
                <a:cubicBezTo>
                  <a:pt x="6612438" y="7827331"/>
                  <a:pt x="6622772" y="7837665"/>
                  <a:pt x="6635404" y="7837665"/>
                </a:cubicBezTo>
                <a:cubicBezTo>
                  <a:pt x="6648035" y="7837665"/>
                  <a:pt x="6658370" y="7827331"/>
                  <a:pt x="6658370" y="7814700"/>
                </a:cubicBezTo>
                <a:cubicBezTo>
                  <a:pt x="6658370" y="7802069"/>
                  <a:pt x="6648035" y="7791734"/>
                  <a:pt x="6635404" y="7791734"/>
                </a:cubicBezTo>
                <a:close/>
                <a:moveTo>
                  <a:pt x="6720952" y="7895654"/>
                </a:moveTo>
                <a:cubicBezTo>
                  <a:pt x="6708320" y="7895654"/>
                  <a:pt x="6697986" y="7905989"/>
                  <a:pt x="6697986" y="7918620"/>
                </a:cubicBezTo>
                <a:cubicBezTo>
                  <a:pt x="6697986" y="7931252"/>
                  <a:pt x="6708320" y="7941586"/>
                  <a:pt x="6720952" y="7941586"/>
                </a:cubicBezTo>
                <a:cubicBezTo>
                  <a:pt x="6733583" y="7941586"/>
                  <a:pt x="6743918" y="7931252"/>
                  <a:pt x="6743918" y="7918620"/>
                </a:cubicBezTo>
                <a:cubicBezTo>
                  <a:pt x="6743918" y="7905989"/>
                  <a:pt x="6733583" y="7895654"/>
                  <a:pt x="6720952" y="7895654"/>
                </a:cubicBezTo>
                <a:close/>
                <a:moveTo>
                  <a:pt x="6635404" y="7688388"/>
                </a:moveTo>
                <a:cubicBezTo>
                  <a:pt x="6622772" y="7688388"/>
                  <a:pt x="6612438" y="7698722"/>
                  <a:pt x="6612438" y="7711353"/>
                </a:cubicBezTo>
                <a:cubicBezTo>
                  <a:pt x="6612438" y="7723984"/>
                  <a:pt x="6622772" y="7734319"/>
                  <a:pt x="6635404" y="7734319"/>
                </a:cubicBezTo>
                <a:cubicBezTo>
                  <a:pt x="6648035" y="7734319"/>
                  <a:pt x="6658370" y="7723984"/>
                  <a:pt x="6658370" y="7711353"/>
                </a:cubicBezTo>
                <a:cubicBezTo>
                  <a:pt x="6658370" y="7698722"/>
                  <a:pt x="6648035" y="7688388"/>
                  <a:pt x="6635404" y="7688388"/>
                </a:cubicBezTo>
                <a:close/>
                <a:moveTo>
                  <a:pt x="1923963" y="2088743"/>
                </a:moveTo>
                <a:cubicBezTo>
                  <a:pt x="1911332" y="2088743"/>
                  <a:pt x="1900997" y="2099077"/>
                  <a:pt x="1900997" y="2111709"/>
                </a:cubicBezTo>
                <a:cubicBezTo>
                  <a:pt x="1900997" y="2124340"/>
                  <a:pt x="1911332" y="2134675"/>
                  <a:pt x="1923963" y="2134675"/>
                </a:cubicBezTo>
                <a:cubicBezTo>
                  <a:pt x="1936594" y="2134675"/>
                  <a:pt x="1946929" y="2124340"/>
                  <a:pt x="1946929" y="2111709"/>
                </a:cubicBezTo>
                <a:cubicBezTo>
                  <a:pt x="1946929" y="2099077"/>
                  <a:pt x="1936594" y="2088743"/>
                  <a:pt x="1923963" y="2088743"/>
                </a:cubicBezTo>
                <a:close/>
                <a:moveTo>
                  <a:pt x="1923963" y="2174290"/>
                </a:moveTo>
                <a:cubicBezTo>
                  <a:pt x="1911332" y="2174290"/>
                  <a:pt x="1900997" y="2184625"/>
                  <a:pt x="1900997" y="2197256"/>
                </a:cubicBezTo>
                <a:cubicBezTo>
                  <a:pt x="1900997" y="2209888"/>
                  <a:pt x="1911332" y="2220222"/>
                  <a:pt x="1923963" y="2220222"/>
                </a:cubicBezTo>
                <a:cubicBezTo>
                  <a:pt x="1936594" y="2220222"/>
                  <a:pt x="1946929" y="2209888"/>
                  <a:pt x="1946929" y="2197256"/>
                </a:cubicBezTo>
                <a:cubicBezTo>
                  <a:pt x="1946929" y="2184625"/>
                  <a:pt x="1936594" y="2174290"/>
                  <a:pt x="1923963" y="2174290"/>
                </a:cubicBezTo>
                <a:close/>
                <a:moveTo>
                  <a:pt x="1716696" y="2174290"/>
                </a:moveTo>
                <a:cubicBezTo>
                  <a:pt x="1704065" y="2174290"/>
                  <a:pt x="1693730" y="2184625"/>
                  <a:pt x="1693730" y="2197256"/>
                </a:cubicBezTo>
                <a:cubicBezTo>
                  <a:pt x="1693730" y="2209888"/>
                  <a:pt x="1704065" y="2220222"/>
                  <a:pt x="1716696" y="2220222"/>
                </a:cubicBezTo>
                <a:cubicBezTo>
                  <a:pt x="1729327" y="2220222"/>
                  <a:pt x="1739662" y="2209888"/>
                  <a:pt x="1739662" y="2197256"/>
                </a:cubicBezTo>
                <a:cubicBezTo>
                  <a:pt x="1739662" y="2184625"/>
                  <a:pt x="1729327" y="2174290"/>
                  <a:pt x="1716696" y="2174290"/>
                </a:cubicBezTo>
                <a:close/>
                <a:moveTo>
                  <a:pt x="1820616" y="2174290"/>
                </a:moveTo>
                <a:cubicBezTo>
                  <a:pt x="1807985" y="2174290"/>
                  <a:pt x="1797651" y="2184625"/>
                  <a:pt x="1797651" y="2197256"/>
                </a:cubicBezTo>
                <a:cubicBezTo>
                  <a:pt x="1797651" y="2209888"/>
                  <a:pt x="1807985" y="2220222"/>
                  <a:pt x="1820616" y="2220222"/>
                </a:cubicBezTo>
                <a:cubicBezTo>
                  <a:pt x="1833248" y="2220222"/>
                  <a:pt x="1843582" y="2209888"/>
                  <a:pt x="1843582" y="2197256"/>
                </a:cubicBezTo>
                <a:cubicBezTo>
                  <a:pt x="1843582" y="2184625"/>
                  <a:pt x="1833248" y="2174290"/>
                  <a:pt x="1820616" y="2174290"/>
                </a:cubicBezTo>
                <a:close/>
                <a:moveTo>
                  <a:pt x="2131229" y="2134675"/>
                </a:moveTo>
                <a:cubicBezTo>
                  <a:pt x="2143861" y="2134675"/>
                  <a:pt x="2154195" y="2124340"/>
                  <a:pt x="2154195" y="2111709"/>
                </a:cubicBezTo>
                <a:cubicBezTo>
                  <a:pt x="2154195" y="2099077"/>
                  <a:pt x="2143861" y="2088743"/>
                  <a:pt x="2131229" y="2088743"/>
                </a:cubicBezTo>
                <a:cubicBezTo>
                  <a:pt x="2118598" y="2088743"/>
                  <a:pt x="2108264" y="2099077"/>
                  <a:pt x="2108264" y="2111709"/>
                </a:cubicBezTo>
                <a:cubicBezTo>
                  <a:pt x="2108264" y="2124340"/>
                  <a:pt x="2118598" y="2134675"/>
                  <a:pt x="2131229" y="2134675"/>
                </a:cubicBezTo>
                <a:close/>
                <a:moveTo>
                  <a:pt x="2027309" y="2134675"/>
                </a:moveTo>
                <a:cubicBezTo>
                  <a:pt x="2039940" y="2134675"/>
                  <a:pt x="2050275" y="2124340"/>
                  <a:pt x="2050275" y="2111709"/>
                </a:cubicBezTo>
                <a:cubicBezTo>
                  <a:pt x="2050275" y="2099077"/>
                  <a:pt x="2039940" y="2088743"/>
                  <a:pt x="2027309" y="2088743"/>
                </a:cubicBezTo>
                <a:cubicBezTo>
                  <a:pt x="2014678" y="2088743"/>
                  <a:pt x="2004343" y="2099077"/>
                  <a:pt x="2004343" y="2111709"/>
                </a:cubicBezTo>
                <a:cubicBezTo>
                  <a:pt x="2004343" y="2124340"/>
                  <a:pt x="2014678" y="2134675"/>
                  <a:pt x="2027309" y="2134675"/>
                </a:cubicBezTo>
                <a:close/>
                <a:moveTo>
                  <a:pt x="1820616" y="2134675"/>
                </a:moveTo>
                <a:cubicBezTo>
                  <a:pt x="1833248" y="2134675"/>
                  <a:pt x="1843582" y="2124340"/>
                  <a:pt x="1843582" y="2111709"/>
                </a:cubicBezTo>
                <a:cubicBezTo>
                  <a:pt x="1843582" y="2099077"/>
                  <a:pt x="1833248" y="2088743"/>
                  <a:pt x="1820616" y="2088743"/>
                </a:cubicBezTo>
                <a:cubicBezTo>
                  <a:pt x="1807985" y="2088743"/>
                  <a:pt x="1797651" y="2099077"/>
                  <a:pt x="1797651" y="2111709"/>
                </a:cubicBezTo>
                <a:cubicBezTo>
                  <a:pt x="1797651" y="2124340"/>
                  <a:pt x="1807985" y="2134675"/>
                  <a:pt x="1820616" y="2134675"/>
                </a:cubicBezTo>
                <a:close/>
                <a:moveTo>
                  <a:pt x="1716696" y="2088743"/>
                </a:moveTo>
                <a:cubicBezTo>
                  <a:pt x="1704065" y="2088743"/>
                  <a:pt x="1693730" y="2099077"/>
                  <a:pt x="1693730" y="2111709"/>
                </a:cubicBezTo>
                <a:cubicBezTo>
                  <a:pt x="1693730" y="2124340"/>
                  <a:pt x="1704065" y="2134675"/>
                  <a:pt x="1716696" y="2134675"/>
                </a:cubicBezTo>
                <a:cubicBezTo>
                  <a:pt x="1729327" y="2134675"/>
                  <a:pt x="1739662" y="2124340"/>
                  <a:pt x="1739662" y="2111709"/>
                </a:cubicBezTo>
                <a:cubicBezTo>
                  <a:pt x="1739662" y="2099077"/>
                  <a:pt x="1729327" y="2088743"/>
                  <a:pt x="1716696" y="2088743"/>
                </a:cubicBezTo>
                <a:close/>
                <a:moveTo>
                  <a:pt x="2131229" y="2220796"/>
                </a:moveTo>
                <a:cubicBezTo>
                  <a:pt x="2143861" y="2220796"/>
                  <a:pt x="2154195" y="2210462"/>
                  <a:pt x="2154195" y="2197831"/>
                </a:cubicBezTo>
                <a:cubicBezTo>
                  <a:pt x="2154195" y="2185199"/>
                  <a:pt x="2143861" y="2174865"/>
                  <a:pt x="2131229" y="2174865"/>
                </a:cubicBezTo>
                <a:cubicBezTo>
                  <a:pt x="2118598" y="2174865"/>
                  <a:pt x="2108264" y="2185199"/>
                  <a:pt x="2108264" y="2197831"/>
                </a:cubicBezTo>
                <a:cubicBezTo>
                  <a:pt x="2108264" y="2210462"/>
                  <a:pt x="2118598" y="2220796"/>
                  <a:pt x="2131229" y="2220796"/>
                </a:cubicBezTo>
                <a:close/>
                <a:moveTo>
                  <a:pt x="2027309" y="2174290"/>
                </a:moveTo>
                <a:cubicBezTo>
                  <a:pt x="2014678" y="2174290"/>
                  <a:pt x="2004343" y="2184625"/>
                  <a:pt x="2004343" y="2197256"/>
                </a:cubicBezTo>
                <a:cubicBezTo>
                  <a:pt x="2004343" y="2209888"/>
                  <a:pt x="2014678" y="2220222"/>
                  <a:pt x="2027309" y="2220222"/>
                </a:cubicBezTo>
                <a:cubicBezTo>
                  <a:pt x="2039940" y="2220222"/>
                  <a:pt x="2050275" y="2209888"/>
                  <a:pt x="2050275" y="2197256"/>
                </a:cubicBezTo>
                <a:cubicBezTo>
                  <a:pt x="2050275" y="2184625"/>
                  <a:pt x="2039940" y="2174290"/>
                  <a:pt x="2027309" y="2174290"/>
                </a:cubicBezTo>
                <a:close/>
                <a:moveTo>
                  <a:pt x="1820616" y="2306918"/>
                </a:moveTo>
                <a:cubicBezTo>
                  <a:pt x="1833248" y="2306918"/>
                  <a:pt x="1843582" y="2296584"/>
                  <a:pt x="1843582" y="2283952"/>
                </a:cubicBezTo>
                <a:cubicBezTo>
                  <a:pt x="1843582" y="2271321"/>
                  <a:pt x="1833248" y="2260987"/>
                  <a:pt x="1820616" y="2260987"/>
                </a:cubicBezTo>
                <a:cubicBezTo>
                  <a:pt x="1807985" y="2260987"/>
                  <a:pt x="1797651" y="2271321"/>
                  <a:pt x="1797651" y="2283952"/>
                </a:cubicBezTo>
                <a:cubicBezTo>
                  <a:pt x="1797651" y="2296584"/>
                  <a:pt x="1807985" y="2306918"/>
                  <a:pt x="1820616" y="2306918"/>
                </a:cubicBezTo>
                <a:close/>
                <a:moveTo>
                  <a:pt x="1716696" y="2345960"/>
                </a:moveTo>
                <a:lnTo>
                  <a:pt x="1716696" y="2345960"/>
                </a:lnTo>
                <a:cubicBezTo>
                  <a:pt x="1713251" y="2345960"/>
                  <a:pt x="1710381" y="2346534"/>
                  <a:pt x="1707510" y="2347683"/>
                </a:cubicBezTo>
                <a:cubicBezTo>
                  <a:pt x="1699472" y="2351128"/>
                  <a:pt x="1693156" y="2359165"/>
                  <a:pt x="1693156" y="2368926"/>
                </a:cubicBezTo>
                <a:cubicBezTo>
                  <a:pt x="1693156" y="2378687"/>
                  <a:pt x="1698898" y="2386724"/>
                  <a:pt x="1707510" y="2390169"/>
                </a:cubicBezTo>
                <a:cubicBezTo>
                  <a:pt x="1710381" y="2391318"/>
                  <a:pt x="1713251" y="2391892"/>
                  <a:pt x="1716696" y="2391892"/>
                </a:cubicBezTo>
                <a:lnTo>
                  <a:pt x="1716696" y="2391892"/>
                </a:lnTo>
                <a:cubicBezTo>
                  <a:pt x="1729327" y="2391892"/>
                  <a:pt x="1739662" y="2381557"/>
                  <a:pt x="1739662" y="2368926"/>
                </a:cubicBezTo>
                <a:cubicBezTo>
                  <a:pt x="1739662" y="2356295"/>
                  <a:pt x="1729327" y="2345960"/>
                  <a:pt x="1716696" y="2345960"/>
                </a:cubicBezTo>
                <a:close/>
                <a:moveTo>
                  <a:pt x="2027309" y="2306918"/>
                </a:moveTo>
                <a:cubicBezTo>
                  <a:pt x="2039940" y="2306918"/>
                  <a:pt x="2050275" y="2296584"/>
                  <a:pt x="2050275" y="2283952"/>
                </a:cubicBezTo>
                <a:cubicBezTo>
                  <a:pt x="2050275" y="2271321"/>
                  <a:pt x="2039940" y="2260987"/>
                  <a:pt x="2027309" y="2260987"/>
                </a:cubicBezTo>
                <a:cubicBezTo>
                  <a:pt x="2014678" y="2260987"/>
                  <a:pt x="2004343" y="2271321"/>
                  <a:pt x="2004343" y="2283952"/>
                </a:cubicBezTo>
                <a:cubicBezTo>
                  <a:pt x="2004343" y="2296584"/>
                  <a:pt x="2014678" y="2306918"/>
                  <a:pt x="2027309" y="2306918"/>
                </a:cubicBezTo>
                <a:close/>
                <a:moveTo>
                  <a:pt x="2122043" y="2390743"/>
                </a:moveTo>
                <a:cubicBezTo>
                  <a:pt x="2124914" y="2391892"/>
                  <a:pt x="2127785" y="2392466"/>
                  <a:pt x="2131229" y="2392466"/>
                </a:cubicBezTo>
                <a:cubicBezTo>
                  <a:pt x="2143861" y="2392466"/>
                  <a:pt x="2154195" y="2382131"/>
                  <a:pt x="2154195" y="2369500"/>
                </a:cubicBezTo>
                <a:cubicBezTo>
                  <a:pt x="2154195" y="2356869"/>
                  <a:pt x="2143861" y="2346534"/>
                  <a:pt x="2131229" y="2346534"/>
                </a:cubicBezTo>
                <a:lnTo>
                  <a:pt x="2131229" y="2346534"/>
                </a:lnTo>
                <a:cubicBezTo>
                  <a:pt x="2127785" y="2346534"/>
                  <a:pt x="2124914" y="2347109"/>
                  <a:pt x="2122043" y="2348257"/>
                </a:cubicBezTo>
                <a:cubicBezTo>
                  <a:pt x="2114005" y="2351702"/>
                  <a:pt x="2107689" y="2359740"/>
                  <a:pt x="2107689" y="2369500"/>
                </a:cubicBezTo>
                <a:cubicBezTo>
                  <a:pt x="2107689" y="2379261"/>
                  <a:pt x="2108264" y="2375816"/>
                  <a:pt x="2109412" y="2378687"/>
                </a:cubicBezTo>
                <a:cubicBezTo>
                  <a:pt x="2111709" y="2384428"/>
                  <a:pt x="2116302" y="2388447"/>
                  <a:pt x="2121469" y="2390743"/>
                </a:cubicBezTo>
                <a:close/>
                <a:moveTo>
                  <a:pt x="2131229" y="2306918"/>
                </a:moveTo>
                <a:cubicBezTo>
                  <a:pt x="2143861" y="2306918"/>
                  <a:pt x="2154195" y="2296584"/>
                  <a:pt x="2154195" y="2283952"/>
                </a:cubicBezTo>
                <a:cubicBezTo>
                  <a:pt x="2154195" y="2271321"/>
                  <a:pt x="2143861" y="2260987"/>
                  <a:pt x="2131229" y="2260987"/>
                </a:cubicBezTo>
                <a:cubicBezTo>
                  <a:pt x="2118598" y="2260987"/>
                  <a:pt x="2108264" y="2271321"/>
                  <a:pt x="2108264" y="2283952"/>
                </a:cubicBezTo>
                <a:cubicBezTo>
                  <a:pt x="2108264" y="2296584"/>
                  <a:pt x="2118598" y="2306918"/>
                  <a:pt x="2131229" y="2306918"/>
                </a:cubicBezTo>
                <a:close/>
                <a:moveTo>
                  <a:pt x="1716696" y="2260412"/>
                </a:moveTo>
                <a:cubicBezTo>
                  <a:pt x="1704065" y="2260412"/>
                  <a:pt x="1693730" y="2270747"/>
                  <a:pt x="1693730" y="2283378"/>
                </a:cubicBezTo>
                <a:cubicBezTo>
                  <a:pt x="1693730" y="2296009"/>
                  <a:pt x="1704065" y="2306344"/>
                  <a:pt x="1716696" y="2306344"/>
                </a:cubicBezTo>
                <a:cubicBezTo>
                  <a:pt x="1729327" y="2306344"/>
                  <a:pt x="1739662" y="2296009"/>
                  <a:pt x="1739662" y="2283378"/>
                </a:cubicBezTo>
                <a:cubicBezTo>
                  <a:pt x="1739662" y="2270747"/>
                  <a:pt x="1729327" y="2260412"/>
                  <a:pt x="1716696" y="2260412"/>
                </a:cubicBezTo>
                <a:close/>
                <a:moveTo>
                  <a:pt x="1923963" y="2260412"/>
                </a:moveTo>
                <a:cubicBezTo>
                  <a:pt x="1911332" y="2260412"/>
                  <a:pt x="1900997" y="2270747"/>
                  <a:pt x="1900997" y="2283378"/>
                </a:cubicBezTo>
                <a:cubicBezTo>
                  <a:pt x="1900997" y="2296009"/>
                  <a:pt x="1911332" y="2306344"/>
                  <a:pt x="1923963" y="2306344"/>
                </a:cubicBezTo>
                <a:cubicBezTo>
                  <a:pt x="1936594" y="2306344"/>
                  <a:pt x="1946929" y="2296009"/>
                  <a:pt x="1946929" y="2283378"/>
                </a:cubicBezTo>
                <a:cubicBezTo>
                  <a:pt x="1946929" y="2270747"/>
                  <a:pt x="1936594" y="2260412"/>
                  <a:pt x="1923963" y="2260412"/>
                </a:cubicBezTo>
                <a:close/>
                <a:moveTo>
                  <a:pt x="1923963" y="2345960"/>
                </a:moveTo>
                <a:lnTo>
                  <a:pt x="1923963" y="2345960"/>
                </a:lnTo>
                <a:cubicBezTo>
                  <a:pt x="1920518" y="2345960"/>
                  <a:pt x="1917647" y="2346534"/>
                  <a:pt x="1914777" y="2347683"/>
                </a:cubicBezTo>
                <a:cubicBezTo>
                  <a:pt x="1906738" y="2351128"/>
                  <a:pt x="1900423" y="2359165"/>
                  <a:pt x="1900423" y="2368926"/>
                </a:cubicBezTo>
                <a:cubicBezTo>
                  <a:pt x="1900423" y="2378687"/>
                  <a:pt x="1906164" y="2386724"/>
                  <a:pt x="1914777" y="2390169"/>
                </a:cubicBezTo>
                <a:cubicBezTo>
                  <a:pt x="1917647" y="2391318"/>
                  <a:pt x="1920518" y="2391892"/>
                  <a:pt x="1923963" y="2391892"/>
                </a:cubicBezTo>
                <a:lnTo>
                  <a:pt x="1923963" y="2391892"/>
                </a:lnTo>
                <a:cubicBezTo>
                  <a:pt x="1936594" y="2391892"/>
                  <a:pt x="1946929" y="2381557"/>
                  <a:pt x="1946929" y="2368926"/>
                </a:cubicBezTo>
                <a:cubicBezTo>
                  <a:pt x="1946929" y="2356295"/>
                  <a:pt x="1936594" y="2345960"/>
                  <a:pt x="1923963" y="2345960"/>
                </a:cubicBezTo>
                <a:close/>
                <a:moveTo>
                  <a:pt x="1829229" y="2348257"/>
                </a:moveTo>
                <a:cubicBezTo>
                  <a:pt x="1826358" y="2347109"/>
                  <a:pt x="1823487" y="2346534"/>
                  <a:pt x="1820042" y="2346534"/>
                </a:cubicBezTo>
                <a:cubicBezTo>
                  <a:pt x="1807411" y="2346534"/>
                  <a:pt x="1797077" y="2356869"/>
                  <a:pt x="1797077" y="2369500"/>
                </a:cubicBezTo>
                <a:cubicBezTo>
                  <a:pt x="1797077" y="2382131"/>
                  <a:pt x="1807411" y="2392466"/>
                  <a:pt x="1820042" y="2392466"/>
                </a:cubicBezTo>
                <a:cubicBezTo>
                  <a:pt x="1832674" y="2392466"/>
                  <a:pt x="1826358" y="2391892"/>
                  <a:pt x="1829229" y="2390743"/>
                </a:cubicBezTo>
                <a:cubicBezTo>
                  <a:pt x="1837267" y="2387299"/>
                  <a:pt x="1843582" y="2379261"/>
                  <a:pt x="1843582" y="2369500"/>
                </a:cubicBezTo>
                <a:cubicBezTo>
                  <a:pt x="1843582" y="2359740"/>
                  <a:pt x="1837841" y="2351702"/>
                  <a:pt x="1829229" y="2348257"/>
                </a:cubicBezTo>
                <a:close/>
                <a:moveTo>
                  <a:pt x="2036495" y="2348257"/>
                </a:moveTo>
                <a:cubicBezTo>
                  <a:pt x="2033625" y="2347109"/>
                  <a:pt x="2030754" y="2346534"/>
                  <a:pt x="2027309" y="2346534"/>
                </a:cubicBezTo>
                <a:cubicBezTo>
                  <a:pt x="2014678" y="2346534"/>
                  <a:pt x="2004343" y="2356869"/>
                  <a:pt x="2004343" y="2369500"/>
                </a:cubicBezTo>
                <a:cubicBezTo>
                  <a:pt x="2004343" y="2382131"/>
                  <a:pt x="2014678" y="2392466"/>
                  <a:pt x="2027309" y="2392466"/>
                </a:cubicBezTo>
                <a:cubicBezTo>
                  <a:pt x="2039940" y="2392466"/>
                  <a:pt x="2033625" y="2391892"/>
                  <a:pt x="2036495" y="2390743"/>
                </a:cubicBezTo>
                <a:cubicBezTo>
                  <a:pt x="2044533" y="2387299"/>
                  <a:pt x="2050849" y="2379261"/>
                  <a:pt x="2050849" y="2369500"/>
                </a:cubicBezTo>
                <a:cubicBezTo>
                  <a:pt x="2050849" y="2359740"/>
                  <a:pt x="2045108" y="2351702"/>
                  <a:pt x="2036495" y="2348257"/>
                </a:cubicBezTo>
                <a:close/>
                <a:moveTo>
                  <a:pt x="1923963" y="2432082"/>
                </a:moveTo>
                <a:lnTo>
                  <a:pt x="1923963" y="2432082"/>
                </a:lnTo>
                <a:cubicBezTo>
                  <a:pt x="1920518" y="2432082"/>
                  <a:pt x="1917647" y="2432656"/>
                  <a:pt x="1914777" y="2433804"/>
                </a:cubicBezTo>
                <a:cubicBezTo>
                  <a:pt x="1906738" y="2437249"/>
                  <a:pt x="1900423" y="2445287"/>
                  <a:pt x="1900423" y="2455048"/>
                </a:cubicBezTo>
                <a:cubicBezTo>
                  <a:pt x="1900423" y="2464808"/>
                  <a:pt x="1906164" y="2472846"/>
                  <a:pt x="1914777" y="2476291"/>
                </a:cubicBezTo>
                <a:cubicBezTo>
                  <a:pt x="1917647" y="2477440"/>
                  <a:pt x="1920518" y="2478014"/>
                  <a:pt x="1923963" y="2478014"/>
                </a:cubicBezTo>
                <a:lnTo>
                  <a:pt x="1923963" y="2478014"/>
                </a:lnTo>
                <a:cubicBezTo>
                  <a:pt x="1936594" y="2478014"/>
                  <a:pt x="1946929" y="2467679"/>
                  <a:pt x="1946929" y="2455048"/>
                </a:cubicBezTo>
                <a:cubicBezTo>
                  <a:pt x="1946929" y="2442417"/>
                  <a:pt x="1936594" y="2432082"/>
                  <a:pt x="1923963" y="2432082"/>
                </a:cubicBezTo>
                <a:close/>
                <a:moveTo>
                  <a:pt x="2122043" y="2476865"/>
                </a:moveTo>
                <a:cubicBezTo>
                  <a:pt x="2124914" y="2478014"/>
                  <a:pt x="2127785" y="2478588"/>
                  <a:pt x="2131229" y="2478588"/>
                </a:cubicBezTo>
                <a:cubicBezTo>
                  <a:pt x="2143861" y="2478588"/>
                  <a:pt x="2154195" y="2468253"/>
                  <a:pt x="2154195" y="2455622"/>
                </a:cubicBezTo>
                <a:cubicBezTo>
                  <a:pt x="2154195" y="2442991"/>
                  <a:pt x="2143861" y="2432656"/>
                  <a:pt x="2131229" y="2432656"/>
                </a:cubicBezTo>
                <a:lnTo>
                  <a:pt x="2131229" y="2432656"/>
                </a:lnTo>
                <a:cubicBezTo>
                  <a:pt x="2127785" y="2432656"/>
                  <a:pt x="2124914" y="2433230"/>
                  <a:pt x="2122043" y="2434379"/>
                </a:cubicBezTo>
                <a:cubicBezTo>
                  <a:pt x="2114005" y="2437823"/>
                  <a:pt x="2107689" y="2445862"/>
                  <a:pt x="2107689" y="2455622"/>
                </a:cubicBezTo>
                <a:cubicBezTo>
                  <a:pt x="2107689" y="2465382"/>
                  <a:pt x="2108264" y="2461938"/>
                  <a:pt x="2109412" y="2464808"/>
                </a:cubicBezTo>
                <a:cubicBezTo>
                  <a:pt x="2111709" y="2470550"/>
                  <a:pt x="2116302" y="2474569"/>
                  <a:pt x="2121469" y="2476865"/>
                </a:cubicBezTo>
                <a:close/>
                <a:moveTo>
                  <a:pt x="2036495" y="2433804"/>
                </a:moveTo>
                <a:cubicBezTo>
                  <a:pt x="2033625" y="2432656"/>
                  <a:pt x="2030754" y="2432082"/>
                  <a:pt x="2027309" y="2432082"/>
                </a:cubicBezTo>
                <a:cubicBezTo>
                  <a:pt x="2014678" y="2432082"/>
                  <a:pt x="2004343" y="2442417"/>
                  <a:pt x="2004343" y="2455048"/>
                </a:cubicBezTo>
                <a:cubicBezTo>
                  <a:pt x="2004343" y="2467679"/>
                  <a:pt x="2014678" y="2478014"/>
                  <a:pt x="2027309" y="2478014"/>
                </a:cubicBezTo>
                <a:cubicBezTo>
                  <a:pt x="2039940" y="2478014"/>
                  <a:pt x="2033625" y="2477440"/>
                  <a:pt x="2036495" y="2476291"/>
                </a:cubicBezTo>
                <a:cubicBezTo>
                  <a:pt x="2044533" y="2472846"/>
                  <a:pt x="2050849" y="2464808"/>
                  <a:pt x="2050849" y="2455048"/>
                </a:cubicBezTo>
                <a:cubicBezTo>
                  <a:pt x="2050849" y="2445287"/>
                  <a:pt x="2045108" y="2437249"/>
                  <a:pt x="2036495" y="2433804"/>
                </a:cubicBezTo>
                <a:close/>
                <a:moveTo>
                  <a:pt x="1716696" y="2432082"/>
                </a:moveTo>
                <a:lnTo>
                  <a:pt x="1716696" y="2432082"/>
                </a:lnTo>
                <a:cubicBezTo>
                  <a:pt x="1713251" y="2432082"/>
                  <a:pt x="1710381" y="2432656"/>
                  <a:pt x="1707510" y="2433804"/>
                </a:cubicBezTo>
                <a:cubicBezTo>
                  <a:pt x="1699472" y="2437249"/>
                  <a:pt x="1693156" y="2445287"/>
                  <a:pt x="1693156" y="2455048"/>
                </a:cubicBezTo>
                <a:cubicBezTo>
                  <a:pt x="1693156" y="2464808"/>
                  <a:pt x="1698898" y="2472846"/>
                  <a:pt x="1707510" y="2476291"/>
                </a:cubicBezTo>
                <a:cubicBezTo>
                  <a:pt x="1710381" y="2477440"/>
                  <a:pt x="1713251" y="2478014"/>
                  <a:pt x="1716696" y="2478014"/>
                </a:cubicBezTo>
                <a:lnTo>
                  <a:pt x="1716696" y="2478014"/>
                </a:lnTo>
                <a:cubicBezTo>
                  <a:pt x="1729327" y="2478014"/>
                  <a:pt x="1739662" y="2467679"/>
                  <a:pt x="1739662" y="2455048"/>
                </a:cubicBezTo>
                <a:cubicBezTo>
                  <a:pt x="1739662" y="2442417"/>
                  <a:pt x="1729327" y="2432082"/>
                  <a:pt x="1716696" y="2432082"/>
                </a:cubicBezTo>
                <a:close/>
                <a:moveTo>
                  <a:pt x="1829229" y="2433804"/>
                </a:moveTo>
                <a:cubicBezTo>
                  <a:pt x="1826358" y="2432656"/>
                  <a:pt x="1823487" y="2432082"/>
                  <a:pt x="1820042" y="2432082"/>
                </a:cubicBezTo>
                <a:cubicBezTo>
                  <a:pt x="1807411" y="2432082"/>
                  <a:pt x="1797077" y="2442417"/>
                  <a:pt x="1797077" y="2455048"/>
                </a:cubicBezTo>
                <a:cubicBezTo>
                  <a:pt x="1797077" y="2467679"/>
                  <a:pt x="1807411" y="2478014"/>
                  <a:pt x="1820042" y="2478014"/>
                </a:cubicBezTo>
                <a:cubicBezTo>
                  <a:pt x="1832674" y="2478014"/>
                  <a:pt x="1826358" y="2477440"/>
                  <a:pt x="1829229" y="2476291"/>
                </a:cubicBezTo>
                <a:cubicBezTo>
                  <a:pt x="1837267" y="2472846"/>
                  <a:pt x="1843582" y="2464808"/>
                  <a:pt x="1843582" y="2455048"/>
                </a:cubicBezTo>
                <a:cubicBezTo>
                  <a:pt x="1843582" y="2445287"/>
                  <a:pt x="1837841" y="2437249"/>
                  <a:pt x="1829229" y="2433804"/>
                </a:cubicBezTo>
                <a:close/>
                <a:moveTo>
                  <a:pt x="14177383" y="1017961"/>
                </a:moveTo>
                <a:cubicBezTo>
                  <a:pt x="14190014" y="1017961"/>
                  <a:pt x="14200349" y="1007626"/>
                  <a:pt x="14200349" y="994995"/>
                </a:cubicBezTo>
                <a:cubicBezTo>
                  <a:pt x="14200349" y="982364"/>
                  <a:pt x="14190014" y="972029"/>
                  <a:pt x="14177383" y="972029"/>
                </a:cubicBezTo>
                <a:cubicBezTo>
                  <a:pt x="14164752" y="972029"/>
                  <a:pt x="14154417" y="982364"/>
                  <a:pt x="14154417" y="994995"/>
                </a:cubicBezTo>
                <a:cubicBezTo>
                  <a:pt x="14154417" y="1007626"/>
                  <a:pt x="14164752" y="1017961"/>
                  <a:pt x="14177383" y="1017961"/>
                </a:cubicBezTo>
                <a:close/>
                <a:moveTo>
                  <a:pt x="13970116" y="1017961"/>
                </a:moveTo>
                <a:cubicBezTo>
                  <a:pt x="13982748" y="1017961"/>
                  <a:pt x="13993082" y="1007626"/>
                  <a:pt x="13993082" y="994995"/>
                </a:cubicBezTo>
                <a:cubicBezTo>
                  <a:pt x="13993082" y="982364"/>
                  <a:pt x="13982748" y="972029"/>
                  <a:pt x="13970116" y="972029"/>
                </a:cubicBezTo>
                <a:cubicBezTo>
                  <a:pt x="13957485" y="972029"/>
                  <a:pt x="13947150" y="982364"/>
                  <a:pt x="13947150" y="994995"/>
                </a:cubicBezTo>
                <a:cubicBezTo>
                  <a:pt x="13947150" y="1007626"/>
                  <a:pt x="13957485" y="1017961"/>
                  <a:pt x="13970116" y="1017961"/>
                </a:cubicBezTo>
                <a:close/>
                <a:moveTo>
                  <a:pt x="14073462" y="1017961"/>
                </a:moveTo>
                <a:cubicBezTo>
                  <a:pt x="14086094" y="1017961"/>
                  <a:pt x="14096428" y="1007626"/>
                  <a:pt x="14096428" y="994995"/>
                </a:cubicBezTo>
                <a:cubicBezTo>
                  <a:pt x="14096428" y="982364"/>
                  <a:pt x="14086094" y="972029"/>
                  <a:pt x="14073462" y="972029"/>
                </a:cubicBezTo>
                <a:cubicBezTo>
                  <a:pt x="14060831" y="972029"/>
                  <a:pt x="14050496" y="982364"/>
                  <a:pt x="14050496" y="994995"/>
                </a:cubicBezTo>
                <a:cubicBezTo>
                  <a:pt x="14050496" y="1007626"/>
                  <a:pt x="14060831" y="1017961"/>
                  <a:pt x="14073462" y="1017961"/>
                </a:cubicBezTo>
                <a:close/>
                <a:moveTo>
                  <a:pt x="14384076" y="1017961"/>
                </a:moveTo>
                <a:cubicBezTo>
                  <a:pt x="14396707" y="1017961"/>
                  <a:pt x="14407041" y="1007626"/>
                  <a:pt x="14407041" y="994995"/>
                </a:cubicBezTo>
                <a:cubicBezTo>
                  <a:pt x="14407041" y="982364"/>
                  <a:pt x="14396707" y="972029"/>
                  <a:pt x="14384076" y="972029"/>
                </a:cubicBezTo>
                <a:cubicBezTo>
                  <a:pt x="14371445" y="972029"/>
                  <a:pt x="14361110" y="982364"/>
                  <a:pt x="14361110" y="994995"/>
                </a:cubicBezTo>
                <a:cubicBezTo>
                  <a:pt x="14361110" y="1007626"/>
                  <a:pt x="14371445" y="1017961"/>
                  <a:pt x="14384076" y="1017961"/>
                </a:cubicBezTo>
                <a:close/>
                <a:moveTo>
                  <a:pt x="14280729" y="1017961"/>
                </a:moveTo>
                <a:cubicBezTo>
                  <a:pt x="14293360" y="1017961"/>
                  <a:pt x="14303695" y="1007626"/>
                  <a:pt x="14303695" y="994995"/>
                </a:cubicBezTo>
                <a:cubicBezTo>
                  <a:pt x="14303695" y="982364"/>
                  <a:pt x="14293360" y="972029"/>
                  <a:pt x="14280729" y="972029"/>
                </a:cubicBezTo>
                <a:cubicBezTo>
                  <a:pt x="14268098" y="972029"/>
                  <a:pt x="14257763" y="982364"/>
                  <a:pt x="14257763" y="994995"/>
                </a:cubicBezTo>
                <a:cubicBezTo>
                  <a:pt x="14257763" y="1007626"/>
                  <a:pt x="14268098" y="1017961"/>
                  <a:pt x="14280729" y="1017961"/>
                </a:cubicBezTo>
                <a:close/>
                <a:moveTo>
                  <a:pt x="14073462" y="1104083"/>
                </a:moveTo>
                <a:cubicBezTo>
                  <a:pt x="14086094" y="1104083"/>
                  <a:pt x="14096428" y="1093748"/>
                  <a:pt x="14096428" y="1081117"/>
                </a:cubicBezTo>
                <a:cubicBezTo>
                  <a:pt x="14096428" y="1068486"/>
                  <a:pt x="14086094" y="1058151"/>
                  <a:pt x="14073462" y="1058151"/>
                </a:cubicBezTo>
                <a:cubicBezTo>
                  <a:pt x="14060831" y="1058151"/>
                  <a:pt x="14050496" y="1068486"/>
                  <a:pt x="14050496" y="1081117"/>
                </a:cubicBezTo>
                <a:cubicBezTo>
                  <a:pt x="14050496" y="1093748"/>
                  <a:pt x="14060831" y="1104083"/>
                  <a:pt x="14073462" y="1104083"/>
                </a:cubicBezTo>
                <a:close/>
                <a:moveTo>
                  <a:pt x="13960930" y="1187908"/>
                </a:moveTo>
                <a:cubicBezTo>
                  <a:pt x="13963801" y="1189056"/>
                  <a:pt x="13966672" y="1189630"/>
                  <a:pt x="13970116" y="1189630"/>
                </a:cubicBezTo>
                <a:lnTo>
                  <a:pt x="13970116" y="1189630"/>
                </a:lnTo>
                <a:cubicBezTo>
                  <a:pt x="13982748" y="1189630"/>
                  <a:pt x="13993082" y="1179296"/>
                  <a:pt x="13993082" y="1166665"/>
                </a:cubicBezTo>
                <a:cubicBezTo>
                  <a:pt x="13993082" y="1154033"/>
                  <a:pt x="13982748" y="1143699"/>
                  <a:pt x="13970116" y="1143699"/>
                </a:cubicBezTo>
                <a:lnTo>
                  <a:pt x="13970116" y="1143699"/>
                </a:lnTo>
                <a:cubicBezTo>
                  <a:pt x="13966672" y="1143699"/>
                  <a:pt x="13963801" y="1144273"/>
                  <a:pt x="13960930" y="1145421"/>
                </a:cubicBezTo>
                <a:cubicBezTo>
                  <a:pt x="13952891" y="1148866"/>
                  <a:pt x="13946577" y="1156904"/>
                  <a:pt x="13946577" y="1166665"/>
                </a:cubicBezTo>
                <a:cubicBezTo>
                  <a:pt x="13946577" y="1176425"/>
                  <a:pt x="13952318" y="1184463"/>
                  <a:pt x="13960930" y="1187908"/>
                </a:cubicBezTo>
                <a:close/>
                <a:moveTo>
                  <a:pt x="14280729" y="1104083"/>
                </a:moveTo>
                <a:cubicBezTo>
                  <a:pt x="14293360" y="1104083"/>
                  <a:pt x="14303695" y="1093748"/>
                  <a:pt x="14303695" y="1081117"/>
                </a:cubicBezTo>
                <a:cubicBezTo>
                  <a:pt x="14303695" y="1068486"/>
                  <a:pt x="14293360" y="1058151"/>
                  <a:pt x="14280729" y="1058151"/>
                </a:cubicBezTo>
                <a:cubicBezTo>
                  <a:pt x="14268098" y="1058151"/>
                  <a:pt x="14257763" y="1068486"/>
                  <a:pt x="14257763" y="1081117"/>
                </a:cubicBezTo>
                <a:cubicBezTo>
                  <a:pt x="14257763" y="1093748"/>
                  <a:pt x="14268098" y="1104083"/>
                  <a:pt x="14280729" y="1104083"/>
                </a:cubicBezTo>
                <a:close/>
                <a:moveTo>
                  <a:pt x="14375463" y="1187908"/>
                </a:moveTo>
                <a:cubicBezTo>
                  <a:pt x="14378334" y="1189056"/>
                  <a:pt x="14381205" y="1189630"/>
                  <a:pt x="14384650" y="1189630"/>
                </a:cubicBezTo>
                <a:cubicBezTo>
                  <a:pt x="14397281" y="1189630"/>
                  <a:pt x="14407616" y="1179296"/>
                  <a:pt x="14407616" y="1166665"/>
                </a:cubicBezTo>
                <a:cubicBezTo>
                  <a:pt x="14407616" y="1154033"/>
                  <a:pt x="14397281" y="1143699"/>
                  <a:pt x="14384650" y="1143699"/>
                </a:cubicBezTo>
                <a:lnTo>
                  <a:pt x="14384650" y="1143699"/>
                </a:lnTo>
                <a:cubicBezTo>
                  <a:pt x="14381205" y="1143699"/>
                  <a:pt x="14378334" y="1144273"/>
                  <a:pt x="14375463" y="1145421"/>
                </a:cubicBezTo>
                <a:cubicBezTo>
                  <a:pt x="14367426" y="1148866"/>
                  <a:pt x="14361110" y="1156904"/>
                  <a:pt x="14361110" y="1166665"/>
                </a:cubicBezTo>
                <a:cubicBezTo>
                  <a:pt x="14361110" y="1176425"/>
                  <a:pt x="14361684" y="1172980"/>
                  <a:pt x="14362832" y="1175851"/>
                </a:cubicBezTo>
                <a:cubicBezTo>
                  <a:pt x="14365128" y="1181592"/>
                  <a:pt x="14369722" y="1185611"/>
                  <a:pt x="14374889" y="1187908"/>
                </a:cubicBezTo>
                <a:close/>
                <a:moveTo>
                  <a:pt x="14384076" y="1104083"/>
                </a:moveTo>
                <a:cubicBezTo>
                  <a:pt x="14396707" y="1104083"/>
                  <a:pt x="14407041" y="1093748"/>
                  <a:pt x="14407041" y="1081117"/>
                </a:cubicBezTo>
                <a:cubicBezTo>
                  <a:pt x="14407041" y="1068486"/>
                  <a:pt x="14396707" y="1058151"/>
                  <a:pt x="14384076" y="1058151"/>
                </a:cubicBezTo>
                <a:cubicBezTo>
                  <a:pt x="14371445" y="1058151"/>
                  <a:pt x="14361110" y="1068486"/>
                  <a:pt x="14361110" y="1081117"/>
                </a:cubicBezTo>
                <a:cubicBezTo>
                  <a:pt x="14361110" y="1093748"/>
                  <a:pt x="14371445" y="1104083"/>
                  <a:pt x="14384076" y="1104083"/>
                </a:cubicBezTo>
                <a:close/>
                <a:moveTo>
                  <a:pt x="13970116" y="1104083"/>
                </a:moveTo>
                <a:cubicBezTo>
                  <a:pt x="13982748" y="1104083"/>
                  <a:pt x="13993082" y="1093748"/>
                  <a:pt x="13993082" y="1081117"/>
                </a:cubicBezTo>
                <a:cubicBezTo>
                  <a:pt x="13993082" y="1068486"/>
                  <a:pt x="13982748" y="1058151"/>
                  <a:pt x="13970116" y="1058151"/>
                </a:cubicBezTo>
                <a:cubicBezTo>
                  <a:pt x="13957485" y="1058151"/>
                  <a:pt x="13947150" y="1068486"/>
                  <a:pt x="13947150" y="1081117"/>
                </a:cubicBezTo>
                <a:cubicBezTo>
                  <a:pt x="13947150" y="1093748"/>
                  <a:pt x="13957485" y="1104083"/>
                  <a:pt x="13970116" y="1104083"/>
                </a:cubicBezTo>
                <a:close/>
                <a:moveTo>
                  <a:pt x="14177383" y="1104083"/>
                </a:moveTo>
                <a:cubicBezTo>
                  <a:pt x="14190014" y="1104083"/>
                  <a:pt x="14200349" y="1093748"/>
                  <a:pt x="14200349" y="1081117"/>
                </a:cubicBezTo>
                <a:cubicBezTo>
                  <a:pt x="14200349" y="1068486"/>
                  <a:pt x="14190014" y="1058151"/>
                  <a:pt x="14177383" y="1058151"/>
                </a:cubicBezTo>
                <a:cubicBezTo>
                  <a:pt x="14164752" y="1058151"/>
                  <a:pt x="14154417" y="1068486"/>
                  <a:pt x="14154417" y="1081117"/>
                </a:cubicBezTo>
                <a:cubicBezTo>
                  <a:pt x="14154417" y="1093748"/>
                  <a:pt x="14164752" y="1104083"/>
                  <a:pt x="14177383" y="1104083"/>
                </a:cubicBezTo>
                <a:close/>
                <a:moveTo>
                  <a:pt x="14168196" y="1187908"/>
                </a:moveTo>
                <a:cubicBezTo>
                  <a:pt x="14171067" y="1189056"/>
                  <a:pt x="14173938" y="1189630"/>
                  <a:pt x="14177383" y="1189630"/>
                </a:cubicBezTo>
                <a:lnTo>
                  <a:pt x="14177383" y="1189630"/>
                </a:lnTo>
                <a:cubicBezTo>
                  <a:pt x="14190014" y="1189630"/>
                  <a:pt x="14200349" y="1179296"/>
                  <a:pt x="14200349" y="1166665"/>
                </a:cubicBezTo>
                <a:cubicBezTo>
                  <a:pt x="14200349" y="1154033"/>
                  <a:pt x="14190014" y="1143699"/>
                  <a:pt x="14177383" y="1143699"/>
                </a:cubicBezTo>
                <a:lnTo>
                  <a:pt x="14177383" y="1143699"/>
                </a:lnTo>
                <a:cubicBezTo>
                  <a:pt x="14173938" y="1143699"/>
                  <a:pt x="14171067" y="1144273"/>
                  <a:pt x="14168196" y="1145421"/>
                </a:cubicBezTo>
                <a:cubicBezTo>
                  <a:pt x="14160159" y="1148866"/>
                  <a:pt x="14153843" y="1156904"/>
                  <a:pt x="14153843" y="1166665"/>
                </a:cubicBezTo>
                <a:cubicBezTo>
                  <a:pt x="14153843" y="1176425"/>
                  <a:pt x="14159584" y="1184463"/>
                  <a:pt x="14168196" y="1187908"/>
                </a:cubicBezTo>
                <a:close/>
                <a:moveTo>
                  <a:pt x="14073462" y="1189630"/>
                </a:moveTo>
                <a:cubicBezTo>
                  <a:pt x="14076908" y="1189630"/>
                  <a:pt x="14079778" y="1189056"/>
                  <a:pt x="14082649" y="1187908"/>
                </a:cubicBezTo>
                <a:cubicBezTo>
                  <a:pt x="14090686" y="1184463"/>
                  <a:pt x="14097003" y="1176425"/>
                  <a:pt x="14097003" y="1166665"/>
                </a:cubicBezTo>
                <a:cubicBezTo>
                  <a:pt x="14097003" y="1156904"/>
                  <a:pt x="14091261" y="1148866"/>
                  <a:pt x="14082649" y="1145421"/>
                </a:cubicBezTo>
                <a:cubicBezTo>
                  <a:pt x="14079778" y="1144273"/>
                  <a:pt x="14076908" y="1143699"/>
                  <a:pt x="14073462" y="1143699"/>
                </a:cubicBezTo>
                <a:cubicBezTo>
                  <a:pt x="14060831" y="1143699"/>
                  <a:pt x="14050496" y="1154033"/>
                  <a:pt x="14050496" y="1166665"/>
                </a:cubicBezTo>
                <a:cubicBezTo>
                  <a:pt x="14050496" y="1179296"/>
                  <a:pt x="14060831" y="1189630"/>
                  <a:pt x="14073462" y="1189630"/>
                </a:cubicBezTo>
                <a:close/>
                <a:moveTo>
                  <a:pt x="14280729" y="1189630"/>
                </a:moveTo>
                <a:cubicBezTo>
                  <a:pt x="14284175" y="1189630"/>
                  <a:pt x="14287045" y="1189056"/>
                  <a:pt x="14289916" y="1187908"/>
                </a:cubicBezTo>
                <a:cubicBezTo>
                  <a:pt x="14297954" y="1184463"/>
                  <a:pt x="14304270" y="1176425"/>
                  <a:pt x="14304270" y="1166665"/>
                </a:cubicBezTo>
                <a:cubicBezTo>
                  <a:pt x="14304270" y="1156904"/>
                  <a:pt x="14298528" y="1148866"/>
                  <a:pt x="14289916" y="1145421"/>
                </a:cubicBezTo>
                <a:cubicBezTo>
                  <a:pt x="14287045" y="1144273"/>
                  <a:pt x="14284175" y="1143699"/>
                  <a:pt x="14280729" y="1143699"/>
                </a:cubicBezTo>
                <a:cubicBezTo>
                  <a:pt x="14268098" y="1143699"/>
                  <a:pt x="14257763" y="1154033"/>
                  <a:pt x="14257763" y="1166665"/>
                </a:cubicBezTo>
                <a:cubicBezTo>
                  <a:pt x="14257763" y="1179296"/>
                  <a:pt x="14268098" y="1189630"/>
                  <a:pt x="14280729" y="1189630"/>
                </a:cubicBezTo>
                <a:close/>
                <a:moveTo>
                  <a:pt x="14168196" y="1274030"/>
                </a:moveTo>
                <a:cubicBezTo>
                  <a:pt x="14171067" y="1275178"/>
                  <a:pt x="14173938" y="1275752"/>
                  <a:pt x="14177383" y="1275752"/>
                </a:cubicBezTo>
                <a:lnTo>
                  <a:pt x="14177383" y="1275752"/>
                </a:lnTo>
                <a:cubicBezTo>
                  <a:pt x="14190014" y="1275752"/>
                  <a:pt x="14200349" y="1265418"/>
                  <a:pt x="14200349" y="1252786"/>
                </a:cubicBezTo>
                <a:cubicBezTo>
                  <a:pt x="14200349" y="1240155"/>
                  <a:pt x="14190014" y="1229821"/>
                  <a:pt x="14177383" y="1229821"/>
                </a:cubicBezTo>
                <a:lnTo>
                  <a:pt x="14177383" y="1229821"/>
                </a:lnTo>
                <a:cubicBezTo>
                  <a:pt x="14173938" y="1229821"/>
                  <a:pt x="14171067" y="1230395"/>
                  <a:pt x="14168196" y="1231543"/>
                </a:cubicBezTo>
                <a:cubicBezTo>
                  <a:pt x="14160159" y="1234988"/>
                  <a:pt x="14153843" y="1243026"/>
                  <a:pt x="14153843" y="1252786"/>
                </a:cubicBezTo>
                <a:cubicBezTo>
                  <a:pt x="14153843" y="1262547"/>
                  <a:pt x="14159584" y="1270585"/>
                  <a:pt x="14168196" y="1274030"/>
                </a:cubicBezTo>
                <a:close/>
                <a:moveTo>
                  <a:pt x="14375463" y="1274030"/>
                </a:moveTo>
                <a:cubicBezTo>
                  <a:pt x="14378334" y="1275178"/>
                  <a:pt x="14381205" y="1275752"/>
                  <a:pt x="14384650" y="1275752"/>
                </a:cubicBezTo>
                <a:cubicBezTo>
                  <a:pt x="14397281" y="1275752"/>
                  <a:pt x="14407616" y="1265418"/>
                  <a:pt x="14407616" y="1252786"/>
                </a:cubicBezTo>
                <a:cubicBezTo>
                  <a:pt x="14407616" y="1240155"/>
                  <a:pt x="14397281" y="1229821"/>
                  <a:pt x="14384650" y="1229821"/>
                </a:cubicBezTo>
                <a:lnTo>
                  <a:pt x="14384650" y="1229821"/>
                </a:lnTo>
                <a:cubicBezTo>
                  <a:pt x="14381205" y="1229821"/>
                  <a:pt x="14378334" y="1230395"/>
                  <a:pt x="14375463" y="1231543"/>
                </a:cubicBezTo>
                <a:cubicBezTo>
                  <a:pt x="14367426" y="1234988"/>
                  <a:pt x="14361110" y="1243026"/>
                  <a:pt x="14361110" y="1252786"/>
                </a:cubicBezTo>
                <a:cubicBezTo>
                  <a:pt x="14361110" y="1262547"/>
                  <a:pt x="14361684" y="1259102"/>
                  <a:pt x="14362832" y="1261973"/>
                </a:cubicBezTo>
                <a:cubicBezTo>
                  <a:pt x="14365128" y="1267714"/>
                  <a:pt x="14369722" y="1271733"/>
                  <a:pt x="14374889" y="1274030"/>
                </a:cubicBezTo>
                <a:close/>
                <a:moveTo>
                  <a:pt x="14280729" y="1275752"/>
                </a:moveTo>
                <a:cubicBezTo>
                  <a:pt x="14284175" y="1275752"/>
                  <a:pt x="14287045" y="1275178"/>
                  <a:pt x="14289916" y="1274030"/>
                </a:cubicBezTo>
                <a:cubicBezTo>
                  <a:pt x="14297954" y="1270585"/>
                  <a:pt x="14304270" y="1262547"/>
                  <a:pt x="14304270" y="1252786"/>
                </a:cubicBezTo>
                <a:cubicBezTo>
                  <a:pt x="14304270" y="1243026"/>
                  <a:pt x="14298528" y="1234988"/>
                  <a:pt x="14289916" y="1231543"/>
                </a:cubicBezTo>
                <a:cubicBezTo>
                  <a:pt x="14287045" y="1230395"/>
                  <a:pt x="14284175" y="1229821"/>
                  <a:pt x="14280729" y="1229821"/>
                </a:cubicBezTo>
                <a:cubicBezTo>
                  <a:pt x="14268098" y="1229821"/>
                  <a:pt x="14257763" y="1240155"/>
                  <a:pt x="14257763" y="1252786"/>
                </a:cubicBezTo>
                <a:cubicBezTo>
                  <a:pt x="14257763" y="1265418"/>
                  <a:pt x="14268098" y="1275752"/>
                  <a:pt x="14280729" y="1275752"/>
                </a:cubicBezTo>
                <a:close/>
                <a:moveTo>
                  <a:pt x="13960930" y="1274030"/>
                </a:moveTo>
                <a:cubicBezTo>
                  <a:pt x="13963801" y="1275178"/>
                  <a:pt x="13966672" y="1275752"/>
                  <a:pt x="13970116" y="1275752"/>
                </a:cubicBezTo>
                <a:lnTo>
                  <a:pt x="13970116" y="1275752"/>
                </a:lnTo>
                <a:cubicBezTo>
                  <a:pt x="13982748" y="1275752"/>
                  <a:pt x="13993082" y="1265418"/>
                  <a:pt x="13993082" y="1252786"/>
                </a:cubicBezTo>
                <a:cubicBezTo>
                  <a:pt x="13993082" y="1240155"/>
                  <a:pt x="13982748" y="1229821"/>
                  <a:pt x="13970116" y="1229821"/>
                </a:cubicBezTo>
                <a:lnTo>
                  <a:pt x="13970116" y="1229821"/>
                </a:lnTo>
                <a:cubicBezTo>
                  <a:pt x="13966672" y="1229821"/>
                  <a:pt x="13963801" y="1230395"/>
                  <a:pt x="13960930" y="1231543"/>
                </a:cubicBezTo>
                <a:cubicBezTo>
                  <a:pt x="13952891" y="1234988"/>
                  <a:pt x="13946577" y="1243026"/>
                  <a:pt x="13946577" y="1252786"/>
                </a:cubicBezTo>
                <a:cubicBezTo>
                  <a:pt x="13946577" y="1262547"/>
                  <a:pt x="13952318" y="1270585"/>
                  <a:pt x="13960930" y="1274030"/>
                </a:cubicBezTo>
                <a:close/>
                <a:moveTo>
                  <a:pt x="14073462" y="1275752"/>
                </a:moveTo>
                <a:cubicBezTo>
                  <a:pt x="14076908" y="1275752"/>
                  <a:pt x="14079778" y="1275178"/>
                  <a:pt x="14082649" y="1274030"/>
                </a:cubicBezTo>
                <a:cubicBezTo>
                  <a:pt x="14090686" y="1270585"/>
                  <a:pt x="14097003" y="1262547"/>
                  <a:pt x="14097003" y="1252786"/>
                </a:cubicBezTo>
                <a:cubicBezTo>
                  <a:pt x="14097003" y="1243026"/>
                  <a:pt x="14091261" y="1234988"/>
                  <a:pt x="14082649" y="1231543"/>
                </a:cubicBezTo>
                <a:cubicBezTo>
                  <a:pt x="14079778" y="1230395"/>
                  <a:pt x="14076908" y="1229821"/>
                  <a:pt x="14073462" y="1229821"/>
                </a:cubicBezTo>
                <a:cubicBezTo>
                  <a:pt x="14060831" y="1229821"/>
                  <a:pt x="14050496" y="1240155"/>
                  <a:pt x="14050496" y="1252786"/>
                </a:cubicBezTo>
                <a:cubicBezTo>
                  <a:pt x="14050496" y="1265418"/>
                  <a:pt x="14060831" y="1275752"/>
                  <a:pt x="14073462" y="1275752"/>
                </a:cubicBezTo>
                <a:close/>
                <a:moveTo>
                  <a:pt x="13658929" y="1017961"/>
                </a:moveTo>
                <a:cubicBezTo>
                  <a:pt x="13671560" y="1017961"/>
                  <a:pt x="13681895" y="1007626"/>
                  <a:pt x="13681895" y="994995"/>
                </a:cubicBezTo>
                <a:cubicBezTo>
                  <a:pt x="13681895" y="982364"/>
                  <a:pt x="13671560" y="972029"/>
                  <a:pt x="13658929" y="972029"/>
                </a:cubicBezTo>
                <a:cubicBezTo>
                  <a:pt x="13646298" y="972029"/>
                  <a:pt x="13635963" y="982364"/>
                  <a:pt x="13635963" y="994995"/>
                </a:cubicBezTo>
                <a:cubicBezTo>
                  <a:pt x="13635963" y="1007626"/>
                  <a:pt x="13646298" y="1017961"/>
                  <a:pt x="13658929" y="1017961"/>
                </a:cubicBezTo>
                <a:close/>
                <a:moveTo>
                  <a:pt x="13452237" y="1017961"/>
                </a:moveTo>
                <a:cubicBezTo>
                  <a:pt x="13464868" y="1017961"/>
                  <a:pt x="13475202" y="1007626"/>
                  <a:pt x="13475202" y="994995"/>
                </a:cubicBezTo>
                <a:cubicBezTo>
                  <a:pt x="13475202" y="982364"/>
                  <a:pt x="13464868" y="972029"/>
                  <a:pt x="13452237" y="972029"/>
                </a:cubicBezTo>
                <a:cubicBezTo>
                  <a:pt x="13439606" y="972029"/>
                  <a:pt x="13429271" y="982364"/>
                  <a:pt x="13429271" y="994995"/>
                </a:cubicBezTo>
                <a:cubicBezTo>
                  <a:pt x="13429271" y="1007626"/>
                  <a:pt x="13439606" y="1017961"/>
                  <a:pt x="13452237" y="1017961"/>
                </a:cubicBezTo>
                <a:close/>
                <a:moveTo>
                  <a:pt x="13555583" y="1017961"/>
                </a:moveTo>
                <a:cubicBezTo>
                  <a:pt x="13568214" y="1017961"/>
                  <a:pt x="13578549" y="1007626"/>
                  <a:pt x="13578549" y="994995"/>
                </a:cubicBezTo>
                <a:cubicBezTo>
                  <a:pt x="13578549" y="982364"/>
                  <a:pt x="13568214" y="972029"/>
                  <a:pt x="13555583" y="972029"/>
                </a:cubicBezTo>
                <a:cubicBezTo>
                  <a:pt x="13542952" y="972029"/>
                  <a:pt x="13532617" y="982364"/>
                  <a:pt x="13532617" y="994995"/>
                </a:cubicBezTo>
                <a:cubicBezTo>
                  <a:pt x="13532617" y="1007626"/>
                  <a:pt x="13542952" y="1017961"/>
                  <a:pt x="13555583" y="1017961"/>
                </a:cubicBezTo>
                <a:close/>
                <a:moveTo>
                  <a:pt x="13866196" y="1017961"/>
                </a:moveTo>
                <a:cubicBezTo>
                  <a:pt x="13878827" y="1017961"/>
                  <a:pt x="13889162" y="1007626"/>
                  <a:pt x="13889162" y="994995"/>
                </a:cubicBezTo>
                <a:cubicBezTo>
                  <a:pt x="13889162" y="982364"/>
                  <a:pt x="13878827" y="972029"/>
                  <a:pt x="13866196" y="972029"/>
                </a:cubicBezTo>
                <a:cubicBezTo>
                  <a:pt x="13853565" y="972029"/>
                  <a:pt x="13843230" y="982364"/>
                  <a:pt x="13843230" y="994995"/>
                </a:cubicBezTo>
                <a:cubicBezTo>
                  <a:pt x="13843230" y="1007626"/>
                  <a:pt x="13853565" y="1017961"/>
                  <a:pt x="13866196" y="1017961"/>
                </a:cubicBezTo>
                <a:close/>
                <a:moveTo>
                  <a:pt x="13762850" y="1017961"/>
                </a:moveTo>
                <a:cubicBezTo>
                  <a:pt x="13775481" y="1017961"/>
                  <a:pt x="13785816" y="1007626"/>
                  <a:pt x="13785816" y="994995"/>
                </a:cubicBezTo>
                <a:cubicBezTo>
                  <a:pt x="13785816" y="982364"/>
                  <a:pt x="13775481" y="972029"/>
                  <a:pt x="13762850" y="972029"/>
                </a:cubicBezTo>
                <a:cubicBezTo>
                  <a:pt x="13750219" y="972029"/>
                  <a:pt x="13739884" y="982364"/>
                  <a:pt x="13739884" y="994995"/>
                </a:cubicBezTo>
                <a:cubicBezTo>
                  <a:pt x="13739884" y="1007626"/>
                  <a:pt x="13750219" y="1017961"/>
                  <a:pt x="13762850" y="1017961"/>
                </a:cubicBezTo>
                <a:close/>
                <a:moveTo>
                  <a:pt x="13555583" y="1104083"/>
                </a:moveTo>
                <a:cubicBezTo>
                  <a:pt x="13568214" y="1104083"/>
                  <a:pt x="13578549" y="1093748"/>
                  <a:pt x="13578549" y="1081117"/>
                </a:cubicBezTo>
                <a:cubicBezTo>
                  <a:pt x="13578549" y="1068486"/>
                  <a:pt x="13568214" y="1058151"/>
                  <a:pt x="13555583" y="1058151"/>
                </a:cubicBezTo>
                <a:cubicBezTo>
                  <a:pt x="13542952" y="1058151"/>
                  <a:pt x="13532617" y="1068486"/>
                  <a:pt x="13532617" y="1081117"/>
                </a:cubicBezTo>
                <a:cubicBezTo>
                  <a:pt x="13532617" y="1093748"/>
                  <a:pt x="13542952" y="1104083"/>
                  <a:pt x="13555583" y="1104083"/>
                </a:cubicBezTo>
                <a:close/>
                <a:moveTo>
                  <a:pt x="13443051" y="1187908"/>
                </a:moveTo>
                <a:cubicBezTo>
                  <a:pt x="13445922" y="1189056"/>
                  <a:pt x="13448793" y="1189630"/>
                  <a:pt x="13452237" y="1189630"/>
                </a:cubicBezTo>
                <a:lnTo>
                  <a:pt x="13452237" y="1189630"/>
                </a:lnTo>
                <a:cubicBezTo>
                  <a:pt x="13464868" y="1189630"/>
                  <a:pt x="13475202" y="1179296"/>
                  <a:pt x="13475202" y="1166665"/>
                </a:cubicBezTo>
                <a:cubicBezTo>
                  <a:pt x="13475202" y="1154033"/>
                  <a:pt x="13464868" y="1143699"/>
                  <a:pt x="13452237" y="1143699"/>
                </a:cubicBezTo>
                <a:lnTo>
                  <a:pt x="13452237" y="1143699"/>
                </a:lnTo>
                <a:cubicBezTo>
                  <a:pt x="13448793" y="1143699"/>
                  <a:pt x="13445922" y="1144273"/>
                  <a:pt x="13443051" y="1145421"/>
                </a:cubicBezTo>
                <a:cubicBezTo>
                  <a:pt x="13435012" y="1148866"/>
                  <a:pt x="13428697" y="1156904"/>
                  <a:pt x="13428697" y="1166665"/>
                </a:cubicBezTo>
                <a:cubicBezTo>
                  <a:pt x="13428697" y="1176425"/>
                  <a:pt x="13434439" y="1184463"/>
                  <a:pt x="13443051" y="1187908"/>
                </a:cubicBezTo>
                <a:close/>
                <a:moveTo>
                  <a:pt x="13762850" y="1104083"/>
                </a:moveTo>
                <a:cubicBezTo>
                  <a:pt x="13775481" y="1104083"/>
                  <a:pt x="13785816" y="1093748"/>
                  <a:pt x="13785816" y="1081117"/>
                </a:cubicBezTo>
                <a:cubicBezTo>
                  <a:pt x="13785816" y="1068486"/>
                  <a:pt x="13775481" y="1058151"/>
                  <a:pt x="13762850" y="1058151"/>
                </a:cubicBezTo>
                <a:cubicBezTo>
                  <a:pt x="13750219" y="1058151"/>
                  <a:pt x="13739884" y="1068486"/>
                  <a:pt x="13739884" y="1081117"/>
                </a:cubicBezTo>
                <a:cubicBezTo>
                  <a:pt x="13739884" y="1093748"/>
                  <a:pt x="13750219" y="1104083"/>
                  <a:pt x="13762850" y="1104083"/>
                </a:cubicBezTo>
                <a:close/>
                <a:moveTo>
                  <a:pt x="13857584" y="1187908"/>
                </a:moveTo>
                <a:cubicBezTo>
                  <a:pt x="13860455" y="1189056"/>
                  <a:pt x="13863326" y="1189630"/>
                  <a:pt x="13866770" y="1189630"/>
                </a:cubicBezTo>
                <a:cubicBezTo>
                  <a:pt x="13879402" y="1189630"/>
                  <a:pt x="13889735" y="1179296"/>
                  <a:pt x="13889735" y="1166665"/>
                </a:cubicBezTo>
                <a:cubicBezTo>
                  <a:pt x="13889735" y="1154033"/>
                  <a:pt x="13879402" y="1143699"/>
                  <a:pt x="13866770" y="1143699"/>
                </a:cubicBezTo>
                <a:lnTo>
                  <a:pt x="13866770" y="1143699"/>
                </a:lnTo>
                <a:cubicBezTo>
                  <a:pt x="13863326" y="1143699"/>
                  <a:pt x="13860455" y="1144273"/>
                  <a:pt x="13857584" y="1145421"/>
                </a:cubicBezTo>
                <a:cubicBezTo>
                  <a:pt x="13849545" y="1148866"/>
                  <a:pt x="13843230" y="1156904"/>
                  <a:pt x="13843230" y="1166665"/>
                </a:cubicBezTo>
                <a:cubicBezTo>
                  <a:pt x="13843230" y="1176425"/>
                  <a:pt x="13843804" y="1172980"/>
                  <a:pt x="13844953" y="1175851"/>
                </a:cubicBezTo>
                <a:cubicBezTo>
                  <a:pt x="13847249" y="1181592"/>
                  <a:pt x="13851843" y="1185611"/>
                  <a:pt x="13857009" y="1187908"/>
                </a:cubicBezTo>
                <a:close/>
                <a:moveTo>
                  <a:pt x="13866196" y="1104083"/>
                </a:moveTo>
                <a:cubicBezTo>
                  <a:pt x="13878827" y="1104083"/>
                  <a:pt x="13889162" y="1093748"/>
                  <a:pt x="13889162" y="1081117"/>
                </a:cubicBezTo>
                <a:cubicBezTo>
                  <a:pt x="13889162" y="1068486"/>
                  <a:pt x="13878827" y="1058151"/>
                  <a:pt x="13866196" y="1058151"/>
                </a:cubicBezTo>
                <a:cubicBezTo>
                  <a:pt x="13853565" y="1058151"/>
                  <a:pt x="13843230" y="1068486"/>
                  <a:pt x="13843230" y="1081117"/>
                </a:cubicBezTo>
                <a:cubicBezTo>
                  <a:pt x="13843230" y="1093748"/>
                  <a:pt x="13853565" y="1104083"/>
                  <a:pt x="13866196" y="1104083"/>
                </a:cubicBezTo>
                <a:close/>
                <a:moveTo>
                  <a:pt x="13452237" y="1104083"/>
                </a:moveTo>
                <a:cubicBezTo>
                  <a:pt x="13464868" y="1104083"/>
                  <a:pt x="13475202" y="1093748"/>
                  <a:pt x="13475202" y="1081117"/>
                </a:cubicBezTo>
                <a:cubicBezTo>
                  <a:pt x="13475202" y="1068486"/>
                  <a:pt x="13464868" y="1058151"/>
                  <a:pt x="13452237" y="1058151"/>
                </a:cubicBezTo>
                <a:cubicBezTo>
                  <a:pt x="13439606" y="1058151"/>
                  <a:pt x="13429271" y="1068486"/>
                  <a:pt x="13429271" y="1081117"/>
                </a:cubicBezTo>
                <a:cubicBezTo>
                  <a:pt x="13429271" y="1093748"/>
                  <a:pt x="13439606" y="1104083"/>
                  <a:pt x="13452237" y="1104083"/>
                </a:cubicBezTo>
                <a:close/>
                <a:moveTo>
                  <a:pt x="13658929" y="1104083"/>
                </a:moveTo>
                <a:cubicBezTo>
                  <a:pt x="13671560" y="1104083"/>
                  <a:pt x="13681895" y="1093748"/>
                  <a:pt x="13681895" y="1081117"/>
                </a:cubicBezTo>
                <a:cubicBezTo>
                  <a:pt x="13681895" y="1068486"/>
                  <a:pt x="13671560" y="1058151"/>
                  <a:pt x="13658929" y="1058151"/>
                </a:cubicBezTo>
                <a:cubicBezTo>
                  <a:pt x="13646298" y="1058151"/>
                  <a:pt x="13635963" y="1068486"/>
                  <a:pt x="13635963" y="1081117"/>
                </a:cubicBezTo>
                <a:cubicBezTo>
                  <a:pt x="13635963" y="1093748"/>
                  <a:pt x="13646298" y="1104083"/>
                  <a:pt x="13658929" y="1104083"/>
                </a:cubicBezTo>
                <a:close/>
                <a:moveTo>
                  <a:pt x="13650317" y="1187908"/>
                </a:moveTo>
                <a:cubicBezTo>
                  <a:pt x="13653188" y="1189056"/>
                  <a:pt x="13656058" y="1189630"/>
                  <a:pt x="13659504" y="1189630"/>
                </a:cubicBezTo>
                <a:lnTo>
                  <a:pt x="13659504" y="1189630"/>
                </a:lnTo>
                <a:cubicBezTo>
                  <a:pt x="13672135" y="1189630"/>
                  <a:pt x="13682470" y="1179296"/>
                  <a:pt x="13682470" y="1166665"/>
                </a:cubicBezTo>
                <a:cubicBezTo>
                  <a:pt x="13682470" y="1154033"/>
                  <a:pt x="13672135" y="1143699"/>
                  <a:pt x="13659504" y="1143699"/>
                </a:cubicBezTo>
                <a:lnTo>
                  <a:pt x="13659504" y="1143699"/>
                </a:lnTo>
                <a:cubicBezTo>
                  <a:pt x="13656058" y="1143699"/>
                  <a:pt x="13653188" y="1144273"/>
                  <a:pt x="13650317" y="1145421"/>
                </a:cubicBezTo>
                <a:cubicBezTo>
                  <a:pt x="13642279" y="1148866"/>
                  <a:pt x="13635963" y="1156904"/>
                  <a:pt x="13635963" y="1166665"/>
                </a:cubicBezTo>
                <a:cubicBezTo>
                  <a:pt x="13635963" y="1176425"/>
                  <a:pt x="13641705" y="1184463"/>
                  <a:pt x="13650317" y="1187908"/>
                </a:cubicBezTo>
                <a:close/>
                <a:moveTo>
                  <a:pt x="13555583" y="1189630"/>
                </a:moveTo>
                <a:cubicBezTo>
                  <a:pt x="13559028" y="1189630"/>
                  <a:pt x="13561899" y="1189056"/>
                  <a:pt x="13564770" y="1187908"/>
                </a:cubicBezTo>
                <a:cubicBezTo>
                  <a:pt x="13572807" y="1184463"/>
                  <a:pt x="13579123" y="1176425"/>
                  <a:pt x="13579123" y="1166665"/>
                </a:cubicBezTo>
                <a:cubicBezTo>
                  <a:pt x="13579123" y="1156904"/>
                  <a:pt x="13573382" y="1148866"/>
                  <a:pt x="13564770" y="1145421"/>
                </a:cubicBezTo>
                <a:cubicBezTo>
                  <a:pt x="13561899" y="1144273"/>
                  <a:pt x="13559028" y="1143699"/>
                  <a:pt x="13555583" y="1143699"/>
                </a:cubicBezTo>
                <a:cubicBezTo>
                  <a:pt x="13542952" y="1143699"/>
                  <a:pt x="13532617" y="1154033"/>
                  <a:pt x="13532617" y="1166665"/>
                </a:cubicBezTo>
                <a:cubicBezTo>
                  <a:pt x="13532617" y="1179296"/>
                  <a:pt x="13542952" y="1189630"/>
                  <a:pt x="13555583" y="1189630"/>
                </a:cubicBezTo>
                <a:close/>
                <a:moveTo>
                  <a:pt x="13762850" y="1189630"/>
                </a:moveTo>
                <a:cubicBezTo>
                  <a:pt x="13766294" y="1189630"/>
                  <a:pt x="13769165" y="1189056"/>
                  <a:pt x="13772036" y="1187908"/>
                </a:cubicBezTo>
                <a:cubicBezTo>
                  <a:pt x="13780074" y="1184463"/>
                  <a:pt x="13786389" y="1176425"/>
                  <a:pt x="13786389" y="1166665"/>
                </a:cubicBezTo>
                <a:cubicBezTo>
                  <a:pt x="13786389" y="1156904"/>
                  <a:pt x="13780648" y="1148866"/>
                  <a:pt x="13772036" y="1145421"/>
                </a:cubicBezTo>
                <a:cubicBezTo>
                  <a:pt x="13769165" y="1144273"/>
                  <a:pt x="13766294" y="1143699"/>
                  <a:pt x="13762850" y="1143699"/>
                </a:cubicBezTo>
                <a:cubicBezTo>
                  <a:pt x="13750219" y="1143699"/>
                  <a:pt x="13739884" y="1154033"/>
                  <a:pt x="13739884" y="1166665"/>
                </a:cubicBezTo>
                <a:cubicBezTo>
                  <a:pt x="13739884" y="1179296"/>
                  <a:pt x="13750219" y="1189630"/>
                  <a:pt x="13762850" y="1189630"/>
                </a:cubicBezTo>
                <a:close/>
                <a:moveTo>
                  <a:pt x="13650317" y="1274030"/>
                </a:moveTo>
                <a:cubicBezTo>
                  <a:pt x="13653188" y="1275178"/>
                  <a:pt x="13656058" y="1275752"/>
                  <a:pt x="13659504" y="1275752"/>
                </a:cubicBezTo>
                <a:lnTo>
                  <a:pt x="13659504" y="1275752"/>
                </a:lnTo>
                <a:cubicBezTo>
                  <a:pt x="13672135" y="1275752"/>
                  <a:pt x="13682470" y="1265418"/>
                  <a:pt x="13682470" y="1252786"/>
                </a:cubicBezTo>
                <a:cubicBezTo>
                  <a:pt x="13682470" y="1240155"/>
                  <a:pt x="13672135" y="1229821"/>
                  <a:pt x="13659504" y="1229821"/>
                </a:cubicBezTo>
                <a:lnTo>
                  <a:pt x="13659504" y="1229821"/>
                </a:lnTo>
                <a:cubicBezTo>
                  <a:pt x="13656058" y="1229821"/>
                  <a:pt x="13653188" y="1230395"/>
                  <a:pt x="13650317" y="1231543"/>
                </a:cubicBezTo>
                <a:cubicBezTo>
                  <a:pt x="13642279" y="1234988"/>
                  <a:pt x="13635963" y="1243026"/>
                  <a:pt x="13635963" y="1252786"/>
                </a:cubicBezTo>
                <a:cubicBezTo>
                  <a:pt x="13635963" y="1262547"/>
                  <a:pt x="13641705" y="1270585"/>
                  <a:pt x="13650317" y="1274030"/>
                </a:cubicBezTo>
                <a:close/>
                <a:moveTo>
                  <a:pt x="13857584" y="1274030"/>
                </a:moveTo>
                <a:cubicBezTo>
                  <a:pt x="13860455" y="1275178"/>
                  <a:pt x="13863326" y="1275752"/>
                  <a:pt x="13866770" y="1275752"/>
                </a:cubicBezTo>
                <a:cubicBezTo>
                  <a:pt x="13879402" y="1275752"/>
                  <a:pt x="13889735" y="1265418"/>
                  <a:pt x="13889735" y="1252786"/>
                </a:cubicBezTo>
                <a:cubicBezTo>
                  <a:pt x="13889735" y="1240155"/>
                  <a:pt x="13879402" y="1229821"/>
                  <a:pt x="13866770" y="1229821"/>
                </a:cubicBezTo>
                <a:lnTo>
                  <a:pt x="13866770" y="1229821"/>
                </a:lnTo>
                <a:cubicBezTo>
                  <a:pt x="13863326" y="1229821"/>
                  <a:pt x="13860455" y="1230395"/>
                  <a:pt x="13857584" y="1231543"/>
                </a:cubicBezTo>
                <a:cubicBezTo>
                  <a:pt x="13849545" y="1234988"/>
                  <a:pt x="13843230" y="1243026"/>
                  <a:pt x="13843230" y="1252786"/>
                </a:cubicBezTo>
                <a:cubicBezTo>
                  <a:pt x="13843230" y="1262547"/>
                  <a:pt x="13843804" y="1259102"/>
                  <a:pt x="13844953" y="1261973"/>
                </a:cubicBezTo>
                <a:cubicBezTo>
                  <a:pt x="13847249" y="1267714"/>
                  <a:pt x="13851843" y="1271733"/>
                  <a:pt x="13857009" y="1274030"/>
                </a:cubicBezTo>
                <a:close/>
                <a:moveTo>
                  <a:pt x="13762850" y="1275752"/>
                </a:moveTo>
                <a:cubicBezTo>
                  <a:pt x="13766294" y="1275752"/>
                  <a:pt x="13769165" y="1275178"/>
                  <a:pt x="13772036" y="1274030"/>
                </a:cubicBezTo>
                <a:cubicBezTo>
                  <a:pt x="13780074" y="1270585"/>
                  <a:pt x="13786389" y="1262547"/>
                  <a:pt x="13786389" y="1252786"/>
                </a:cubicBezTo>
                <a:cubicBezTo>
                  <a:pt x="13786389" y="1243026"/>
                  <a:pt x="13780648" y="1234988"/>
                  <a:pt x="13772036" y="1231543"/>
                </a:cubicBezTo>
                <a:cubicBezTo>
                  <a:pt x="13769165" y="1230395"/>
                  <a:pt x="13766294" y="1229821"/>
                  <a:pt x="13762850" y="1229821"/>
                </a:cubicBezTo>
                <a:cubicBezTo>
                  <a:pt x="13750219" y="1229821"/>
                  <a:pt x="13739884" y="1240155"/>
                  <a:pt x="13739884" y="1252786"/>
                </a:cubicBezTo>
                <a:cubicBezTo>
                  <a:pt x="13739884" y="1265418"/>
                  <a:pt x="13750219" y="1275752"/>
                  <a:pt x="13762850" y="1275752"/>
                </a:cubicBezTo>
                <a:close/>
                <a:moveTo>
                  <a:pt x="13443051" y="1274030"/>
                </a:moveTo>
                <a:cubicBezTo>
                  <a:pt x="13445922" y="1275178"/>
                  <a:pt x="13448793" y="1275752"/>
                  <a:pt x="13452237" y="1275752"/>
                </a:cubicBezTo>
                <a:lnTo>
                  <a:pt x="13452237" y="1275752"/>
                </a:lnTo>
                <a:cubicBezTo>
                  <a:pt x="13464868" y="1275752"/>
                  <a:pt x="13475202" y="1265418"/>
                  <a:pt x="13475202" y="1252786"/>
                </a:cubicBezTo>
                <a:cubicBezTo>
                  <a:pt x="13475202" y="1240155"/>
                  <a:pt x="13464868" y="1229821"/>
                  <a:pt x="13452237" y="1229821"/>
                </a:cubicBezTo>
                <a:lnTo>
                  <a:pt x="13452237" y="1229821"/>
                </a:lnTo>
                <a:cubicBezTo>
                  <a:pt x="13448793" y="1229821"/>
                  <a:pt x="13445922" y="1230395"/>
                  <a:pt x="13443051" y="1231543"/>
                </a:cubicBezTo>
                <a:cubicBezTo>
                  <a:pt x="13435012" y="1234988"/>
                  <a:pt x="13428697" y="1243026"/>
                  <a:pt x="13428697" y="1252786"/>
                </a:cubicBezTo>
                <a:cubicBezTo>
                  <a:pt x="13428697" y="1262547"/>
                  <a:pt x="13434439" y="1270585"/>
                  <a:pt x="13443051" y="1274030"/>
                </a:cubicBezTo>
                <a:close/>
                <a:moveTo>
                  <a:pt x="13555583" y="1275752"/>
                </a:moveTo>
                <a:cubicBezTo>
                  <a:pt x="13559028" y="1275752"/>
                  <a:pt x="13561899" y="1275178"/>
                  <a:pt x="13564770" y="1274030"/>
                </a:cubicBezTo>
                <a:cubicBezTo>
                  <a:pt x="13572807" y="1270585"/>
                  <a:pt x="13579123" y="1262547"/>
                  <a:pt x="13579123" y="1252786"/>
                </a:cubicBezTo>
                <a:cubicBezTo>
                  <a:pt x="13579123" y="1243026"/>
                  <a:pt x="13573382" y="1234988"/>
                  <a:pt x="13564770" y="1231543"/>
                </a:cubicBezTo>
                <a:cubicBezTo>
                  <a:pt x="13561899" y="1230395"/>
                  <a:pt x="13559028" y="1229821"/>
                  <a:pt x="13555583" y="1229821"/>
                </a:cubicBezTo>
                <a:cubicBezTo>
                  <a:pt x="13542952" y="1229821"/>
                  <a:pt x="13532617" y="1240155"/>
                  <a:pt x="13532617" y="1252786"/>
                </a:cubicBezTo>
                <a:cubicBezTo>
                  <a:pt x="13532617" y="1265418"/>
                  <a:pt x="13542952" y="1275752"/>
                  <a:pt x="13555583" y="1275752"/>
                </a:cubicBezTo>
                <a:close/>
                <a:moveTo>
                  <a:pt x="15149412" y="6131304"/>
                </a:moveTo>
                <a:cubicBezTo>
                  <a:pt x="15136781" y="6131304"/>
                  <a:pt x="15126446" y="6141638"/>
                  <a:pt x="15126446" y="6154270"/>
                </a:cubicBezTo>
                <a:cubicBezTo>
                  <a:pt x="15126446" y="6166901"/>
                  <a:pt x="15136781" y="6177236"/>
                  <a:pt x="15149412" y="6177236"/>
                </a:cubicBezTo>
                <a:cubicBezTo>
                  <a:pt x="15162043" y="6177236"/>
                  <a:pt x="15172378" y="6166901"/>
                  <a:pt x="15172378" y="6154270"/>
                </a:cubicBezTo>
                <a:cubicBezTo>
                  <a:pt x="15172378" y="6141638"/>
                  <a:pt x="15162043" y="6131304"/>
                  <a:pt x="15149412" y="6131304"/>
                </a:cubicBezTo>
                <a:close/>
                <a:moveTo>
                  <a:pt x="14942145" y="6131304"/>
                </a:moveTo>
                <a:cubicBezTo>
                  <a:pt x="14929514" y="6131304"/>
                  <a:pt x="14919179" y="6141638"/>
                  <a:pt x="14919179" y="6154270"/>
                </a:cubicBezTo>
                <a:cubicBezTo>
                  <a:pt x="14919179" y="6166901"/>
                  <a:pt x="14929514" y="6177236"/>
                  <a:pt x="14942145" y="6177236"/>
                </a:cubicBezTo>
                <a:cubicBezTo>
                  <a:pt x="14954776" y="6177236"/>
                  <a:pt x="14965111" y="6166901"/>
                  <a:pt x="14965111" y="6154270"/>
                </a:cubicBezTo>
                <a:cubicBezTo>
                  <a:pt x="14965111" y="6141638"/>
                  <a:pt x="14954776" y="6131304"/>
                  <a:pt x="14942145" y="6131304"/>
                </a:cubicBezTo>
                <a:close/>
                <a:moveTo>
                  <a:pt x="15046066" y="6131304"/>
                </a:moveTo>
                <a:cubicBezTo>
                  <a:pt x="15033435" y="6131304"/>
                  <a:pt x="15023100" y="6141638"/>
                  <a:pt x="15023100" y="6154270"/>
                </a:cubicBezTo>
                <a:cubicBezTo>
                  <a:pt x="15023100" y="6166901"/>
                  <a:pt x="15033435" y="6177236"/>
                  <a:pt x="15046066" y="6177236"/>
                </a:cubicBezTo>
                <a:cubicBezTo>
                  <a:pt x="15058697" y="6177236"/>
                  <a:pt x="15069032" y="6166901"/>
                  <a:pt x="15069032" y="6154270"/>
                </a:cubicBezTo>
                <a:cubicBezTo>
                  <a:pt x="15069032" y="6141638"/>
                  <a:pt x="15058697" y="6131304"/>
                  <a:pt x="15046066" y="6131304"/>
                </a:cubicBezTo>
                <a:close/>
                <a:moveTo>
                  <a:pt x="15252759" y="6177236"/>
                </a:moveTo>
                <a:cubicBezTo>
                  <a:pt x="15265389" y="6177236"/>
                  <a:pt x="15275724" y="6166901"/>
                  <a:pt x="15275724" y="6154270"/>
                </a:cubicBezTo>
                <a:cubicBezTo>
                  <a:pt x="15275724" y="6141638"/>
                  <a:pt x="15265389" y="6131304"/>
                  <a:pt x="15252759" y="6131304"/>
                </a:cubicBezTo>
                <a:cubicBezTo>
                  <a:pt x="15240128" y="6131304"/>
                  <a:pt x="15229793" y="6141638"/>
                  <a:pt x="15229793" y="6154270"/>
                </a:cubicBezTo>
                <a:cubicBezTo>
                  <a:pt x="15229793" y="6166901"/>
                  <a:pt x="15240128" y="6177236"/>
                  <a:pt x="15252759" y="6177236"/>
                </a:cubicBezTo>
                <a:close/>
                <a:moveTo>
                  <a:pt x="15046066" y="6263358"/>
                </a:moveTo>
                <a:cubicBezTo>
                  <a:pt x="15058697" y="6263358"/>
                  <a:pt x="15069032" y="6253023"/>
                  <a:pt x="15069032" y="6240392"/>
                </a:cubicBezTo>
                <a:cubicBezTo>
                  <a:pt x="15069032" y="6227760"/>
                  <a:pt x="15058697" y="6217426"/>
                  <a:pt x="15046066" y="6217426"/>
                </a:cubicBezTo>
                <a:cubicBezTo>
                  <a:pt x="15033435" y="6217426"/>
                  <a:pt x="15023100" y="6227760"/>
                  <a:pt x="15023100" y="6240392"/>
                </a:cubicBezTo>
                <a:cubicBezTo>
                  <a:pt x="15023100" y="6253023"/>
                  <a:pt x="15033435" y="6263358"/>
                  <a:pt x="15046066" y="6263358"/>
                </a:cubicBezTo>
                <a:close/>
                <a:moveTo>
                  <a:pt x="14942145" y="6302973"/>
                </a:moveTo>
                <a:lnTo>
                  <a:pt x="14942145" y="6302973"/>
                </a:lnTo>
                <a:cubicBezTo>
                  <a:pt x="14938701" y="6302973"/>
                  <a:pt x="14935830" y="6303548"/>
                  <a:pt x="14932960" y="6304696"/>
                </a:cubicBezTo>
                <a:cubicBezTo>
                  <a:pt x="14924921" y="6308141"/>
                  <a:pt x="14918606" y="6316179"/>
                  <a:pt x="14918606" y="6325939"/>
                </a:cubicBezTo>
                <a:cubicBezTo>
                  <a:pt x="14918606" y="6335700"/>
                  <a:pt x="14924347" y="6343738"/>
                  <a:pt x="14932960" y="6347183"/>
                </a:cubicBezTo>
                <a:cubicBezTo>
                  <a:pt x="14935830" y="6348331"/>
                  <a:pt x="14938701" y="6348905"/>
                  <a:pt x="14942145" y="6348905"/>
                </a:cubicBezTo>
                <a:lnTo>
                  <a:pt x="14942145" y="6348905"/>
                </a:lnTo>
                <a:cubicBezTo>
                  <a:pt x="14954776" y="6348905"/>
                  <a:pt x="14965111" y="6338571"/>
                  <a:pt x="14965111" y="6325939"/>
                </a:cubicBezTo>
                <a:cubicBezTo>
                  <a:pt x="14965111" y="6313308"/>
                  <a:pt x="14954776" y="6302973"/>
                  <a:pt x="14942145" y="6302973"/>
                </a:cubicBezTo>
                <a:close/>
                <a:moveTo>
                  <a:pt x="15252759" y="6263358"/>
                </a:moveTo>
                <a:cubicBezTo>
                  <a:pt x="15265389" y="6263358"/>
                  <a:pt x="15275724" y="6253023"/>
                  <a:pt x="15275724" y="6240392"/>
                </a:cubicBezTo>
                <a:cubicBezTo>
                  <a:pt x="15275724" y="6227760"/>
                  <a:pt x="15265389" y="6217426"/>
                  <a:pt x="15252759" y="6217426"/>
                </a:cubicBezTo>
                <a:cubicBezTo>
                  <a:pt x="15240128" y="6217426"/>
                  <a:pt x="15229793" y="6227760"/>
                  <a:pt x="15229793" y="6240392"/>
                </a:cubicBezTo>
                <a:cubicBezTo>
                  <a:pt x="15229793" y="6253023"/>
                  <a:pt x="15240128" y="6263358"/>
                  <a:pt x="15252759" y="6263358"/>
                </a:cubicBezTo>
                <a:close/>
                <a:moveTo>
                  <a:pt x="14942145" y="6216851"/>
                </a:moveTo>
                <a:cubicBezTo>
                  <a:pt x="14929514" y="6216851"/>
                  <a:pt x="14919179" y="6227186"/>
                  <a:pt x="14919179" y="6239817"/>
                </a:cubicBezTo>
                <a:cubicBezTo>
                  <a:pt x="14919179" y="6252449"/>
                  <a:pt x="14929514" y="6262783"/>
                  <a:pt x="14942145" y="6262783"/>
                </a:cubicBezTo>
                <a:cubicBezTo>
                  <a:pt x="14954776" y="6262783"/>
                  <a:pt x="14965111" y="6252449"/>
                  <a:pt x="14965111" y="6239817"/>
                </a:cubicBezTo>
                <a:cubicBezTo>
                  <a:pt x="14965111" y="6227186"/>
                  <a:pt x="14954776" y="6216851"/>
                  <a:pt x="14942145" y="6216851"/>
                </a:cubicBezTo>
                <a:close/>
                <a:moveTo>
                  <a:pt x="15149412" y="6216851"/>
                </a:moveTo>
                <a:cubicBezTo>
                  <a:pt x="15136781" y="6216851"/>
                  <a:pt x="15126446" y="6227186"/>
                  <a:pt x="15126446" y="6239817"/>
                </a:cubicBezTo>
                <a:cubicBezTo>
                  <a:pt x="15126446" y="6252449"/>
                  <a:pt x="15136781" y="6262783"/>
                  <a:pt x="15149412" y="6262783"/>
                </a:cubicBezTo>
                <a:cubicBezTo>
                  <a:pt x="15162043" y="6262783"/>
                  <a:pt x="15172378" y="6252449"/>
                  <a:pt x="15172378" y="6239817"/>
                </a:cubicBezTo>
                <a:cubicBezTo>
                  <a:pt x="15172378" y="6227186"/>
                  <a:pt x="15162043" y="6216851"/>
                  <a:pt x="15149412" y="6216851"/>
                </a:cubicBezTo>
                <a:close/>
                <a:moveTo>
                  <a:pt x="15149412" y="6302973"/>
                </a:moveTo>
                <a:lnTo>
                  <a:pt x="15149412" y="6302973"/>
                </a:lnTo>
                <a:cubicBezTo>
                  <a:pt x="15145967" y="6302973"/>
                  <a:pt x="15143096" y="6303548"/>
                  <a:pt x="15140225" y="6304696"/>
                </a:cubicBezTo>
                <a:cubicBezTo>
                  <a:pt x="15132188" y="6308141"/>
                  <a:pt x="15125872" y="6316179"/>
                  <a:pt x="15125872" y="6325939"/>
                </a:cubicBezTo>
                <a:cubicBezTo>
                  <a:pt x="15125872" y="6335700"/>
                  <a:pt x="15131613" y="6343738"/>
                  <a:pt x="15140225" y="6347183"/>
                </a:cubicBezTo>
                <a:cubicBezTo>
                  <a:pt x="15143096" y="6348331"/>
                  <a:pt x="15145967" y="6348905"/>
                  <a:pt x="15149412" y="6348905"/>
                </a:cubicBezTo>
                <a:lnTo>
                  <a:pt x="15149412" y="6348905"/>
                </a:lnTo>
                <a:cubicBezTo>
                  <a:pt x="15162043" y="6348905"/>
                  <a:pt x="15172378" y="6338571"/>
                  <a:pt x="15172378" y="6325939"/>
                </a:cubicBezTo>
                <a:cubicBezTo>
                  <a:pt x="15172378" y="6313308"/>
                  <a:pt x="15162043" y="6302973"/>
                  <a:pt x="15149412" y="6302973"/>
                </a:cubicBezTo>
                <a:close/>
                <a:moveTo>
                  <a:pt x="15054678" y="6304696"/>
                </a:moveTo>
                <a:cubicBezTo>
                  <a:pt x="15051807" y="6303548"/>
                  <a:pt x="15048937" y="6302973"/>
                  <a:pt x="15045491" y="6302973"/>
                </a:cubicBezTo>
                <a:cubicBezTo>
                  <a:pt x="15032860" y="6302973"/>
                  <a:pt x="15022525" y="6313308"/>
                  <a:pt x="15022525" y="6325939"/>
                </a:cubicBezTo>
                <a:cubicBezTo>
                  <a:pt x="15022525" y="6338571"/>
                  <a:pt x="15032860" y="6348905"/>
                  <a:pt x="15045491" y="6348905"/>
                </a:cubicBezTo>
                <a:cubicBezTo>
                  <a:pt x="15058122" y="6348905"/>
                  <a:pt x="15051807" y="6348331"/>
                  <a:pt x="15054678" y="6347183"/>
                </a:cubicBezTo>
                <a:cubicBezTo>
                  <a:pt x="15062716" y="6343738"/>
                  <a:pt x="15069032" y="6335700"/>
                  <a:pt x="15069032" y="6325939"/>
                </a:cubicBezTo>
                <a:cubicBezTo>
                  <a:pt x="15069032" y="6316179"/>
                  <a:pt x="15063290" y="6308141"/>
                  <a:pt x="15054678" y="6304696"/>
                </a:cubicBezTo>
                <a:close/>
                <a:moveTo>
                  <a:pt x="15261944" y="6304696"/>
                </a:moveTo>
                <a:cubicBezTo>
                  <a:pt x="15259073" y="6303548"/>
                  <a:pt x="15256203" y="6302973"/>
                  <a:pt x="15252759" y="6302973"/>
                </a:cubicBezTo>
                <a:cubicBezTo>
                  <a:pt x="15240128" y="6302973"/>
                  <a:pt x="15229793" y="6313308"/>
                  <a:pt x="15229793" y="6325939"/>
                </a:cubicBezTo>
                <a:cubicBezTo>
                  <a:pt x="15229793" y="6338571"/>
                  <a:pt x="15240128" y="6348905"/>
                  <a:pt x="15252759" y="6348905"/>
                </a:cubicBezTo>
                <a:cubicBezTo>
                  <a:pt x="15265389" y="6348905"/>
                  <a:pt x="15259073" y="6348331"/>
                  <a:pt x="15261944" y="6347183"/>
                </a:cubicBezTo>
                <a:cubicBezTo>
                  <a:pt x="15269983" y="6343738"/>
                  <a:pt x="15276298" y="6335700"/>
                  <a:pt x="15276298" y="6325939"/>
                </a:cubicBezTo>
                <a:cubicBezTo>
                  <a:pt x="15276298" y="6316179"/>
                  <a:pt x="15270556" y="6308141"/>
                  <a:pt x="15261944" y="6304696"/>
                </a:cubicBezTo>
                <a:close/>
                <a:moveTo>
                  <a:pt x="14631533" y="6131304"/>
                </a:moveTo>
                <a:cubicBezTo>
                  <a:pt x="14618901" y="6131304"/>
                  <a:pt x="14608567" y="6141638"/>
                  <a:pt x="14608567" y="6154270"/>
                </a:cubicBezTo>
                <a:cubicBezTo>
                  <a:pt x="14608567" y="6166901"/>
                  <a:pt x="14618901" y="6177236"/>
                  <a:pt x="14631533" y="6177236"/>
                </a:cubicBezTo>
                <a:cubicBezTo>
                  <a:pt x="14644164" y="6177236"/>
                  <a:pt x="14654499" y="6166901"/>
                  <a:pt x="14654499" y="6154270"/>
                </a:cubicBezTo>
                <a:cubicBezTo>
                  <a:pt x="14654499" y="6141638"/>
                  <a:pt x="14644164" y="6131304"/>
                  <a:pt x="14631533" y="6131304"/>
                </a:cubicBezTo>
                <a:close/>
                <a:moveTo>
                  <a:pt x="14424266" y="6131304"/>
                </a:moveTo>
                <a:cubicBezTo>
                  <a:pt x="14411635" y="6131304"/>
                  <a:pt x="14401300" y="6141638"/>
                  <a:pt x="14401300" y="6154270"/>
                </a:cubicBezTo>
                <a:cubicBezTo>
                  <a:pt x="14401300" y="6166901"/>
                  <a:pt x="14411635" y="6177236"/>
                  <a:pt x="14424266" y="6177236"/>
                </a:cubicBezTo>
                <a:cubicBezTo>
                  <a:pt x="14436897" y="6177236"/>
                  <a:pt x="14447232" y="6166901"/>
                  <a:pt x="14447232" y="6154270"/>
                </a:cubicBezTo>
                <a:cubicBezTo>
                  <a:pt x="14447232" y="6141638"/>
                  <a:pt x="14436897" y="6131304"/>
                  <a:pt x="14424266" y="6131304"/>
                </a:cubicBezTo>
                <a:close/>
                <a:moveTo>
                  <a:pt x="14527612" y="6131304"/>
                </a:moveTo>
                <a:cubicBezTo>
                  <a:pt x="14514981" y="6131304"/>
                  <a:pt x="14504646" y="6141638"/>
                  <a:pt x="14504646" y="6154270"/>
                </a:cubicBezTo>
                <a:cubicBezTo>
                  <a:pt x="14504646" y="6166901"/>
                  <a:pt x="14514981" y="6177236"/>
                  <a:pt x="14527612" y="6177236"/>
                </a:cubicBezTo>
                <a:cubicBezTo>
                  <a:pt x="14540243" y="6177236"/>
                  <a:pt x="14550578" y="6166901"/>
                  <a:pt x="14550578" y="6154270"/>
                </a:cubicBezTo>
                <a:cubicBezTo>
                  <a:pt x="14550578" y="6141638"/>
                  <a:pt x="14540243" y="6131304"/>
                  <a:pt x="14527612" y="6131304"/>
                </a:cubicBezTo>
                <a:close/>
                <a:moveTo>
                  <a:pt x="14838799" y="6131304"/>
                </a:moveTo>
                <a:cubicBezTo>
                  <a:pt x="14826168" y="6131304"/>
                  <a:pt x="14815833" y="6141638"/>
                  <a:pt x="14815833" y="6154270"/>
                </a:cubicBezTo>
                <a:cubicBezTo>
                  <a:pt x="14815833" y="6166901"/>
                  <a:pt x="14826168" y="6177236"/>
                  <a:pt x="14838799" y="6177236"/>
                </a:cubicBezTo>
                <a:cubicBezTo>
                  <a:pt x="14851430" y="6177236"/>
                  <a:pt x="14861765" y="6166901"/>
                  <a:pt x="14861765" y="6154270"/>
                </a:cubicBezTo>
                <a:cubicBezTo>
                  <a:pt x="14861765" y="6141638"/>
                  <a:pt x="14851430" y="6131304"/>
                  <a:pt x="14838799" y="6131304"/>
                </a:cubicBezTo>
                <a:close/>
                <a:moveTo>
                  <a:pt x="14734879" y="6131304"/>
                </a:moveTo>
                <a:cubicBezTo>
                  <a:pt x="14722247" y="6131304"/>
                  <a:pt x="14711913" y="6141638"/>
                  <a:pt x="14711913" y="6154270"/>
                </a:cubicBezTo>
                <a:cubicBezTo>
                  <a:pt x="14711913" y="6166901"/>
                  <a:pt x="14722247" y="6177236"/>
                  <a:pt x="14734879" y="6177236"/>
                </a:cubicBezTo>
                <a:cubicBezTo>
                  <a:pt x="14747510" y="6177236"/>
                  <a:pt x="14757845" y="6166901"/>
                  <a:pt x="14757845" y="6154270"/>
                </a:cubicBezTo>
                <a:cubicBezTo>
                  <a:pt x="14757845" y="6141638"/>
                  <a:pt x="14747510" y="6131304"/>
                  <a:pt x="14734879" y="6131304"/>
                </a:cubicBezTo>
                <a:close/>
                <a:moveTo>
                  <a:pt x="14527612" y="6263358"/>
                </a:moveTo>
                <a:cubicBezTo>
                  <a:pt x="14540243" y="6263358"/>
                  <a:pt x="14550578" y="6253023"/>
                  <a:pt x="14550578" y="6240392"/>
                </a:cubicBezTo>
                <a:cubicBezTo>
                  <a:pt x="14550578" y="6227760"/>
                  <a:pt x="14540243" y="6217426"/>
                  <a:pt x="14527612" y="6217426"/>
                </a:cubicBezTo>
                <a:cubicBezTo>
                  <a:pt x="14514981" y="6217426"/>
                  <a:pt x="14504646" y="6227760"/>
                  <a:pt x="14504646" y="6240392"/>
                </a:cubicBezTo>
                <a:cubicBezTo>
                  <a:pt x="14504646" y="6253023"/>
                  <a:pt x="14514981" y="6263358"/>
                  <a:pt x="14527612" y="6263358"/>
                </a:cubicBezTo>
                <a:close/>
                <a:moveTo>
                  <a:pt x="14424266" y="6302973"/>
                </a:moveTo>
                <a:lnTo>
                  <a:pt x="14424266" y="6302973"/>
                </a:lnTo>
                <a:cubicBezTo>
                  <a:pt x="14420820" y="6302973"/>
                  <a:pt x="14417950" y="6303548"/>
                  <a:pt x="14415079" y="6304696"/>
                </a:cubicBezTo>
                <a:cubicBezTo>
                  <a:pt x="14407041" y="6308141"/>
                  <a:pt x="14400725" y="6316179"/>
                  <a:pt x="14400725" y="6325939"/>
                </a:cubicBezTo>
                <a:cubicBezTo>
                  <a:pt x="14400725" y="6335700"/>
                  <a:pt x="14406467" y="6343738"/>
                  <a:pt x="14415079" y="6347183"/>
                </a:cubicBezTo>
                <a:cubicBezTo>
                  <a:pt x="14417950" y="6348331"/>
                  <a:pt x="14420820" y="6348905"/>
                  <a:pt x="14424266" y="6348905"/>
                </a:cubicBezTo>
                <a:lnTo>
                  <a:pt x="14424266" y="6348905"/>
                </a:lnTo>
                <a:cubicBezTo>
                  <a:pt x="14436897" y="6348905"/>
                  <a:pt x="14447232" y="6338571"/>
                  <a:pt x="14447232" y="6325939"/>
                </a:cubicBezTo>
                <a:cubicBezTo>
                  <a:pt x="14447232" y="6313308"/>
                  <a:pt x="14436897" y="6302973"/>
                  <a:pt x="14424266" y="6302973"/>
                </a:cubicBezTo>
                <a:close/>
                <a:moveTo>
                  <a:pt x="14734879" y="6263358"/>
                </a:moveTo>
                <a:cubicBezTo>
                  <a:pt x="14747510" y="6263358"/>
                  <a:pt x="14757845" y="6253023"/>
                  <a:pt x="14757845" y="6240392"/>
                </a:cubicBezTo>
                <a:cubicBezTo>
                  <a:pt x="14757845" y="6227760"/>
                  <a:pt x="14747510" y="6217426"/>
                  <a:pt x="14734879" y="6217426"/>
                </a:cubicBezTo>
                <a:cubicBezTo>
                  <a:pt x="14722247" y="6217426"/>
                  <a:pt x="14711913" y="6227760"/>
                  <a:pt x="14711913" y="6240392"/>
                </a:cubicBezTo>
                <a:cubicBezTo>
                  <a:pt x="14711913" y="6253023"/>
                  <a:pt x="14722247" y="6263358"/>
                  <a:pt x="14734879" y="6263358"/>
                </a:cubicBezTo>
                <a:close/>
                <a:moveTo>
                  <a:pt x="14838799" y="6302973"/>
                </a:moveTo>
                <a:lnTo>
                  <a:pt x="14838799" y="6302973"/>
                </a:lnTo>
                <a:cubicBezTo>
                  <a:pt x="14835355" y="6302973"/>
                  <a:pt x="14832484" y="6303548"/>
                  <a:pt x="14829613" y="6304696"/>
                </a:cubicBezTo>
                <a:cubicBezTo>
                  <a:pt x="14821574" y="6308141"/>
                  <a:pt x="14815260" y="6316179"/>
                  <a:pt x="14815260" y="6325939"/>
                </a:cubicBezTo>
                <a:cubicBezTo>
                  <a:pt x="14815260" y="6335700"/>
                  <a:pt x="14815833" y="6332255"/>
                  <a:pt x="14816981" y="6335126"/>
                </a:cubicBezTo>
                <a:cubicBezTo>
                  <a:pt x="14819278" y="6340867"/>
                  <a:pt x="14823872" y="6344886"/>
                  <a:pt x="14829039" y="6347183"/>
                </a:cubicBezTo>
                <a:cubicBezTo>
                  <a:pt x="14831909" y="6348331"/>
                  <a:pt x="14834780" y="6348905"/>
                  <a:pt x="14838225" y="6348905"/>
                </a:cubicBezTo>
                <a:cubicBezTo>
                  <a:pt x="14850856" y="6348905"/>
                  <a:pt x="14861191" y="6338571"/>
                  <a:pt x="14861191" y="6325939"/>
                </a:cubicBezTo>
                <a:cubicBezTo>
                  <a:pt x="14861191" y="6313308"/>
                  <a:pt x="14850856" y="6302973"/>
                  <a:pt x="14838225" y="6302973"/>
                </a:cubicBezTo>
                <a:close/>
                <a:moveTo>
                  <a:pt x="14838799" y="6216851"/>
                </a:moveTo>
                <a:cubicBezTo>
                  <a:pt x="14826168" y="6216851"/>
                  <a:pt x="14815833" y="6227186"/>
                  <a:pt x="14815833" y="6239817"/>
                </a:cubicBezTo>
                <a:cubicBezTo>
                  <a:pt x="14815833" y="6252449"/>
                  <a:pt x="14826168" y="6262783"/>
                  <a:pt x="14838799" y="6262783"/>
                </a:cubicBezTo>
                <a:cubicBezTo>
                  <a:pt x="14851430" y="6262783"/>
                  <a:pt x="14861765" y="6252449"/>
                  <a:pt x="14861765" y="6239817"/>
                </a:cubicBezTo>
                <a:cubicBezTo>
                  <a:pt x="14861765" y="6227186"/>
                  <a:pt x="14851430" y="6216851"/>
                  <a:pt x="14838799" y="6216851"/>
                </a:cubicBezTo>
                <a:close/>
                <a:moveTo>
                  <a:pt x="14424266" y="6216851"/>
                </a:moveTo>
                <a:cubicBezTo>
                  <a:pt x="14411635" y="6216851"/>
                  <a:pt x="14401300" y="6227186"/>
                  <a:pt x="14401300" y="6239817"/>
                </a:cubicBezTo>
                <a:cubicBezTo>
                  <a:pt x="14401300" y="6252449"/>
                  <a:pt x="14411635" y="6262783"/>
                  <a:pt x="14424266" y="6262783"/>
                </a:cubicBezTo>
                <a:cubicBezTo>
                  <a:pt x="14436897" y="6262783"/>
                  <a:pt x="14447232" y="6252449"/>
                  <a:pt x="14447232" y="6239817"/>
                </a:cubicBezTo>
                <a:cubicBezTo>
                  <a:pt x="14447232" y="6227186"/>
                  <a:pt x="14436897" y="6216851"/>
                  <a:pt x="14424266" y="6216851"/>
                </a:cubicBezTo>
                <a:close/>
                <a:moveTo>
                  <a:pt x="14631533" y="6216851"/>
                </a:moveTo>
                <a:cubicBezTo>
                  <a:pt x="14618901" y="6216851"/>
                  <a:pt x="14608567" y="6227186"/>
                  <a:pt x="14608567" y="6239817"/>
                </a:cubicBezTo>
                <a:cubicBezTo>
                  <a:pt x="14608567" y="6252449"/>
                  <a:pt x="14618901" y="6262783"/>
                  <a:pt x="14631533" y="6262783"/>
                </a:cubicBezTo>
                <a:cubicBezTo>
                  <a:pt x="14644164" y="6262783"/>
                  <a:pt x="14654499" y="6252449"/>
                  <a:pt x="14654499" y="6239817"/>
                </a:cubicBezTo>
                <a:cubicBezTo>
                  <a:pt x="14654499" y="6227186"/>
                  <a:pt x="14644164" y="6216851"/>
                  <a:pt x="14631533" y="6216851"/>
                </a:cubicBezTo>
                <a:close/>
                <a:moveTo>
                  <a:pt x="14631533" y="6302973"/>
                </a:moveTo>
                <a:lnTo>
                  <a:pt x="14631533" y="6302973"/>
                </a:lnTo>
                <a:cubicBezTo>
                  <a:pt x="14628088" y="6302973"/>
                  <a:pt x="14625217" y="6303548"/>
                  <a:pt x="14622346" y="6304696"/>
                </a:cubicBezTo>
                <a:cubicBezTo>
                  <a:pt x="14614309" y="6308141"/>
                  <a:pt x="14607992" y="6316179"/>
                  <a:pt x="14607992" y="6325939"/>
                </a:cubicBezTo>
                <a:cubicBezTo>
                  <a:pt x="14607992" y="6335700"/>
                  <a:pt x="14613734" y="6343738"/>
                  <a:pt x="14622346" y="6347183"/>
                </a:cubicBezTo>
                <a:cubicBezTo>
                  <a:pt x="14625217" y="6348331"/>
                  <a:pt x="14628088" y="6348905"/>
                  <a:pt x="14631533" y="6348905"/>
                </a:cubicBezTo>
                <a:lnTo>
                  <a:pt x="14631533" y="6348905"/>
                </a:lnTo>
                <a:cubicBezTo>
                  <a:pt x="14644164" y="6348905"/>
                  <a:pt x="14654499" y="6338571"/>
                  <a:pt x="14654499" y="6325939"/>
                </a:cubicBezTo>
                <a:cubicBezTo>
                  <a:pt x="14654499" y="6313308"/>
                  <a:pt x="14644164" y="6302973"/>
                  <a:pt x="14631533" y="6302973"/>
                </a:cubicBezTo>
                <a:close/>
                <a:moveTo>
                  <a:pt x="14527612" y="6349480"/>
                </a:moveTo>
                <a:cubicBezTo>
                  <a:pt x="14531057" y="6349480"/>
                  <a:pt x="14533928" y="6348905"/>
                  <a:pt x="14536799" y="6347757"/>
                </a:cubicBezTo>
                <a:cubicBezTo>
                  <a:pt x="14544836" y="6344312"/>
                  <a:pt x="14551153" y="6336274"/>
                  <a:pt x="14551153" y="6326514"/>
                </a:cubicBezTo>
                <a:cubicBezTo>
                  <a:pt x="14551153" y="6316753"/>
                  <a:pt x="14545411" y="6308715"/>
                  <a:pt x="14536799" y="6305270"/>
                </a:cubicBezTo>
                <a:cubicBezTo>
                  <a:pt x="14533928" y="6304122"/>
                  <a:pt x="14531057" y="6303548"/>
                  <a:pt x="14527612" y="6303548"/>
                </a:cubicBezTo>
                <a:cubicBezTo>
                  <a:pt x="14514981" y="6303548"/>
                  <a:pt x="14504646" y="6313882"/>
                  <a:pt x="14504646" y="6326514"/>
                </a:cubicBezTo>
                <a:cubicBezTo>
                  <a:pt x="14504646" y="6339145"/>
                  <a:pt x="14514981" y="6349480"/>
                  <a:pt x="14527612" y="6349480"/>
                </a:cubicBezTo>
                <a:close/>
                <a:moveTo>
                  <a:pt x="14734879" y="6349480"/>
                </a:moveTo>
                <a:cubicBezTo>
                  <a:pt x="14738323" y="6349480"/>
                  <a:pt x="14741194" y="6348905"/>
                  <a:pt x="14744065" y="6347757"/>
                </a:cubicBezTo>
                <a:cubicBezTo>
                  <a:pt x="14752104" y="6344312"/>
                  <a:pt x="14758418" y="6336274"/>
                  <a:pt x="14758418" y="6326514"/>
                </a:cubicBezTo>
                <a:cubicBezTo>
                  <a:pt x="14758418" y="6316753"/>
                  <a:pt x="14752677" y="6308715"/>
                  <a:pt x="14744065" y="6305270"/>
                </a:cubicBezTo>
                <a:cubicBezTo>
                  <a:pt x="14741194" y="6304122"/>
                  <a:pt x="14738323" y="6303548"/>
                  <a:pt x="14734879" y="6303548"/>
                </a:cubicBezTo>
                <a:cubicBezTo>
                  <a:pt x="14722247" y="6303548"/>
                  <a:pt x="14711913" y="6313882"/>
                  <a:pt x="14711913" y="6326514"/>
                </a:cubicBezTo>
                <a:cubicBezTo>
                  <a:pt x="14711913" y="6339145"/>
                  <a:pt x="14722247" y="6349480"/>
                  <a:pt x="14734879" y="6349480"/>
                </a:cubicBezTo>
                <a:close/>
                <a:moveTo>
                  <a:pt x="14008010" y="3295598"/>
                </a:moveTo>
                <a:cubicBezTo>
                  <a:pt x="14020641" y="3295598"/>
                  <a:pt x="14030976" y="3285263"/>
                  <a:pt x="14030976" y="3272632"/>
                </a:cubicBezTo>
                <a:cubicBezTo>
                  <a:pt x="14030976" y="3260000"/>
                  <a:pt x="14020641" y="3249666"/>
                  <a:pt x="14008010" y="3249666"/>
                </a:cubicBezTo>
                <a:cubicBezTo>
                  <a:pt x="13995379" y="3249666"/>
                  <a:pt x="13985044" y="3260000"/>
                  <a:pt x="13985044" y="3272632"/>
                </a:cubicBezTo>
                <a:cubicBezTo>
                  <a:pt x="13985044" y="3285263"/>
                  <a:pt x="13995379" y="3295598"/>
                  <a:pt x="14008010" y="3295598"/>
                </a:cubicBezTo>
                <a:close/>
                <a:moveTo>
                  <a:pt x="13836341" y="3295598"/>
                </a:moveTo>
                <a:cubicBezTo>
                  <a:pt x="13848972" y="3295598"/>
                  <a:pt x="13859307" y="3285263"/>
                  <a:pt x="13859307" y="3272632"/>
                </a:cubicBezTo>
                <a:lnTo>
                  <a:pt x="13859307" y="3272632"/>
                </a:lnTo>
                <a:cubicBezTo>
                  <a:pt x="13859307" y="3269187"/>
                  <a:pt x="13858732" y="3266316"/>
                  <a:pt x="13857584" y="3263445"/>
                </a:cubicBezTo>
                <a:cubicBezTo>
                  <a:pt x="13854139" y="3255407"/>
                  <a:pt x="13846101" y="3249092"/>
                  <a:pt x="13836341" y="3249092"/>
                </a:cubicBezTo>
                <a:cubicBezTo>
                  <a:pt x="13826579" y="3249092"/>
                  <a:pt x="13818542" y="3254833"/>
                  <a:pt x="13815096" y="3263445"/>
                </a:cubicBezTo>
                <a:cubicBezTo>
                  <a:pt x="13813948" y="3266316"/>
                  <a:pt x="13813375" y="3269187"/>
                  <a:pt x="13813375" y="3272632"/>
                </a:cubicBezTo>
                <a:lnTo>
                  <a:pt x="13813375" y="3272632"/>
                </a:lnTo>
                <a:cubicBezTo>
                  <a:pt x="13813375" y="3285263"/>
                  <a:pt x="13823709" y="3295598"/>
                  <a:pt x="13836341" y="3295598"/>
                </a:cubicBezTo>
                <a:close/>
                <a:moveTo>
                  <a:pt x="13922463" y="3295598"/>
                </a:moveTo>
                <a:cubicBezTo>
                  <a:pt x="13935094" y="3295598"/>
                  <a:pt x="13945429" y="3285263"/>
                  <a:pt x="13945429" y="3272632"/>
                </a:cubicBezTo>
                <a:cubicBezTo>
                  <a:pt x="13945429" y="3260000"/>
                  <a:pt x="13935094" y="3249666"/>
                  <a:pt x="13922463" y="3249666"/>
                </a:cubicBezTo>
                <a:cubicBezTo>
                  <a:pt x="13909831" y="3249666"/>
                  <a:pt x="13899497" y="3260000"/>
                  <a:pt x="13899497" y="3272632"/>
                </a:cubicBezTo>
                <a:cubicBezTo>
                  <a:pt x="13899497" y="3285263"/>
                  <a:pt x="13909831" y="3295598"/>
                  <a:pt x="13922463" y="3295598"/>
                </a:cubicBezTo>
                <a:close/>
                <a:moveTo>
                  <a:pt x="14008010" y="2984410"/>
                </a:moveTo>
                <a:cubicBezTo>
                  <a:pt x="14020641" y="2984410"/>
                  <a:pt x="14030976" y="2974076"/>
                  <a:pt x="14030976" y="2961445"/>
                </a:cubicBezTo>
                <a:cubicBezTo>
                  <a:pt x="14030976" y="2948813"/>
                  <a:pt x="14020641" y="2938479"/>
                  <a:pt x="14008010" y="2938479"/>
                </a:cubicBezTo>
                <a:cubicBezTo>
                  <a:pt x="13995379" y="2938479"/>
                  <a:pt x="13985044" y="2948813"/>
                  <a:pt x="13985044" y="2961445"/>
                </a:cubicBezTo>
                <a:cubicBezTo>
                  <a:pt x="13985044" y="2974076"/>
                  <a:pt x="13995379" y="2984410"/>
                  <a:pt x="14008010" y="2984410"/>
                </a:cubicBezTo>
                <a:close/>
                <a:moveTo>
                  <a:pt x="13985044" y="2754178"/>
                </a:moveTo>
                <a:cubicBezTo>
                  <a:pt x="13985044" y="2766809"/>
                  <a:pt x="13995379" y="2777144"/>
                  <a:pt x="14008010" y="2777144"/>
                </a:cubicBezTo>
                <a:cubicBezTo>
                  <a:pt x="14020641" y="2777144"/>
                  <a:pt x="14030976" y="2766809"/>
                  <a:pt x="14030976" y="2754178"/>
                </a:cubicBezTo>
                <a:cubicBezTo>
                  <a:pt x="14030976" y="2741547"/>
                  <a:pt x="14020641" y="2731212"/>
                  <a:pt x="14008010" y="2731212"/>
                </a:cubicBezTo>
                <a:cubicBezTo>
                  <a:pt x="13995379" y="2731212"/>
                  <a:pt x="13985044" y="2741547"/>
                  <a:pt x="13985044" y="2754178"/>
                </a:cubicBezTo>
                <a:close/>
                <a:moveTo>
                  <a:pt x="14008010" y="2881064"/>
                </a:moveTo>
                <a:cubicBezTo>
                  <a:pt x="14020641" y="2881064"/>
                  <a:pt x="14030976" y="2870730"/>
                  <a:pt x="14030976" y="2858098"/>
                </a:cubicBezTo>
                <a:cubicBezTo>
                  <a:pt x="14030976" y="2845467"/>
                  <a:pt x="14020641" y="2835133"/>
                  <a:pt x="14008010" y="2835133"/>
                </a:cubicBezTo>
                <a:cubicBezTo>
                  <a:pt x="13995379" y="2835133"/>
                  <a:pt x="13985044" y="2845467"/>
                  <a:pt x="13985044" y="2858098"/>
                </a:cubicBezTo>
                <a:cubicBezTo>
                  <a:pt x="13985044" y="2870730"/>
                  <a:pt x="13995379" y="2881064"/>
                  <a:pt x="14008010" y="2881064"/>
                </a:cubicBezTo>
                <a:close/>
                <a:moveTo>
                  <a:pt x="14008010" y="3191677"/>
                </a:moveTo>
                <a:cubicBezTo>
                  <a:pt x="14020641" y="3191677"/>
                  <a:pt x="14030976" y="3181342"/>
                  <a:pt x="14030976" y="3168711"/>
                </a:cubicBezTo>
                <a:cubicBezTo>
                  <a:pt x="14030976" y="3156080"/>
                  <a:pt x="14020641" y="3145745"/>
                  <a:pt x="14008010" y="3145745"/>
                </a:cubicBezTo>
                <a:cubicBezTo>
                  <a:pt x="13995379" y="3145745"/>
                  <a:pt x="13985044" y="3156080"/>
                  <a:pt x="13985044" y="3168711"/>
                </a:cubicBezTo>
                <a:cubicBezTo>
                  <a:pt x="13985044" y="3181342"/>
                  <a:pt x="13995379" y="3191677"/>
                  <a:pt x="14008010" y="3191677"/>
                </a:cubicBezTo>
                <a:close/>
                <a:moveTo>
                  <a:pt x="14008010" y="3088331"/>
                </a:moveTo>
                <a:cubicBezTo>
                  <a:pt x="14020641" y="3088331"/>
                  <a:pt x="14030976" y="3077996"/>
                  <a:pt x="14030976" y="3065365"/>
                </a:cubicBezTo>
                <a:cubicBezTo>
                  <a:pt x="14030976" y="3052734"/>
                  <a:pt x="14020641" y="3042399"/>
                  <a:pt x="14008010" y="3042399"/>
                </a:cubicBezTo>
                <a:cubicBezTo>
                  <a:pt x="13995379" y="3042399"/>
                  <a:pt x="13985044" y="3052734"/>
                  <a:pt x="13985044" y="3065365"/>
                </a:cubicBezTo>
                <a:cubicBezTo>
                  <a:pt x="13985044" y="3077996"/>
                  <a:pt x="13995379" y="3088331"/>
                  <a:pt x="14008010" y="3088331"/>
                </a:cubicBezTo>
                <a:close/>
                <a:moveTo>
                  <a:pt x="13922463" y="2881064"/>
                </a:moveTo>
                <a:cubicBezTo>
                  <a:pt x="13935094" y="2881064"/>
                  <a:pt x="13945429" y="2870730"/>
                  <a:pt x="13945429" y="2858098"/>
                </a:cubicBezTo>
                <a:cubicBezTo>
                  <a:pt x="13945429" y="2845467"/>
                  <a:pt x="13935094" y="2835133"/>
                  <a:pt x="13922463" y="2835133"/>
                </a:cubicBezTo>
                <a:cubicBezTo>
                  <a:pt x="13909831" y="2835133"/>
                  <a:pt x="13899497" y="2845467"/>
                  <a:pt x="13899497" y="2858098"/>
                </a:cubicBezTo>
                <a:cubicBezTo>
                  <a:pt x="13899497" y="2870730"/>
                  <a:pt x="13909831" y="2881064"/>
                  <a:pt x="13922463" y="2881064"/>
                </a:cubicBezTo>
                <a:close/>
                <a:moveTo>
                  <a:pt x="13836341" y="2777718"/>
                </a:moveTo>
                <a:cubicBezTo>
                  <a:pt x="13848972" y="2777718"/>
                  <a:pt x="13859307" y="2767383"/>
                  <a:pt x="13859307" y="2754752"/>
                </a:cubicBezTo>
                <a:lnTo>
                  <a:pt x="13859307" y="2754752"/>
                </a:lnTo>
                <a:cubicBezTo>
                  <a:pt x="13859307" y="2751307"/>
                  <a:pt x="13858732" y="2748436"/>
                  <a:pt x="13857584" y="2745566"/>
                </a:cubicBezTo>
                <a:cubicBezTo>
                  <a:pt x="13854139" y="2737528"/>
                  <a:pt x="13846101" y="2731212"/>
                  <a:pt x="13836341" y="2731212"/>
                </a:cubicBezTo>
                <a:cubicBezTo>
                  <a:pt x="13826579" y="2731212"/>
                  <a:pt x="13818542" y="2736953"/>
                  <a:pt x="13815096" y="2745566"/>
                </a:cubicBezTo>
                <a:cubicBezTo>
                  <a:pt x="13813948" y="2748436"/>
                  <a:pt x="13813375" y="2751307"/>
                  <a:pt x="13813375" y="2754752"/>
                </a:cubicBezTo>
                <a:lnTo>
                  <a:pt x="13813375" y="2754752"/>
                </a:lnTo>
                <a:cubicBezTo>
                  <a:pt x="13813375" y="2767383"/>
                  <a:pt x="13823709" y="2777718"/>
                  <a:pt x="13836341" y="2777718"/>
                </a:cubicBezTo>
                <a:close/>
                <a:moveTo>
                  <a:pt x="13922463" y="3088331"/>
                </a:moveTo>
                <a:cubicBezTo>
                  <a:pt x="13935094" y="3088331"/>
                  <a:pt x="13945429" y="3077996"/>
                  <a:pt x="13945429" y="3065365"/>
                </a:cubicBezTo>
                <a:cubicBezTo>
                  <a:pt x="13945429" y="3052734"/>
                  <a:pt x="13935094" y="3042399"/>
                  <a:pt x="13922463" y="3042399"/>
                </a:cubicBezTo>
                <a:cubicBezTo>
                  <a:pt x="13909831" y="3042399"/>
                  <a:pt x="13899497" y="3052734"/>
                  <a:pt x="13899497" y="3065365"/>
                </a:cubicBezTo>
                <a:cubicBezTo>
                  <a:pt x="13899497" y="3077996"/>
                  <a:pt x="13909831" y="3088331"/>
                  <a:pt x="13922463" y="3088331"/>
                </a:cubicBezTo>
                <a:close/>
                <a:moveTo>
                  <a:pt x="13836341" y="3191677"/>
                </a:moveTo>
                <a:cubicBezTo>
                  <a:pt x="13848972" y="3191677"/>
                  <a:pt x="13859307" y="3181342"/>
                  <a:pt x="13859307" y="3168711"/>
                </a:cubicBezTo>
                <a:lnTo>
                  <a:pt x="13859307" y="3168711"/>
                </a:lnTo>
                <a:cubicBezTo>
                  <a:pt x="13859307" y="3165266"/>
                  <a:pt x="13858732" y="3162396"/>
                  <a:pt x="13857584" y="3159525"/>
                </a:cubicBezTo>
                <a:cubicBezTo>
                  <a:pt x="13854139" y="3151487"/>
                  <a:pt x="13846101" y="3145171"/>
                  <a:pt x="13836341" y="3145171"/>
                </a:cubicBezTo>
                <a:cubicBezTo>
                  <a:pt x="13826579" y="3145171"/>
                  <a:pt x="13830025" y="3145745"/>
                  <a:pt x="13827154" y="3146894"/>
                </a:cubicBezTo>
                <a:cubicBezTo>
                  <a:pt x="13821413" y="3149190"/>
                  <a:pt x="13817394" y="3153783"/>
                  <a:pt x="13815096" y="3158951"/>
                </a:cubicBezTo>
                <a:cubicBezTo>
                  <a:pt x="13813948" y="3161821"/>
                  <a:pt x="13813375" y="3164692"/>
                  <a:pt x="13813375" y="3168137"/>
                </a:cubicBezTo>
                <a:cubicBezTo>
                  <a:pt x="13813375" y="3180768"/>
                  <a:pt x="13823709" y="3191103"/>
                  <a:pt x="13836341" y="3191103"/>
                </a:cubicBezTo>
                <a:close/>
                <a:moveTo>
                  <a:pt x="13922463" y="3191677"/>
                </a:moveTo>
                <a:cubicBezTo>
                  <a:pt x="13935094" y="3191677"/>
                  <a:pt x="13945429" y="3181342"/>
                  <a:pt x="13945429" y="3168711"/>
                </a:cubicBezTo>
                <a:cubicBezTo>
                  <a:pt x="13945429" y="3156080"/>
                  <a:pt x="13935094" y="3145745"/>
                  <a:pt x="13922463" y="3145745"/>
                </a:cubicBezTo>
                <a:cubicBezTo>
                  <a:pt x="13909831" y="3145745"/>
                  <a:pt x="13899497" y="3156080"/>
                  <a:pt x="13899497" y="3168711"/>
                </a:cubicBezTo>
                <a:cubicBezTo>
                  <a:pt x="13899497" y="3181342"/>
                  <a:pt x="13909831" y="3191677"/>
                  <a:pt x="13922463" y="3191677"/>
                </a:cubicBezTo>
                <a:close/>
                <a:moveTo>
                  <a:pt x="13922463" y="2777718"/>
                </a:moveTo>
                <a:cubicBezTo>
                  <a:pt x="13935094" y="2777718"/>
                  <a:pt x="13945429" y="2767383"/>
                  <a:pt x="13945429" y="2754752"/>
                </a:cubicBezTo>
                <a:cubicBezTo>
                  <a:pt x="13945429" y="2742121"/>
                  <a:pt x="13935094" y="2731786"/>
                  <a:pt x="13922463" y="2731786"/>
                </a:cubicBezTo>
                <a:cubicBezTo>
                  <a:pt x="13909831" y="2731786"/>
                  <a:pt x="13899497" y="2742121"/>
                  <a:pt x="13899497" y="2754752"/>
                </a:cubicBezTo>
                <a:cubicBezTo>
                  <a:pt x="13899497" y="2767383"/>
                  <a:pt x="13909831" y="2777718"/>
                  <a:pt x="13922463" y="2777718"/>
                </a:cubicBezTo>
                <a:close/>
                <a:moveTo>
                  <a:pt x="13922463" y="2984410"/>
                </a:moveTo>
                <a:cubicBezTo>
                  <a:pt x="13935094" y="2984410"/>
                  <a:pt x="13945429" y="2974076"/>
                  <a:pt x="13945429" y="2961445"/>
                </a:cubicBezTo>
                <a:cubicBezTo>
                  <a:pt x="13945429" y="2948813"/>
                  <a:pt x="13935094" y="2938479"/>
                  <a:pt x="13922463" y="2938479"/>
                </a:cubicBezTo>
                <a:cubicBezTo>
                  <a:pt x="13909831" y="2938479"/>
                  <a:pt x="13899497" y="2948813"/>
                  <a:pt x="13899497" y="2961445"/>
                </a:cubicBezTo>
                <a:cubicBezTo>
                  <a:pt x="13899497" y="2974076"/>
                  <a:pt x="13909831" y="2984410"/>
                  <a:pt x="13922463" y="2984410"/>
                </a:cubicBezTo>
                <a:close/>
                <a:moveTo>
                  <a:pt x="13836341" y="2984410"/>
                </a:moveTo>
                <a:cubicBezTo>
                  <a:pt x="13848972" y="2984410"/>
                  <a:pt x="13859307" y="2974076"/>
                  <a:pt x="13859307" y="2961445"/>
                </a:cubicBezTo>
                <a:lnTo>
                  <a:pt x="13859307" y="2961445"/>
                </a:lnTo>
                <a:cubicBezTo>
                  <a:pt x="13859307" y="2958000"/>
                  <a:pt x="13858732" y="2955129"/>
                  <a:pt x="13857584" y="2952258"/>
                </a:cubicBezTo>
                <a:cubicBezTo>
                  <a:pt x="13854139" y="2944220"/>
                  <a:pt x="13846101" y="2937904"/>
                  <a:pt x="13836341" y="2937904"/>
                </a:cubicBezTo>
                <a:cubicBezTo>
                  <a:pt x="13826579" y="2937904"/>
                  <a:pt x="13818542" y="2943646"/>
                  <a:pt x="13815096" y="2952258"/>
                </a:cubicBezTo>
                <a:cubicBezTo>
                  <a:pt x="13813948" y="2955129"/>
                  <a:pt x="13813375" y="2958000"/>
                  <a:pt x="13813375" y="2961445"/>
                </a:cubicBezTo>
                <a:lnTo>
                  <a:pt x="13813375" y="2961445"/>
                </a:lnTo>
                <a:cubicBezTo>
                  <a:pt x="13813375" y="2974076"/>
                  <a:pt x="13823709" y="2984410"/>
                  <a:pt x="13836341" y="2984410"/>
                </a:cubicBezTo>
                <a:close/>
                <a:moveTo>
                  <a:pt x="13836341" y="2881064"/>
                </a:moveTo>
                <a:cubicBezTo>
                  <a:pt x="13846101" y="2881064"/>
                  <a:pt x="13854139" y="2875323"/>
                  <a:pt x="13857584" y="2866711"/>
                </a:cubicBezTo>
                <a:cubicBezTo>
                  <a:pt x="13858732" y="2863840"/>
                  <a:pt x="13859307" y="2860969"/>
                  <a:pt x="13859307" y="2857524"/>
                </a:cubicBezTo>
                <a:cubicBezTo>
                  <a:pt x="13859307" y="2844893"/>
                  <a:pt x="13848972" y="2834558"/>
                  <a:pt x="13836341" y="2834558"/>
                </a:cubicBezTo>
                <a:cubicBezTo>
                  <a:pt x="13823709" y="2834558"/>
                  <a:pt x="13813375" y="2844893"/>
                  <a:pt x="13813375" y="2857524"/>
                </a:cubicBezTo>
                <a:cubicBezTo>
                  <a:pt x="13813375" y="2870155"/>
                  <a:pt x="13813948" y="2863840"/>
                  <a:pt x="13815096" y="2866711"/>
                </a:cubicBezTo>
                <a:cubicBezTo>
                  <a:pt x="13818542" y="2874748"/>
                  <a:pt x="13826579" y="2881064"/>
                  <a:pt x="13836341" y="2881064"/>
                </a:cubicBezTo>
                <a:close/>
                <a:moveTo>
                  <a:pt x="13836341" y="3088331"/>
                </a:moveTo>
                <a:cubicBezTo>
                  <a:pt x="13846101" y="3088331"/>
                  <a:pt x="13854139" y="3082589"/>
                  <a:pt x="13857584" y="3073977"/>
                </a:cubicBezTo>
                <a:cubicBezTo>
                  <a:pt x="13858732" y="3071106"/>
                  <a:pt x="13859307" y="3068236"/>
                  <a:pt x="13859307" y="3064791"/>
                </a:cubicBezTo>
                <a:cubicBezTo>
                  <a:pt x="13859307" y="3052160"/>
                  <a:pt x="13848972" y="3041825"/>
                  <a:pt x="13836341" y="3041825"/>
                </a:cubicBezTo>
                <a:cubicBezTo>
                  <a:pt x="13823709" y="3041825"/>
                  <a:pt x="13813375" y="3052160"/>
                  <a:pt x="13813375" y="3064791"/>
                </a:cubicBezTo>
                <a:cubicBezTo>
                  <a:pt x="13813375" y="3077422"/>
                  <a:pt x="13813948" y="3071106"/>
                  <a:pt x="13815096" y="3073977"/>
                </a:cubicBezTo>
                <a:cubicBezTo>
                  <a:pt x="13818542" y="3082015"/>
                  <a:pt x="13826579" y="3088331"/>
                  <a:pt x="13836341" y="3088331"/>
                </a:cubicBezTo>
                <a:close/>
                <a:moveTo>
                  <a:pt x="6151399" y="356545"/>
                </a:moveTo>
                <a:cubicBezTo>
                  <a:pt x="6164030" y="356545"/>
                  <a:pt x="6174364" y="346210"/>
                  <a:pt x="6174364" y="333579"/>
                </a:cubicBezTo>
                <a:cubicBezTo>
                  <a:pt x="6174364" y="320948"/>
                  <a:pt x="6164030" y="310613"/>
                  <a:pt x="6151399" y="310613"/>
                </a:cubicBezTo>
                <a:cubicBezTo>
                  <a:pt x="6138768" y="310613"/>
                  <a:pt x="6128433" y="320948"/>
                  <a:pt x="6128433" y="333579"/>
                </a:cubicBezTo>
                <a:cubicBezTo>
                  <a:pt x="6128433" y="346210"/>
                  <a:pt x="6138768" y="356545"/>
                  <a:pt x="6151399" y="356545"/>
                </a:cubicBezTo>
                <a:close/>
                <a:moveTo>
                  <a:pt x="6065851" y="253198"/>
                </a:moveTo>
                <a:cubicBezTo>
                  <a:pt x="6078482" y="253198"/>
                  <a:pt x="6088817" y="242864"/>
                  <a:pt x="6088817" y="230233"/>
                </a:cubicBezTo>
                <a:cubicBezTo>
                  <a:pt x="6088817" y="217601"/>
                  <a:pt x="6078482" y="207267"/>
                  <a:pt x="6065851" y="207267"/>
                </a:cubicBezTo>
                <a:cubicBezTo>
                  <a:pt x="6053220" y="207267"/>
                  <a:pt x="6042885" y="217601"/>
                  <a:pt x="6042885" y="230233"/>
                </a:cubicBezTo>
                <a:cubicBezTo>
                  <a:pt x="6042885" y="242864"/>
                  <a:pt x="6053220" y="253198"/>
                  <a:pt x="6065851" y="253198"/>
                </a:cubicBezTo>
                <a:close/>
                <a:moveTo>
                  <a:pt x="6065851" y="149278"/>
                </a:moveTo>
                <a:cubicBezTo>
                  <a:pt x="6078482" y="149278"/>
                  <a:pt x="6088817" y="138943"/>
                  <a:pt x="6088817" y="126312"/>
                </a:cubicBezTo>
                <a:cubicBezTo>
                  <a:pt x="6088817" y="113681"/>
                  <a:pt x="6078482" y="103346"/>
                  <a:pt x="6065851" y="103346"/>
                </a:cubicBezTo>
                <a:cubicBezTo>
                  <a:pt x="6053220" y="103346"/>
                  <a:pt x="6042885" y="113681"/>
                  <a:pt x="6042885" y="126312"/>
                </a:cubicBezTo>
                <a:cubicBezTo>
                  <a:pt x="6042885" y="138943"/>
                  <a:pt x="6053220" y="149278"/>
                  <a:pt x="6065851" y="149278"/>
                </a:cubicBezTo>
                <a:close/>
                <a:moveTo>
                  <a:pt x="6151399" y="460465"/>
                </a:moveTo>
                <a:cubicBezTo>
                  <a:pt x="6164030" y="460465"/>
                  <a:pt x="6174364" y="450130"/>
                  <a:pt x="6174364" y="437499"/>
                </a:cubicBezTo>
                <a:cubicBezTo>
                  <a:pt x="6174364" y="424868"/>
                  <a:pt x="6164030" y="414533"/>
                  <a:pt x="6151399" y="414533"/>
                </a:cubicBezTo>
                <a:cubicBezTo>
                  <a:pt x="6138768" y="414533"/>
                  <a:pt x="6128433" y="424868"/>
                  <a:pt x="6128433" y="437499"/>
                </a:cubicBezTo>
                <a:cubicBezTo>
                  <a:pt x="6128433" y="450130"/>
                  <a:pt x="6138768" y="460465"/>
                  <a:pt x="6151399" y="460465"/>
                </a:cubicBezTo>
                <a:close/>
                <a:moveTo>
                  <a:pt x="6065851" y="45932"/>
                </a:moveTo>
                <a:cubicBezTo>
                  <a:pt x="6078482" y="45932"/>
                  <a:pt x="6088817" y="35597"/>
                  <a:pt x="6088817" y="22966"/>
                </a:cubicBezTo>
                <a:cubicBezTo>
                  <a:pt x="6088817" y="10335"/>
                  <a:pt x="6078482" y="0"/>
                  <a:pt x="6065851" y="0"/>
                </a:cubicBezTo>
                <a:cubicBezTo>
                  <a:pt x="6053220" y="0"/>
                  <a:pt x="6042885" y="10335"/>
                  <a:pt x="6042885" y="22966"/>
                </a:cubicBezTo>
                <a:cubicBezTo>
                  <a:pt x="6042885" y="35597"/>
                  <a:pt x="6053220" y="45932"/>
                  <a:pt x="6065851" y="45932"/>
                </a:cubicBezTo>
                <a:close/>
                <a:moveTo>
                  <a:pt x="6151399" y="149278"/>
                </a:moveTo>
                <a:cubicBezTo>
                  <a:pt x="6164030" y="149278"/>
                  <a:pt x="6174364" y="138943"/>
                  <a:pt x="6174364" y="126312"/>
                </a:cubicBezTo>
                <a:cubicBezTo>
                  <a:pt x="6174364" y="113681"/>
                  <a:pt x="6164030" y="103346"/>
                  <a:pt x="6151399" y="103346"/>
                </a:cubicBezTo>
                <a:cubicBezTo>
                  <a:pt x="6138768" y="103346"/>
                  <a:pt x="6128433" y="113681"/>
                  <a:pt x="6128433" y="126312"/>
                </a:cubicBezTo>
                <a:cubicBezTo>
                  <a:pt x="6128433" y="138943"/>
                  <a:pt x="6138768" y="149278"/>
                  <a:pt x="6151399" y="149278"/>
                </a:cubicBezTo>
                <a:close/>
                <a:moveTo>
                  <a:pt x="6151399" y="253198"/>
                </a:moveTo>
                <a:cubicBezTo>
                  <a:pt x="6164030" y="253198"/>
                  <a:pt x="6174364" y="242864"/>
                  <a:pt x="6174364" y="230233"/>
                </a:cubicBezTo>
                <a:cubicBezTo>
                  <a:pt x="6174364" y="217601"/>
                  <a:pt x="6164030" y="207267"/>
                  <a:pt x="6151399" y="207267"/>
                </a:cubicBezTo>
                <a:cubicBezTo>
                  <a:pt x="6138768" y="207267"/>
                  <a:pt x="6128433" y="217601"/>
                  <a:pt x="6128433" y="230233"/>
                </a:cubicBezTo>
                <a:cubicBezTo>
                  <a:pt x="6128433" y="242864"/>
                  <a:pt x="6138768" y="253198"/>
                  <a:pt x="6151399" y="253198"/>
                </a:cubicBezTo>
                <a:close/>
                <a:moveTo>
                  <a:pt x="6151399" y="45932"/>
                </a:moveTo>
                <a:cubicBezTo>
                  <a:pt x="6164030" y="45932"/>
                  <a:pt x="6174364" y="35597"/>
                  <a:pt x="6174364" y="22966"/>
                </a:cubicBezTo>
                <a:cubicBezTo>
                  <a:pt x="6174364" y="10335"/>
                  <a:pt x="6164030" y="0"/>
                  <a:pt x="6151399" y="0"/>
                </a:cubicBezTo>
                <a:cubicBezTo>
                  <a:pt x="6138768" y="0"/>
                  <a:pt x="6128433" y="10335"/>
                  <a:pt x="6128433" y="22966"/>
                </a:cubicBezTo>
                <a:cubicBezTo>
                  <a:pt x="6128433" y="35597"/>
                  <a:pt x="6138768" y="45932"/>
                  <a:pt x="6151399" y="45932"/>
                </a:cubicBezTo>
                <a:close/>
                <a:moveTo>
                  <a:pt x="6065851" y="356545"/>
                </a:moveTo>
                <a:cubicBezTo>
                  <a:pt x="6078482" y="356545"/>
                  <a:pt x="6088817" y="346210"/>
                  <a:pt x="6088817" y="333579"/>
                </a:cubicBezTo>
                <a:cubicBezTo>
                  <a:pt x="6088817" y="320948"/>
                  <a:pt x="6078482" y="310613"/>
                  <a:pt x="6065851" y="310613"/>
                </a:cubicBezTo>
                <a:cubicBezTo>
                  <a:pt x="6053220" y="310613"/>
                  <a:pt x="6042885" y="320948"/>
                  <a:pt x="6042885" y="333579"/>
                </a:cubicBezTo>
                <a:cubicBezTo>
                  <a:pt x="6042885" y="346210"/>
                  <a:pt x="6053220" y="356545"/>
                  <a:pt x="6065851" y="356545"/>
                </a:cubicBezTo>
                <a:close/>
                <a:moveTo>
                  <a:pt x="6065851" y="460465"/>
                </a:moveTo>
                <a:cubicBezTo>
                  <a:pt x="6078482" y="460465"/>
                  <a:pt x="6088817" y="450130"/>
                  <a:pt x="6088817" y="437499"/>
                </a:cubicBezTo>
                <a:cubicBezTo>
                  <a:pt x="6088817" y="424868"/>
                  <a:pt x="6078482" y="414533"/>
                  <a:pt x="6065851" y="414533"/>
                </a:cubicBezTo>
                <a:cubicBezTo>
                  <a:pt x="6053220" y="414533"/>
                  <a:pt x="6042885" y="424868"/>
                  <a:pt x="6042885" y="437499"/>
                </a:cubicBezTo>
                <a:cubicBezTo>
                  <a:pt x="6042885" y="450130"/>
                  <a:pt x="6053220" y="460465"/>
                  <a:pt x="6065851" y="460465"/>
                </a:cubicBezTo>
                <a:close/>
                <a:moveTo>
                  <a:pt x="14180829" y="4288296"/>
                </a:moveTo>
                <a:lnTo>
                  <a:pt x="13927630" y="4288296"/>
                </a:lnTo>
                <a:lnTo>
                  <a:pt x="13927630" y="4324467"/>
                </a:lnTo>
                <a:lnTo>
                  <a:pt x="14180829" y="4324467"/>
                </a:lnTo>
                <a:lnTo>
                  <a:pt x="14180829" y="4288296"/>
                </a:lnTo>
                <a:close/>
                <a:moveTo>
                  <a:pt x="13928204" y="4390494"/>
                </a:moveTo>
                <a:lnTo>
                  <a:pt x="14181402" y="4390494"/>
                </a:lnTo>
                <a:lnTo>
                  <a:pt x="14181402" y="4354322"/>
                </a:lnTo>
                <a:lnTo>
                  <a:pt x="13928204" y="4354322"/>
                </a:lnTo>
                <a:lnTo>
                  <a:pt x="13928204" y="4390494"/>
                </a:lnTo>
                <a:close/>
                <a:moveTo>
                  <a:pt x="14532205" y="4288296"/>
                </a:moveTo>
                <a:lnTo>
                  <a:pt x="14279007" y="4288296"/>
                </a:lnTo>
                <a:lnTo>
                  <a:pt x="14279007" y="4324467"/>
                </a:lnTo>
                <a:lnTo>
                  <a:pt x="14532205" y="4324467"/>
                </a:lnTo>
                <a:lnTo>
                  <a:pt x="14532205" y="4288296"/>
                </a:lnTo>
                <a:close/>
                <a:moveTo>
                  <a:pt x="14279007" y="4390494"/>
                </a:moveTo>
                <a:lnTo>
                  <a:pt x="14532205" y="4390494"/>
                </a:lnTo>
                <a:lnTo>
                  <a:pt x="14532205" y="4354322"/>
                </a:lnTo>
                <a:lnTo>
                  <a:pt x="14279007" y="4354322"/>
                </a:lnTo>
                <a:lnTo>
                  <a:pt x="14279007" y="4390494"/>
                </a:lnTo>
                <a:close/>
                <a:moveTo>
                  <a:pt x="14630384" y="4323893"/>
                </a:moveTo>
                <a:lnTo>
                  <a:pt x="14883582" y="4323893"/>
                </a:lnTo>
                <a:lnTo>
                  <a:pt x="14883582" y="4287722"/>
                </a:lnTo>
                <a:lnTo>
                  <a:pt x="14630384" y="4287722"/>
                </a:lnTo>
                <a:lnTo>
                  <a:pt x="14630384" y="4323893"/>
                </a:lnTo>
                <a:close/>
                <a:moveTo>
                  <a:pt x="14630384" y="4390494"/>
                </a:moveTo>
                <a:lnTo>
                  <a:pt x="14883582" y="4390494"/>
                </a:lnTo>
                <a:lnTo>
                  <a:pt x="14883582" y="4354322"/>
                </a:lnTo>
                <a:lnTo>
                  <a:pt x="14630384" y="4354322"/>
                </a:lnTo>
                <a:lnTo>
                  <a:pt x="14630384" y="4390494"/>
                </a:lnTo>
                <a:close/>
                <a:moveTo>
                  <a:pt x="3996055" y="2281082"/>
                </a:moveTo>
                <a:lnTo>
                  <a:pt x="4249254" y="2281082"/>
                </a:lnTo>
                <a:lnTo>
                  <a:pt x="4249254" y="2244911"/>
                </a:lnTo>
                <a:lnTo>
                  <a:pt x="3996055" y="2244911"/>
                </a:lnTo>
                <a:lnTo>
                  <a:pt x="3996055" y="2281082"/>
                </a:lnTo>
                <a:close/>
                <a:moveTo>
                  <a:pt x="3996055" y="2347109"/>
                </a:moveTo>
                <a:lnTo>
                  <a:pt x="4249254" y="2347109"/>
                </a:lnTo>
                <a:lnTo>
                  <a:pt x="4249254" y="2310937"/>
                </a:lnTo>
                <a:lnTo>
                  <a:pt x="3996055" y="2310937"/>
                </a:lnTo>
                <a:lnTo>
                  <a:pt x="3996055" y="2347109"/>
                </a:lnTo>
                <a:close/>
                <a:moveTo>
                  <a:pt x="4600631" y="2244911"/>
                </a:moveTo>
                <a:lnTo>
                  <a:pt x="4347433" y="2244911"/>
                </a:lnTo>
                <a:lnTo>
                  <a:pt x="4347433" y="2281082"/>
                </a:lnTo>
                <a:lnTo>
                  <a:pt x="4600631" y="2281082"/>
                </a:lnTo>
                <a:lnTo>
                  <a:pt x="4600631" y="2244911"/>
                </a:lnTo>
                <a:close/>
                <a:moveTo>
                  <a:pt x="4600631" y="2311511"/>
                </a:moveTo>
                <a:lnTo>
                  <a:pt x="4347433" y="2311511"/>
                </a:lnTo>
                <a:lnTo>
                  <a:pt x="4347433" y="2347683"/>
                </a:lnTo>
                <a:lnTo>
                  <a:pt x="4600631" y="2347683"/>
                </a:lnTo>
                <a:lnTo>
                  <a:pt x="4600631" y="2311511"/>
                </a:lnTo>
                <a:close/>
                <a:moveTo>
                  <a:pt x="4951434" y="2244911"/>
                </a:moveTo>
                <a:lnTo>
                  <a:pt x="4698236" y="2244911"/>
                </a:lnTo>
                <a:lnTo>
                  <a:pt x="4698236" y="2281082"/>
                </a:lnTo>
                <a:lnTo>
                  <a:pt x="4951434" y="2281082"/>
                </a:lnTo>
                <a:lnTo>
                  <a:pt x="4951434" y="2244911"/>
                </a:lnTo>
                <a:close/>
                <a:moveTo>
                  <a:pt x="4698236" y="2347109"/>
                </a:moveTo>
                <a:lnTo>
                  <a:pt x="4951434" y="2347109"/>
                </a:lnTo>
                <a:lnTo>
                  <a:pt x="4951434" y="2310937"/>
                </a:lnTo>
                <a:lnTo>
                  <a:pt x="4698236" y="2310937"/>
                </a:lnTo>
                <a:lnTo>
                  <a:pt x="4698236" y="2347109"/>
                </a:lnTo>
                <a:close/>
                <a:moveTo>
                  <a:pt x="10147453" y="7215865"/>
                </a:moveTo>
                <a:lnTo>
                  <a:pt x="10400652" y="7215865"/>
                </a:lnTo>
                <a:lnTo>
                  <a:pt x="10400652" y="7179694"/>
                </a:lnTo>
                <a:lnTo>
                  <a:pt x="10147453" y="7179694"/>
                </a:lnTo>
                <a:lnTo>
                  <a:pt x="10147453" y="7215865"/>
                </a:lnTo>
                <a:close/>
                <a:moveTo>
                  <a:pt x="10147453" y="7282467"/>
                </a:moveTo>
                <a:lnTo>
                  <a:pt x="10400652" y="7282467"/>
                </a:lnTo>
                <a:lnTo>
                  <a:pt x="10400652" y="7246295"/>
                </a:lnTo>
                <a:lnTo>
                  <a:pt x="10147453" y="7246295"/>
                </a:lnTo>
                <a:lnTo>
                  <a:pt x="10147453" y="7282467"/>
                </a:lnTo>
                <a:close/>
                <a:moveTo>
                  <a:pt x="665435" y="3138281"/>
                </a:moveTo>
                <a:lnTo>
                  <a:pt x="918633" y="3138281"/>
                </a:lnTo>
                <a:lnTo>
                  <a:pt x="918633" y="3102110"/>
                </a:lnTo>
                <a:lnTo>
                  <a:pt x="665435" y="3102110"/>
                </a:lnTo>
                <a:lnTo>
                  <a:pt x="665435" y="3138281"/>
                </a:lnTo>
                <a:close/>
                <a:moveTo>
                  <a:pt x="665435" y="3204882"/>
                </a:moveTo>
                <a:lnTo>
                  <a:pt x="918633" y="3204882"/>
                </a:lnTo>
                <a:lnTo>
                  <a:pt x="918633" y="3168711"/>
                </a:lnTo>
                <a:lnTo>
                  <a:pt x="665435" y="3168711"/>
                </a:lnTo>
                <a:lnTo>
                  <a:pt x="665435" y="3204882"/>
                </a:lnTo>
                <a:close/>
                <a:moveTo>
                  <a:pt x="5844231" y="5953319"/>
                </a:moveTo>
                <a:lnTo>
                  <a:pt x="6097429" y="5953319"/>
                </a:lnTo>
                <a:lnTo>
                  <a:pt x="6097429" y="5917148"/>
                </a:lnTo>
                <a:lnTo>
                  <a:pt x="5844231" y="5917148"/>
                </a:lnTo>
                <a:lnTo>
                  <a:pt x="5844231" y="5953319"/>
                </a:lnTo>
                <a:close/>
                <a:moveTo>
                  <a:pt x="5844231" y="6019920"/>
                </a:moveTo>
                <a:lnTo>
                  <a:pt x="6097429" y="6019920"/>
                </a:lnTo>
                <a:lnTo>
                  <a:pt x="6097429" y="5983748"/>
                </a:lnTo>
                <a:lnTo>
                  <a:pt x="5844231" y="5983748"/>
                </a:lnTo>
                <a:lnTo>
                  <a:pt x="5844231" y="6019920"/>
                </a:lnTo>
                <a:close/>
                <a:moveTo>
                  <a:pt x="9073227" y="6654351"/>
                </a:moveTo>
                <a:lnTo>
                  <a:pt x="9271881" y="6654351"/>
                </a:lnTo>
                <a:lnTo>
                  <a:pt x="9271881" y="6618180"/>
                </a:lnTo>
                <a:lnTo>
                  <a:pt x="9073227" y="6618180"/>
                </a:lnTo>
                <a:lnTo>
                  <a:pt x="9073227" y="6654351"/>
                </a:lnTo>
                <a:close/>
                <a:moveTo>
                  <a:pt x="9073227" y="6576841"/>
                </a:moveTo>
                <a:lnTo>
                  <a:pt x="9271881" y="6576841"/>
                </a:lnTo>
                <a:lnTo>
                  <a:pt x="9271881" y="6540670"/>
                </a:lnTo>
                <a:lnTo>
                  <a:pt x="9073227" y="6540670"/>
                </a:lnTo>
                <a:lnTo>
                  <a:pt x="9073227" y="6576841"/>
                </a:lnTo>
                <a:close/>
                <a:moveTo>
                  <a:pt x="9073227" y="6720952"/>
                </a:moveTo>
                <a:lnTo>
                  <a:pt x="9271881" y="6720952"/>
                </a:lnTo>
                <a:lnTo>
                  <a:pt x="9271881" y="6684780"/>
                </a:lnTo>
                <a:lnTo>
                  <a:pt x="9073227" y="6684780"/>
                </a:lnTo>
                <a:lnTo>
                  <a:pt x="9073227" y="6720952"/>
                </a:lnTo>
                <a:close/>
                <a:moveTo>
                  <a:pt x="9073227" y="6366129"/>
                </a:moveTo>
                <a:lnTo>
                  <a:pt x="9271881" y="6366129"/>
                </a:lnTo>
                <a:lnTo>
                  <a:pt x="9271881" y="6329959"/>
                </a:lnTo>
                <a:lnTo>
                  <a:pt x="9073227" y="6329959"/>
                </a:lnTo>
                <a:lnTo>
                  <a:pt x="9073227" y="6366129"/>
                </a:lnTo>
                <a:close/>
                <a:moveTo>
                  <a:pt x="9073227" y="6432731"/>
                </a:moveTo>
                <a:lnTo>
                  <a:pt x="9271881" y="6432731"/>
                </a:lnTo>
                <a:lnTo>
                  <a:pt x="9271881" y="6396559"/>
                </a:lnTo>
                <a:lnTo>
                  <a:pt x="9073227" y="6396559"/>
                </a:lnTo>
                <a:lnTo>
                  <a:pt x="9073227" y="6432731"/>
                </a:lnTo>
                <a:close/>
                <a:moveTo>
                  <a:pt x="9073227" y="6510241"/>
                </a:moveTo>
                <a:lnTo>
                  <a:pt x="9271881" y="6510241"/>
                </a:lnTo>
                <a:lnTo>
                  <a:pt x="9271881" y="6474069"/>
                </a:lnTo>
                <a:lnTo>
                  <a:pt x="9073227" y="6474069"/>
                </a:lnTo>
                <a:lnTo>
                  <a:pt x="9073227" y="6510241"/>
                </a:lnTo>
                <a:close/>
                <a:moveTo>
                  <a:pt x="9364893" y="1242452"/>
                </a:moveTo>
                <a:lnTo>
                  <a:pt x="9220782" y="1242452"/>
                </a:lnTo>
                <a:lnTo>
                  <a:pt x="9220782" y="1268288"/>
                </a:lnTo>
                <a:lnTo>
                  <a:pt x="9364893" y="1268288"/>
                </a:lnTo>
                <a:lnTo>
                  <a:pt x="9364893" y="1242452"/>
                </a:lnTo>
                <a:close/>
                <a:moveTo>
                  <a:pt x="9364893" y="1033463"/>
                </a:moveTo>
                <a:lnTo>
                  <a:pt x="9220782" y="1033463"/>
                </a:lnTo>
                <a:lnTo>
                  <a:pt x="9220782" y="1059299"/>
                </a:lnTo>
                <a:lnTo>
                  <a:pt x="9364893" y="1059299"/>
                </a:lnTo>
                <a:lnTo>
                  <a:pt x="9364893" y="1033463"/>
                </a:lnTo>
                <a:close/>
                <a:moveTo>
                  <a:pt x="9364893" y="1186185"/>
                </a:moveTo>
                <a:lnTo>
                  <a:pt x="9220782" y="1186185"/>
                </a:lnTo>
                <a:lnTo>
                  <a:pt x="9220782" y="1212022"/>
                </a:lnTo>
                <a:lnTo>
                  <a:pt x="9364893" y="1212022"/>
                </a:lnTo>
                <a:lnTo>
                  <a:pt x="9364893" y="1186185"/>
                </a:lnTo>
                <a:close/>
                <a:moveTo>
                  <a:pt x="9364893" y="1137957"/>
                </a:moveTo>
                <a:lnTo>
                  <a:pt x="9220782" y="1137957"/>
                </a:lnTo>
                <a:lnTo>
                  <a:pt x="9220782" y="1163794"/>
                </a:lnTo>
                <a:lnTo>
                  <a:pt x="9364893" y="1163794"/>
                </a:lnTo>
                <a:lnTo>
                  <a:pt x="9364893" y="1137957"/>
                </a:lnTo>
                <a:close/>
                <a:moveTo>
                  <a:pt x="9364893" y="1081691"/>
                </a:moveTo>
                <a:lnTo>
                  <a:pt x="9220782" y="1081691"/>
                </a:lnTo>
                <a:lnTo>
                  <a:pt x="9220782" y="1107527"/>
                </a:lnTo>
                <a:lnTo>
                  <a:pt x="9364893" y="1107527"/>
                </a:lnTo>
                <a:lnTo>
                  <a:pt x="9364893" y="1081691"/>
                </a:lnTo>
                <a:close/>
                <a:moveTo>
                  <a:pt x="9220782" y="1290680"/>
                </a:moveTo>
                <a:lnTo>
                  <a:pt x="9220782" y="1316517"/>
                </a:lnTo>
                <a:lnTo>
                  <a:pt x="9364893" y="1316517"/>
                </a:lnTo>
                <a:lnTo>
                  <a:pt x="9364893" y="1290680"/>
                </a:lnTo>
                <a:lnTo>
                  <a:pt x="9220782" y="1290680"/>
                </a:lnTo>
                <a:close/>
                <a:moveTo>
                  <a:pt x="6629088" y="228510"/>
                </a:moveTo>
                <a:lnTo>
                  <a:pt x="6882287" y="228510"/>
                </a:lnTo>
                <a:lnTo>
                  <a:pt x="6882287" y="192339"/>
                </a:lnTo>
                <a:lnTo>
                  <a:pt x="6629088" y="192339"/>
                </a:lnTo>
                <a:lnTo>
                  <a:pt x="6629088" y="228510"/>
                </a:lnTo>
                <a:close/>
                <a:moveTo>
                  <a:pt x="6629088" y="294537"/>
                </a:moveTo>
                <a:lnTo>
                  <a:pt x="6882287" y="294537"/>
                </a:lnTo>
                <a:lnTo>
                  <a:pt x="6882287" y="258366"/>
                </a:lnTo>
                <a:lnTo>
                  <a:pt x="6629088" y="258366"/>
                </a:lnTo>
                <a:lnTo>
                  <a:pt x="6629088" y="294537"/>
                </a:lnTo>
                <a:close/>
                <a:moveTo>
                  <a:pt x="2945942" y="3386887"/>
                </a:moveTo>
                <a:lnTo>
                  <a:pt x="3013117" y="3386887"/>
                </a:lnTo>
                <a:cubicBezTo>
                  <a:pt x="3033213" y="3386887"/>
                  <a:pt x="3049863" y="3370237"/>
                  <a:pt x="3049863" y="3350141"/>
                </a:cubicBezTo>
                <a:lnTo>
                  <a:pt x="3049863" y="3282966"/>
                </a:lnTo>
                <a:cubicBezTo>
                  <a:pt x="3049863" y="3262871"/>
                  <a:pt x="3033213" y="3246221"/>
                  <a:pt x="3013117" y="3246221"/>
                </a:cubicBezTo>
                <a:lnTo>
                  <a:pt x="2945942" y="3246221"/>
                </a:lnTo>
                <a:cubicBezTo>
                  <a:pt x="2925847" y="3246221"/>
                  <a:pt x="2909197" y="3262871"/>
                  <a:pt x="2909197" y="3282966"/>
                </a:cubicBezTo>
                <a:lnTo>
                  <a:pt x="2909197" y="3350141"/>
                </a:lnTo>
                <a:cubicBezTo>
                  <a:pt x="2909197" y="3370237"/>
                  <a:pt x="2925847" y="3386887"/>
                  <a:pt x="2945942" y="3386887"/>
                </a:cubicBezTo>
                <a:close/>
                <a:moveTo>
                  <a:pt x="3049289" y="3573484"/>
                </a:moveTo>
                <a:lnTo>
                  <a:pt x="3049289" y="3506309"/>
                </a:lnTo>
                <a:cubicBezTo>
                  <a:pt x="3049289" y="3486214"/>
                  <a:pt x="3032639" y="3469564"/>
                  <a:pt x="3012543" y="3469564"/>
                </a:cubicBezTo>
                <a:lnTo>
                  <a:pt x="2945368" y="3469564"/>
                </a:lnTo>
                <a:cubicBezTo>
                  <a:pt x="2925273" y="3469564"/>
                  <a:pt x="2908623" y="3486214"/>
                  <a:pt x="2908623" y="3506309"/>
                </a:cubicBezTo>
                <a:lnTo>
                  <a:pt x="2908623" y="3573484"/>
                </a:lnTo>
                <a:cubicBezTo>
                  <a:pt x="2908623" y="3593579"/>
                  <a:pt x="2925273" y="3610229"/>
                  <a:pt x="2945368" y="3610229"/>
                </a:cubicBezTo>
                <a:lnTo>
                  <a:pt x="3012543" y="3610229"/>
                </a:lnTo>
                <a:cubicBezTo>
                  <a:pt x="3032639" y="3610229"/>
                  <a:pt x="3049289" y="3593579"/>
                  <a:pt x="3049289" y="3573484"/>
                </a:cubicBezTo>
                <a:close/>
                <a:moveTo>
                  <a:pt x="2826520" y="3506309"/>
                </a:moveTo>
                <a:cubicBezTo>
                  <a:pt x="2826520" y="3486214"/>
                  <a:pt x="2809870" y="3469564"/>
                  <a:pt x="2789775" y="3469564"/>
                </a:cubicBezTo>
                <a:lnTo>
                  <a:pt x="2722600" y="3469564"/>
                </a:lnTo>
                <a:cubicBezTo>
                  <a:pt x="2702505" y="3469564"/>
                  <a:pt x="2685854" y="3486214"/>
                  <a:pt x="2685854" y="3506309"/>
                </a:cubicBezTo>
                <a:lnTo>
                  <a:pt x="2685854" y="3573484"/>
                </a:lnTo>
                <a:cubicBezTo>
                  <a:pt x="2685854" y="3593579"/>
                  <a:pt x="2702505" y="3610229"/>
                  <a:pt x="2722600" y="3610229"/>
                </a:cubicBezTo>
                <a:lnTo>
                  <a:pt x="2789775" y="3610229"/>
                </a:lnTo>
                <a:cubicBezTo>
                  <a:pt x="2809870" y="3610229"/>
                  <a:pt x="2826520" y="3593579"/>
                  <a:pt x="2826520" y="3573484"/>
                </a:cubicBezTo>
                <a:lnTo>
                  <a:pt x="2826520" y="3506309"/>
                </a:lnTo>
                <a:close/>
                <a:moveTo>
                  <a:pt x="2722600" y="3386887"/>
                </a:moveTo>
                <a:lnTo>
                  <a:pt x="2789775" y="3386887"/>
                </a:lnTo>
                <a:cubicBezTo>
                  <a:pt x="2809870" y="3386887"/>
                  <a:pt x="2826520" y="3370237"/>
                  <a:pt x="2826520" y="3350141"/>
                </a:cubicBezTo>
                <a:lnTo>
                  <a:pt x="2826520" y="3282966"/>
                </a:lnTo>
                <a:cubicBezTo>
                  <a:pt x="2826520" y="3262871"/>
                  <a:pt x="2809870" y="3246221"/>
                  <a:pt x="2789775" y="3246221"/>
                </a:cubicBezTo>
                <a:lnTo>
                  <a:pt x="2722600" y="3246221"/>
                </a:lnTo>
                <a:cubicBezTo>
                  <a:pt x="2702505" y="3246221"/>
                  <a:pt x="2685854" y="3262871"/>
                  <a:pt x="2685854" y="3282966"/>
                </a:cubicBezTo>
                <a:lnTo>
                  <a:pt x="2685854" y="3350141"/>
                </a:lnTo>
                <a:cubicBezTo>
                  <a:pt x="2685854" y="3370237"/>
                  <a:pt x="2702505" y="3386887"/>
                  <a:pt x="2722600" y="3386887"/>
                </a:cubicBezTo>
                <a:close/>
                <a:moveTo>
                  <a:pt x="9967746" y="7885320"/>
                </a:moveTo>
                <a:lnTo>
                  <a:pt x="9902867" y="7885320"/>
                </a:lnTo>
                <a:cubicBezTo>
                  <a:pt x="9894255" y="7885320"/>
                  <a:pt x="9887366" y="7892209"/>
                  <a:pt x="9887366" y="7900822"/>
                </a:cubicBezTo>
                <a:lnTo>
                  <a:pt x="9887366" y="7965700"/>
                </a:lnTo>
                <a:cubicBezTo>
                  <a:pt x="9887366" y="7974312"/>
                  <a:pt x="9894255" y="7981202"/>
                  <a:pt x="9902867" y="7981202"/>
                </a:cubicBezTo>
                <a:lnTo>
                  <a:pt x="9967746" y="7981202"/>
                </a:lnTo>
                <a:cubicBezTo>
                  <a:pt x="9976358" y="7981202"/>
                  <a:pt x="9983248" y="7974312"/>
                  <a:pt x="9983248" y="7965700"/>
                </a:cubicBezTo>
                <a:lnTo>
                  <a:pt x="9983248" y="7900822"/>
                </a:lnTo>
                <a:cubicBezTo>
                  <a:pt x="9983248" y="7892209"/>
                  <a:pt x="9976358" y="7885320"/>
                  <a:pt x="9967746" y="7885320"/>
                </a:cubicBezTo>
                <a:close/>
                <a:moveTo>
                  <a:pt x="10119320" y="7885320"/>
                </a:moveTo>
                <a:lnTo>
                  <a:pt x="10054442" y="7885320"/>
                </a:lnTo>
                <a:cubicBezTo>
                  <a:pt x="10045830" y="7885320"/>
                  <a:pt x="10038940" y="7892209"/>
                  <a:pt x="10038940" y="7900822"/>
                </a:cubicBezTo>
                <a:lnTo>
                  <a:pt x="10038940" y="7965700"/>
                </a:lnTo>
                <a:cubicBezTo>
                  <a:pt x="10038940" y="7974312"/>
                  <a:pt x="10045830" y="7981202"/>
                  <a:pt x="10054442" y="7981202"/>
                </a:cubicBezTo>
                <a:lnTo>
                  <a:pt x="10119320" y="7981202"/>
                </a:lnTo>
                <a:cubicBezTo>
                  <a:pt x="10127932" y="7981202"/>
                  <a:pt x="10134822" y="7974312"/>
                  <a:pt x="10134822" y="7965700"/>
                </a:cubicBezTo>
                <a:lnTo>
                  <a:pt x="10134822" y="7900822"/>
                </a:lnTo>
                <a:cubicBezTo>
                  <a:pt x="10134822" y="7892209"/>
                  <a:pt x="10127932" y="7885320"/>
                  <a:pt x="10119320" y="7885320"/>
                </a:cubicBezTo>
                <a:close/>
                <a:moveTo>
                  <a:pt x="10119320" y="8037469"/>
                </a:moveTo>
                <a:lnTo>
                  <a:pt x="10054442" y="8037469"/>
                </a:lnTo>
                <a:cubicBezTo>
                  <a:pt x="10045830" y="8037469"/>
                  <a:pt x="10038940" y="8044358"/>
                  <a:pt x="10038940" y="8052970"/>
                </a:cubicBezTo>
                <a:lnTo>
                  <a:pt x="10038940" y="8117849"/>
                </a:lnTo>
                <a:cubicBezTo>
                  <a:pt x="10038940" y="8126461"/>
                  <a:pt x="10045830" y="8133351"/>
                  <a:pt x="10054442" y="8133351"/>
                </a:cubicBezTo>
                <a:lnTo>
                  <a:pt x="10119320" y="8133351"/>
                </a:lnTo>
                <a:cubicBezTo>
                  <a:pt x="10127932" y="8133351"/>
                  <a:pt x="10134822" y="8126461"/>
                  <a:pt x="10134822" y="8117849"/>
                </a:cubicBezTo>
                <a:lnTo>
                  <a:pt x="10134822" y="8052970"/>
                </a:lnTo>
                <a:cubicBezTo>
                  <a:pt x="10134822" y="8044358"/>
                  <a:pt x="10127932" y="8037469"/>
                  <a:pt x="10119320" y="8037469"/>
                </a:cubicBezTo>
                <a:close/>
                <a:moveTo>
                  <a:pt x="9967746" y="8037469"/>
                </a:moveTo>
                <a:lnTo>
                  <a:pt x="9902867" y="8037469"/>
                </a:lnTo>
                <a:cubicBezTo>
                  <a:pt x="9894255" y="8037469"/>
                  <a:pt x="9887366" y="8044358"/>
                  <a:pt x="9887366" y="8052970"/>
                </a:cubicBezTo>
                <a:lnTo>
                  <a:pt x="9887366" y="8117849"/>
                </a:lnTo>
                <a:cubicBezTo>
                  <a:pt x="9887366" y="8126461"/>
                  <a:pt x="9894255" y="8133351"/>
                  <a:pt x="9902867" y="8133351"/>
                </a:cubicBezTo>
                <a:lnTo>
                  <a:pt x="9967746" y="8133351"/>
                </a:lnTo>
                <a:cubicBezTo>
                  <a:pt x="9976358" y="8133351"/>
                  <a:pt x="9983248" y="8126461"/>
                  <a:pt x="9983248" y="8117849"/>
                </a:cubicBezTo>
                <a:lnTo>
                  <a:pt x="9983248" y="8052970"/>
                </a:lnTo>
                <a:cubicBezTo>
                  <a:pt x="9983248" y="8044358"/>
                  <a:pt x="9976358" y="8037469"/>
                  <a:pt x="9967746" y="8037469"/>
                </a:cubicBezTo>
                <a:close/>
                <a:moveTo>
                  <a:pt x="13391951" y="6410913"/>
                </a:moveTo>
                <a:lnTo>
                  <a:pt x="13339705" y="6410913"/>
                </a:lnTo>
                <a:cubicBezTo>
                  <a:pt x="13327647" y="6410913"/>
                  <a:pt x="13318460" y="6420673"/>
                  <a:pt x="13318460" y="6432156"/>
                </a:cubicBezTo>
                <a:lnTo>
                  <a:pt x="13318460" y="6484404"/>
                </a:lnTo>
                <a:cubicBezTo>
                  <a:pt x="13318460" y="6496461"/>
                  <a:pt x="13328222" y="6505647"/>
                  <a:pt x="13339705" y="6505647"/>
                </a:cubicBezTo>
                <a:lnTo>
                  <a:pt x="13391951" y="6505647"/>
                </a:lnTo>
                <a:cubicBezTo>
                  <a:pt x="13404009" y="6505647"/>
                  <a:pt x="13413194" y="6495887"/>
                  <a:pt x="13413194" y="6484404"/>
                </a:cubicBezTo>
                <a:lnTo>
                  <a:pt x="13413194" y="6432156"/>
                </a:lnTo>
                <a:cubicBezTo>
                  <a:pt x="13413194" y="6420099"/>
                  <a:pt x="13403434" y="6410913"/>
                  <a:pt x="13391951" y="6410913"/>
                </a:cubicBezTo>
                <a:close/>
                <a:moveTo>
                  <a:pt x="13240377" y="6259338"/>
                </a:moveTo>
                <a:lnTo>
                  <a:pt x="13188130" y="6259338"/>
                </a:lnTo>
                <a:cubicBezTo>
                  <a:pt x="13176073" y="6259338"/>
                  <a:pt x="13166886" y="6269099"/>
                  <a:pt x="13166886" y="6280582"/>
                </a:cubicBezTo>
                <a:lnTo>
                  <a:pt x="13166886" y="6332829"/>
                </a:lnTo>
                <a:cubicBezTo>
                  <a:pt x="13166886" y="6344886"/>
                  <a:pt x="13176647" y="6354072"/>
                  <a:pt x="13188130" y="6354072"/>
                </a:cubicBezTo>
                <a:lnTo>
                  <a:pt x="13240377" y="6354072"/>
                </a:lnTo>
                <a:cubicBezTo>
                  <a:pt x="13252434" y="6354072"/>
                  <a:pt x="13261620" y="6344312"/>
                  <a:pt x="13261620" y="6332829"/>
                </a:cubicBezTo>
                <a:lnTo>
                  <a:pt x="13261620" y="6280582"/>
                </a:lnTo>
                <a:cubicBezTo>
                  <a:pt x="13261620" y="6268525"/>
                  <a:pt x="13251860" y="6259338"/>
                  <a:pt x="13240377" y="6259338"/>
                </a:cubicBezTo>
                <a:close/>
                <a:moveTo>
                  <a:pt x="13391951" y="6259338"/>
                </a:moveTo>
                <a:lnTo>
                  <a:pt x="13339705" y="6259338"/>
                </a:lnTo>
                <a:cubicBezTo>
                  <a:pt x="13327647" y="6259338"/>
                  <a:pt x="13318460" y="6269099"/>
                  <a:pt x="13318460" y="6280582"/>
                </a:cubicBezTo>
                <a:lnTo>
                  <a:pt x="13318460" y="6332829"/>
                </a:lnTo>
                <a:cubicBezTo>
                  <a:pt x="13318460" y="6344886"/>
                  <a:pt x="13328222" y="6354072"/>
                  <a:pt x="13339705" y="6354072"/>
                </a:cubicBezTo>
                <a:lnTo>
                  <a:pt x="13391951" y="6354072"/>
                </a:lnTo>
                <a:cubicBezTo>
                  <a:pt x="13404009" y="6354072"/>
                  <a:pt x="13413194" y="6344312"/>
                  <a:pt x="13413194" y="6332829"/>
                </a:cubicBezTo>
                <a:lnTo>
                  <a:pt x="13413194" y="6280582"/>
                </a:lnTo>
                <a:cubicBezTo>
                  <a:pt x="13413194" y="6268525"/>
                  <a:pt x="13403434" y="6259338"/>
                  <a:pt x="13391951" y="6259338"/>
                </a:cubicBezTo>
                <a:close/>
                <a:moveTo>
                  <a:pt x="13240377" y="6410913"/>
                </a:moveTo>
                <a:lnTo>
                  <a:pt x="13188130" y="6410913"/>
                </a:lnTo>
                <a:cubicBezTo>
                  <a:pt x="13176073" y="6410913"/>
                  <a:pt x="13166886" y="6420673"/>
                  <a:pt x="13166886" y="6432156"/>
                </a:cubicBezTo>
                <a:lnTo>
                  <a:pt x="13166886" y="6484404"/>
                </a:lnTo>
                <a:cubicBezTo>
                  <a:pt x="13166886" y="6496461"/>
                  <a:pt x="13176647" y="6505647"/>
                  <a:pt x="13188130" y="6505647"/>
                </a:cubicBezTo>
                <a:lnTo>
                  <a:pt x="13240377" y="6505647"/>
                </a:lnTo>
                <a:cubicBezTo>
                  <a:pt x="13252434" y="6505647"/>
                  <a:pt x="13261620" y="6495887"/>
                  <a:pt x="13261620" y="6484404"/>
                </a:cubicBezTo>
                <a:lnTo>
                  <a:pt x="13261620" y="6432156"/>
                </a:lnTo>
                <a:cubicBezTo>
                  <a:pt x="13261620" y="6420099"/>
                  <a:pt x="13251860" y="6410913"/>
                  <a:pt x="13240377" y="6410913"/>
                </a:cubicBezTo>
                <a:close/>
                <a:moveTo>
                  <a:pt x="11359475" y="511564"/>
                </a:moveTo>
                <a:lnTo>
                  <a:pt x="11412871" y="511564"/>
                </a:lnTo>
                <a:cubicBezTo>
                  <a:pt x="11424354" y="511564"/>
                  <a:pt x="11434114" y="502378"/>
                  <a:pt x="11434114" y="490321"/>
                </a:cubicBezTo>
                <a:lnTo>
                  <a:pt x="11434114" y="436925"/>
                </a:lnTo>
                <a:cubicBezTo>
                  <a:pt x="11434114" y="425442"/>
                  <a:pt x="11424929" y="415682"/>
                  <a:pt x="11412871" y="415682"/>
                </a:cubicBezTo>
                <a:lnTo>
                  <a:pt x="11359475" y="415682"/>
                </a:lnTo>
                <a:cubicBezTo>
                  <a:pt x="11347992" y="415682"/>
                  <a:pt x="11338232" y="424868"/>
                  <a:pt x="11338232" y="436925"/>
                </a:cubicBezTo>
                <a:lnTo>
                  <a:pt x="11338232" y="490321"/>
                </a:lnTo>
                <a:cubicBezTo>
                  <a:pt x="11338232" y="501804"/>
                  <a:pt x="11347419" y="511564"/>
                  <a:pt x="11359475" y="511564"/>
                </a:cubicBezTo>
                <a:close/>
                <a:moveTo>
                  <a:pt x="11511050" y="663139"/>
                </a:moveTo>
                <a:lnTo>
                  <a:pt x="11564445" y="663139"/>
                </a:lnTo>
                <a:cubicBezTo>
                  <a:pt x="11575928" y="663139"/>
                  <a:pt x="11585689" y="653952"/>
                  <a:pt x="11585689" y="641895"/>
                </a:cubicBezTo>
                <a:lnTo>
                  <a:pt x="11585689" y="588500"/>
                </a:lnTo>
                <a:cubicBezTo>
                  <a:pt x="11585689" y="577017"/>
                  <a:pt x="11576502" y="567256"/>
                  <a:pt x="11564445" y="567256"/>
                </a:cubicBezTo>
                <a:lnTo>
                  <a:pt x="11511050" y="567256"/>
                </a:lnTo>
                <a:cubicBezTo>
                  <a:pt x="11499567" y="567256"/>
                  <a:pt x="11489806" y="576443"/>
                  <a:pt x="11489806" y="588500"/>
                </a:cubicBezTo>
                <a:lnTo>
                  <a:pt x="11489806" y="641895"/>
                </a:lnTo>
                <a:cubicBezTo>
                  <a:pt x="11489806" y="653378"/>
                  <a:pt x="11498993" y="663139"/>
                  <a:pt x="11511050" y="663139"/>
                </a:cubicBezTo>
                <a:close/>
                <a:moveTo>
                  <a:pt x="11359475" y="663139"/>
                </a:moveTo>
                <a:lnTo>
                  <a:pt x="11412871" y="663139"/>
                </a:lnTo>
                <a:cubicBezTo>
                  <a:pt x="11424354" y="663139"/>
                  <a:pt x="11434114" y="653952"/>
                  <a:pt x="11434114" y="641895"/>
                </a:cubicBezTo>
                <a:lnTo>
                  <a:pt x="11434114" y="588500"/>
                </a:lnTo>
                <a:cubicBezTo>
                  <a:pt x="11434114" y="577017"/>
                  <a:pt x="11424929" y="567256"/>
                  <a:pt x="11412871" y="567256"/>
                </a:cubicBezTo>
                <a:lnTo>
                  <a:pt x="11359475" y="567256"/>
                </a:lnTo>
                <a:cubicBezTo>
                  <a:pt x="11347992" y="567256"/>
                  <a:pt x="11338232" y="576443"/>
                  <a:pt x="11338232" y="588500"/>
                </a:cubicBezTo>
                <a:lnTo>
                  <a:pt x="11338232" y="641895"/>
                </a:lnTo>
                <a:cubicBezTo>
                  <a:pt x="11338232" y="653378"/>
                  <a:pt x="11347419" y="663139"/>
                  <a:pt x="11359475" y="663139"/>
                </a:cubicBezTo>
                <a:close/>
                <a:moveTo>
                  <a:pt x="11511050" y="511564"/>
                </a:moveTo>
                <a:lnTo>
                  <a:pt x="11564445" y="511564"/>
                </a:lnTo>
                <a:cubicBezTo>
                  <a:pt x="11575928" y="511564"/>
                  <a:pt x="11585689" y="502378"/>
                  <a:pt x="11585689" y="490321"/>
                </a:cubicBezTo>
                <a:lnTo>
                  <a:pt x="11585689" y="436925"/>
                </a:lnTo>
                <a:cubicBezTo>
                  <a:pt x="11585689" y="425442"/>
                  <a:pt x="11576502" y="415682"/>
                  <a:pt x="11564445" y="415682"/>
                </a:cubicBezTo>
                <a:lnTo>
                  <a:pt x="11511050" y="415682"/>
                </a:lnTo>
                <a:cubicBezTo>
                  <a:pt x="11499567" y="415682"/>
                  <a:pt x="11489806" y="424868"/>
                  <a:pt x="11489806" y="436925"/>
                </a:cubicBezTo>
                <a:lnTo>
                  <a:pt x="11489806" y="490321"/>
                </a:lnTo>
                <a:cubicBezTo>
                  <a:pt x="11489806" y="501804"/>
                  <a:pt x="11498993" y="511564"/>
                  <a:pt x="11511050" y="511564"/>
                </a:cubicBezTo>
                <a:close/>
                <a:moveTo>
                  <a:pt x="11207901" y="663139"/>
                </a:moveTo>
                <a:lnTo>
                  <a:pt x="11261297" y="663139"/>
                </a:lnTo>
                <a:cubicBezTo>
                  <a:pt x="11272780" y="663139"/>
                  <a:pt x="11282540" y="653952"/>
                  <a:pt x="11282540" y="641895"/>
                </a:cubicBezTo>
                <a:lnTo>
                  <a:pt x="11282540" y="588500"/>
                </a:lnTo>
                <a:cubicBezTo>
                  <a:pt x="11282540" y="577017"/>
                  <a:pt x="11273353" y="567256"/>
                  <a:pt x="11261297" y="567256"/>
                </a:cubicBezTo>
                <a:lnTo>
                  <a:pt x="11207901" y="567256"/>
                </a:lnTo>
                <a:cubicBezTo>
                  <a:pt x="11196418" y="567256"/>
                  <a:pt x="11186658" y="576443"/>
                  <a:pt x="11186658" y="588500"/>
                </a:cubicBezTo>
                <a:lnTo>
                  <a:pt x="11186658" y="641895"/>
                </a:lnTo>
                <a:cubicBezTo>
                  <a:pt x="11186658" y="653378"/>
                  <a:pt x="11195843" y="663139"/>
                  <a:pt x="11207901" y="663139"/>
                </a:cubicBezTo>
                <a:close/>
                <a:moveTo>
                  <a:pt x="11662624" y="511564"/>
                </a:moveTo>
                <a:lnTo>
                  <a:pt x="11716020" y="511564"/>
                </a:lnTo>
                <a:cubicBezTo>
                  <a:pt x="11727503" y="511564"/>
                  <a:pt x="11737263" y="502378"/>
                  <a:pt x="11737263" y="490321"/>
                </a:cubicBezTo>
                <a:lnTo>
                  <a:pt x="11737263" y="436925"/>
                </a:lnTo>
                <a:cubicBezTo>
                  <a:pt x="11737263" y="425442"/>
                  <a:pt x="11728076" y="415682"/>
                  <a:pt x="11716020" y="415682"/>
                </a:cubicBezTo>
                <a:lnTo>
                  <a:pt x="11662624" y="415682"/>
                </a:lnTo>
                <a:cubicBezTo>
                  <a:pt x="11651141" y="415682"/>
                  <a:pt x="11641381" y="424868"/>
                  <a:pt x="11641381" y="436925"/>
                </a:cubicBezTo>
                <a:lnTo>
                  <a:pt x="11641381" y="490321"/>
                </a:lnTo>
                <a:cubicBezTo>
                  <a:pt x="11641381" y="501804"/>
                  <a:pt x="11650567" y="511564"/>
                  <a:pt x="11662624" y="511564"/>
                </a:cubicBezTo>
                <a:close/>
                <a:moveTo>
                  <a:pt x="11662624" y="663139"/>
                </a:moveTo>
                <a:lnTo>
                  <a:pt x="11716020" y="663139"/>
                </a:lnTo>
                <a:cubicBezTo>
                  <a:pt x="11727503" y="663139"/>
                  <a:pt x="11737263" y="653952"/>
                  <a:pt x="11737263" y="641895"/>
                </a:cubicBezTo>
                <a:lnTo>
                  <a:pt x="11737263" y="588500"/>
                </a:lnTo>
                <a:cubicBezTo>
                  <a:pt x="11737263" y="577017"/>
                  <a:pt x="11728076" y="567256"/>
                  <a:pt x="11716020" y="567256"/>
                </a:cubicBezTo>
                <a:lnTo>
                  <a:pt x="11662624" y="567256"/>
                </a:lnTo>
                <a:cubicBezTo>
                  <a:pt x="11651141" y="567256"/>
                  <a:pt x="11641381" y="576443"/>
                  <a:pt x="11641381" y="588500"/>
                </a:cubicBezTo>
                <a:lnTo>
                  <a:pt x="11641381" y="641895"/>
                </a:lnTo>
                <a:cubicBezTo>
                  <a:pt x="11641381" y="653378"/>
                  <a:pt x="11650567" y="663139"/>
                  <a:pt x="11662624" y="663139"/>
                </a:cubicBezTo>
                <a:close/>
                <a:moveTo>
                  <a:pt x="11207901" y="511564"/>
                </a:moveTo>
                <a:lnTo>
                  <a:pt x="11261297" y="511564"/>
                </a:lnTo>
                <a:cubicBezTo>
                  <a:pt x="11272780" y="511564"/>
                  <a:pt x="11282540" y="502378"/>
                  <a:pt x="11282540" y="490321"/>
                </a:cubicBezTo>
                <a:lnTo>
                  <a:pt x="11282540" y="436925"/>
                </a:lnTo>
                <a:cubicBezTo>
                  <a:pt x="11282540" y="425442"/>
                  <a:pt x="11273353" y="415682"/>
                  <a:pt x="11261297" y="415682"/>
                </a:cubicBezTo>
                <a:lnTo>
                  <a:pt x="11207901" y="415682"/>
                </a:lnTo>
                <a:cubicBezTo>
                  <a:pt x="11196418" y="415682"/>
                  <a:pt x="11186658" y="424868"/>
                  <a:pt x="11186658" y="436925"/>
                </a:cubicBezTo>
                <a:lnTo>
                  <a:pt x="11186658" y="490321"/>
                </a:lnTo>
                <a:cubicBezTo>
                  <a:pt x="11186658" y="501804"/>
                  <a:pt x="11195843" y="511564"/>
                  <a:pt x="11207901" y="511564"/>
                </a:cubicBezTo>
                <a:close/>
                <a:moveTo>
                  <a:pt x="10904178" y="663139"/>
                </a:moveTo>
                <a:lnTo>
                  <a:pt x="10957573" y="663139"/>
                </a:lnTo>
                <a:cubicBezTo>
                  <a:pt x="10969056" y="663139"/>
                  <a:pt x="10978817" y="653952"/>
                  <a:pt x="10978817" y="641895"/>
                </a:cubicBezTo>
                <a:lnTo>
                  <a:pt x="10978817" y="588500"/>
                </a:lnTo>
                <a:cubicBezTo>
                  <a:pt x="10978817" y="577017"/>
                  <a:pt x="10969631" y="567256"/>
                  <a:pt x="10957573" y="567256"/>
                </a:cubicBezTo>
                <a:lnTo>
                  <a:pt x="10904178" y="567256"/>
                </a:lnTo>
                <a:cubicBezTo>
                  <a:pt x="10892695" y="567256"/>
                  <a:pt x="10882934" y="576443"/>
                  <a:pt x="10882934" y="588500"/>
                </a:cubicBezTo>
                <a:lnTo>
                  <a:pt x="10882934" y="641895"/>
                </a:lnTo>
                <a:cubicBezTo>
                  <a:pt x="10882934" y="653378"/>
                  <a:pt x="10892121" y="663139"/>
                  <a:pt x="10904178" y="663139"/>
                </a:cubicBezTo>
                <a:close/>
                <a:moveTo>
                  <a:pt x="10904178" y="511564"/>
                </a:moveTo>
                <a:lnTo>
                  <a:pt x="10957573" y="511564"/>
                </a:lnTo>
                <a:cubicBezTo>
                  <a:pt x="10969056" y="511564"/>
                  <a:pt x="10978817" y="502378"/>
                  <a:pt x="10978817" y="490321"/>
                </a:cubicBezTo>
                <a:lnTo>
                  <a:pt x="10978817" y="436925"/>
                </a:lnTo>
                <a:cubicBezTo>
                  <a:pt x="10978817" y="425442"/>
                  <a:pt x="10969631" y="415682"/>
                  <a:pt x="10957573" y="415682"/>
                </a:cubicBezTo>
                <a:lnTo>
                  <a:pt x="10904178" y="415682"/>
                </a:lnTo>
                <a:cubicBezTo>
                  <a:pt x="10892695" y="415682"/>
                  <a:pt x="10882934" y="424868"/>
                  <a:pt x="10882934" y="436925"/>
                </a:cubicBezTo>
                <a:lnTo>
                  <a:pt x="10882934" y="490321"/>
                </a:lnTo>
                <a:cubicBezTo>
                  <a:pt x="10882934" y="501804"/>
                  <a:pt x="10892121" y="511564"/>
                  <a:pt x="10904178" y="511564"/>
                </a:cubicBezTo>
                <a:close/>
                <a:moveTo>
                  <a:pt x="11055752" y="511564"/>
                </a:moveTo>
                <a:lnTo>
                  <a:pt x="11109148" y="511564"/>
                </a:lnTo>
                <a:cubicBezTo>
                  <a:pt x="11120631" y="511564"/>
                  <a:pt x="11130391" y="502378"/>
                  <a:pt x="11130391" y="490321"/>
                </a:cubicBezTo>
                <a:lnTo>
                  <a:pt x="11130391" y="436925"/>
                </a:lnTo>
                <a:cubicBezTo>
                  <a:pt x="11130391" y="425442"/>
                  <a:pt x="11121205" y="415682"/>
                  <a:pt x="11109148" y="415682"/>
                </a:cubicBezTo>
                <a:lnTo>
                  <a:pt x="11055752" y="415682"/>
                </a:lnTo>
                <a:cubicBezTo>
                  <a:pt x="11044270" y="415682"/>
                  <a:pt x="11034509" y="424868"/>
                  <a:pt x="11034509" y="436925"/>
                </a:cubicBezTo>
                <a:lnTo>
                  <a:pt x="11034509" y="490321"/>
                </a:lnTo>
                <a:cubicBezTo>
                  <a:pt x="11034509" y="501804"/>
                  <a:pt x="11043695" y="511564"/>
                  <a:pt x="11055752" y="511564"/>
                </a:cubicBezTo>
                <a:close/>
                <a:moveTo>
                  <a:pt x="11055752" y="663139"/>
                </a:moveTo>
                <a:lnTo>
                  <a:pt x="11109148" y="663139"/>
                </a:lnTo>
                <a:cubicBezTo>
                  <a:pt x="11120631" y="663139"/>
                  <a:pt x="11130391" y="653952"/>
                  <a:pt x="11130391" y="641895"/>
                </a:cubicBezTo>
                <a:lnTo>
                  <a:pt x="11130391" y="588500"/>
                </a:lnTo>
                <a:cubicBezTo>
                  <a:pt x="11130391" y="577017"/>
                  <a:pt x="11121205" y="567256"/>
                  <a:pt x="11109148" y="567256"/>
                </a:cubicBezTo>
                <a:lnTo>
                  <a:pt x="11055752" y="567256"/>
                </a:lnTo>
                <a:cubicBezTo>
                  <a:pt x="11044270" y="567256"/>
                  <a:pt x="11034509" y="576443"/>
                  <a:pt x="11034509" y="588500"/>
                </a:cubicBezTo>
                <a:lnTo>
                  <a:pt x="11034509" y="641895"/>
                </a:lnTo>
                <a:cubicBezTo>
                  <a:pt x="11034509" y="653378"/>
                  <a:pt x="11043695" y="663139"/>
                  <a:pt x="11055752" y="663139"/>
                </a:cubicBezTo>
                <a:close/>
                <a:moveTo>
                  <a:pt x="1690860" y="7163044"/>
                </a:moveTo>
                <a:lnTo>
                  <a:pt x="1648947" y="7163044"/>
                </a:lnTo>
                <a:cubicBezTo>
                  <a:pt x="1640909" y="7163044"/>
                  <a:pt x="1634019" y="7169934"/>
                  <a:pt x="1634019" y="7177972"/>
                </a:cubicBezTo>
                <a:lnTo>
                  <a:pt x="1634019" y="7219885"/>
                </a:lnTo>
                <a:cubicBezTo>
                  <a:pt x="1634019" y="7227923"/>
                  <a:pt x="1640909" y="7234812"/>
                  <a:pt x="1648947" y="7234812"/>
                </a:cubicBezTo>
                <a:lnTo>
                  <a:pt x="1690860" y="7234812"/>
                </a:lnTo>
                <a:cubicBezTo>
                  <a:pt x="1698898" y="7234812"/>
                  <a:pt x="1705787" y="7227923"/>
                  <a:pt x="1705787" y="7219885"/>
                </a:cubicBezTo>
                <a:lnTo>
                  <a:pt x="1705787" y="7177972"/>
                </a:lnTo>
                <a:cubicBezTo>
                  <a:pt x="1705787" y="7169934"/>
                  <a:pt x="1698898" y="7163044"/>
                  <a:pt x="1690860" y="7163044"/>
                </a:cubicBezTo>
                <a:close/>
                <a:moveTo>
                  <a:pt x="1804540" y="7049363"/>
                </a:moveTo>
                <a:lnTo>
                  <a:pt x="1762628" y="7049363"/>
                </a:lnTo>
                <a:cubicBezTo>
                  <a:pt x="1754590" y="7049363"/>
                  <a:pt x="1747700" y="7056253"/>
                  <a:pt x="1747700" y="7064291"/>
                </a:cubicBezTo>
                <a:lnTo>
                  <a:pt x="1747700" y="7106204"/>
                </a:lnTo>
                <a:cubicBezTo>
                  <a:pt x="1747700" y="7114242"/>
                  <a:pt x="1754590" y="7121131"/>
                  <a:pt x="1762628" y="7121131"/>
                </a:cubicBezTo>
                <a:lnTo>
                  <a:pt x="1804540" y="7121131"/>
                </a:lnTo>
                <a:cubicBezTo>
                  <a:pt x="1812578" y="7121131"/>
                  <a:pt x="1819468" y="7114242"/>
                  <a:pt x="1819468" y="7106204"/>
                </a:cubicBezTo>
                <a:lnTo>
                  <a:pt x="1819468" y="7064291"/>
                </a:lnTo>
                <a:cubicBezTo>
                  <a:pt x="1819468" y="7056253"/>
                  <a:pt x="1812578" y="7049363"/>
                  <a:pt x="1804540" y="7049363"/>
                </a:cubicBezTo>
                <a:close/>
                <a:moveTo>
                  <a:pt x="1918795" y="7163044"/>
                </a:moveTo>
                <a:lnTo>
                  <a:pt x="1876883" y="7163044"/>
                </a:lnTo>
                <a:cubicBezTo>
                  <a:pt x="1868845" y="7163044"/>
                  <a:pt x="1861955" y="7169934"/>
                  <a:pt x="1861955" y="7177972"/>
                </a:cubicBezTo>
                <a:lnTo>
                  <a:pt x="1861955" y="7219885"/>
                </a:lnTo>
                <a:cubicBezTo>
                  <a:pt x="1861955" y="7227923"/>
                  <a:pt x="1868845" y="7234812"/>
                  <a:pt x="1876883" y="7234812"/>
                </a:cubicBezTo>
                <a:lnTo>
                  <a:pt x="1918795" y="7234812"/>
                </a:lnTo>
                <a:cubicBezTo>
                  <a:pt x="1926833" y="7234812"/>
                  <a:pt x="1933723" y="7227923"/>
                  <a:pt x="1933723" y="7219885"/>
                </a:cubicBezTo>
                <a:lnTo>
                  <a:pt x="1933723" y="7177972"/>
                </a:lnTo>
                <a:cubicBezTo>
                  <a:pt x="1933723" y="7169934"/>
                  <a:pt x="1926833" y="7163044"/>
                  <a:pt x="1918795" y="7163044"/>
                </a:cubicBezTo>
                <a:close/>
                <a:moveTo>
                  <a:pt x="1576604" y="7049363"/>
                </a:moveTo>
                <a:lnTo>
                  <a:pt x="1534692" y="7049363"/>
                </a:lnTo>
                <a:cubicBezTo>
                  <a:pt x="1526654" y="7049363"/>
                  <a:pt x="1519764" y="7056253"/>
                  <a:pt x="1519764" y="7064291"/>
                </a:cubicBezTo>
                <a:lnTo>
                  <a:pt x="1519764" y="7106204"/>
                </a:lnTo>
                <a:cubicBezTo>
                  <a:pt x="1519764" y="7114242"/>
                  <a:pt x="1526654" y="7121131"/>
                  <a:pt x="1534692" y="7121131"/>
                </a:cubicBezTo>
                <a:lnTo>
                  <a:pt x="1576604" y="7121131"/>
                </a:lnTo>
                <a:cubicBezTo>
                  <a:pt x="1584643" y="7121131"/>
                  <a:pt x="1591532" y="7114242"/>
                  <a:pt x="1591532" y="7106204"/>
                </a:cubicBezTo>
                <a:lnTo>
                  <a:pt x="1591532" y="7064291"/>
                </a:lnTo>
                <a:cubicBezTo>
                  <a:pt x="1591532" y="7056253"/>
                  <a:pt x="1584643" y="7049363"/>
                  <a:pt x="1576604" y="7049363"/>
                </a:cubicBezTo>
                <a:close/>
                <a:moveTo>
                  <a:pt x="1918795" y="7049363"/>
                </a:moveTo>
                <a:lnTo>
                  <a:pt x="1876883" y="7049363"/>
                </a:lnTo>
                <a:cubicBezTo>
                  <a:pt x="1868845" y="7049363"/>
                  <a:pt x="1861955" y="7056253"/>
                  <a:pt x="1861955" y="7064291"/>
                </a:cubicBezTo>
                <a:lnTo>
                  <a:pt x="1861955" y="7106204"/>
                </a:lnTo>
                <a:cubicBezTo>
                  <a:pt x="1861955" y="7114242"/>
                  <a:pt x="1868845" y="7121131"/>
                  <a:pt x="1876883" y="7121131"/>
                </a:cubicBezTo>
                <a:lnTo>
                  <a:pt x="1918795" y="7121131"/>
                </a:lnTo>
                <a:cubicBezTo>
                  <a:pt x="1926833" y="7121131"/>
                  <a:pt x="1933723" y="7114242"/>
                  <a:pt x="1933723" y="7106204"/>
                </a:cubicBezTo>
                <a:lnTo>
                  <a:pt x="1933723" y="7064291"/>
                </a:lnTo>
                <a:cubicBezTo>
                  <a:pt x="1933723" y="7056253"/>
                  <a:pt x="1926833" y="7049363"/>
                  <a:pt x="1918795" y="7049363"/>
                </a:cubicBezTo>
                <a:close/>
                <a:moveTo>
                  <a:pt x="1690860" y="7049363"/>
                </a:moveTo>
                <a:lnTo>
                  <a:pt x="1648947" y="7049363"/>
                </a:lnTo>
                <a:cubicBezTo>
                  <a:pt x="1640909" y="7049363"/>
                  <a:pt x="1634019" y="7056253"/>
                  <a:pt x="1634019" y="7064291"/>
                </a:cubicBezTo>
                <a:lnTo>
                  <a:pt x="1634019" y="7106204"/>
                </a:lnTo>
                <a:cubicBezTo>
                  <a:pt x="1634019" y="7114242"/>
                  <a:pt x="1640909" y="7121131"/>
                  <a:pt x="1648947" y="7121131"/>
                </a:cubicBezTo>
                <a:lnTo>
                  <a:pt x="1690860" y="7121131"/>
                </a:lnTo>
                <a:cubicBezTo>
                  <a:pt x="1698898" y="7121131"/>
                  <a:pt x="1705787" y="7114242"/>
                  <a:pt x="1705787" y="7106204"/>
                </a:cubicBezTo>
                <a:lnTo>
                  <a:pt x="1705787" y="7064291"/>
                </a:lnTo>
                <a:cubicBezTo>
                  <a:pt x="1705787" y="7056253"/>
                  <a:pt x="1698898" y="7049363"/>
                  <a:pt x="1690860" y="7049363"/>
                </a:cubicBezTo>
                <a:close/>
                <a:moveTo>
                  <a:pt x="1576604" y="7163044"/>
                </a:moveTo>
                <a:lnTo>
                  <a:pt x="1534692" y="7163044"/>
                </a:lnTo>
                <a:cubicBezTo>
                  <a:pt x="1526654" y="7163044"/>
                  <a:pt x="1519764" y="7169934"/>
                  <a:pt x="1519764" y="7177972"/>
                </a:cubicBezTo>
                <a:lnTo>
                  <a:pt x="1519764" y="7219885"/>
                </a:lnTo>
                <a:cubicBezTo>
                  <a:pt x="1519764" y="7227923"/>
                  <a:pt x="1526654" y="7234812"/>
                  <a:pt x="1534692" y="7234812"/>
                </a:cubicBezTo>
                <a:lnTo>
                  <a:pt x="1576604" y="7234812"/>
                </a:lnTo>
                <a:cubicBezTo>
                  <a:pt x="1584643" y="7234812"/>
                  <a:pt x="1591532" y="7227923"/>
                  <a:pt x="1591532" y="7219885"/>
                </a:cubicBezTo>
                <a:lnTo>
                  <a:pt x="1591532" y="7177972"/>
                </a:lnTo>
                <a:cubicBezTo>
                  <a:pt x="1591532" y="7169934"/>
                  <a:pt x="1584643" y="7163044"/>
                  <a:pt x="1576604" y="7163044"/>
                </a:cubicBezTo>
                <a:close/>
                <a:moveTo>
                  <a:pt x="1804540" y="7163044"/>
                </a:moveTo>
                <a:lnTo>
                  <a:pt x="1762628" y="7163044"/>
                </a:lnTo>
                <a:cubicBezTo>
                  <a:pt x="1754590" y="7163044"/>
                  <a:pt x="1747700" y="7169934"/>
                  <a:pt x="1747700" y="7177972"/>
                </a:cubicBezTo>
                <a:lnTo>
                  <a:pt x="1747700" y="7219885"/>
                </a:lnTo>
                <a:cubicBezTo>
                  <a:pt x="1747700" y="7227923"/>
                  <a:pt x="1754590" y="7234812"/>
                  <a:pt x="1762628" y="7234812"/>
                </a:cubicBezTo>
                <a:lnTo>
                  <a:pt x="1804540" y="7234812"/>
                </a:lnTo>
                <a:cubicBezTo>
                  <a:pt x="1812578" y="7234812"/>
                  <a:pt x="1819468" y="7227923"/>
                  <a:pt x="1819468" y="7219885"/>
                </a:cubicBezTo>
                <a:lnTo>
                  <a:pt x="1819468" y="7177972"/>
                </a:lnTo>
                <a:cubicBezTo>
                  <a:pt x="1819468" y="7169934"/>
                  <a:pt x="1812578" y="7163044"/>
                  <a:pt x="1804540" y="7163044"/>
                </a:cubicBezTo>
                <a:close/>
                <a:moveTo>
                  <a:pt x="2146731" y="7049363"/>
                </a:moveTo>
                <a:lnTo>
                  <a:pt x="2104819" y="7049363"/>
                </a:lnTo>
                <a:cubicBezTo>
                  <a:pt x="2096781" y="7049363"/>
                  <a:pt x="2089891" y="7056253"/>
                  <a:pt x="2089891" y="7064291"/>
                </a:cubicBezTo>
                <a:lnTo>
                  <a:pt x="2089891" y="7106204"/>
                </a:lnTo>
                <a:cubicBezTo>
                  <a:pt x="2089891" y="7114242"/>
                  <a:pt x="2096781" y="7121131"/>
                  <a:pt x="2104819" y="7121131"/>
                </a:cubicBezTo>
                <a:lnTo>
                  <a:pt x="2146731" y="7121131"/>
                </a:lnTo>
                <a:cubicBezTo>
                  <a:pt x="2154769" y="7121131"/>
                  <a:pt x="2161659" y="7114242"/>
                  <a:pt x="2161659" y="7106204"/>
                </a:cubicBezTo>
                <a:lnTo>
                  <a:pt x="2161659" y="7064291"/>
                </a:lnTo>
                <a:cubicBezTo>
                  <a:pt x="2161659" y="7056253"/>
                  <a:pt x="2154769" y="7049363"/>
                  <a:pt x="2146731" y="7049363"/>
                </a:cubicBezTo>
                <a:close/>
                <a:moveTo>
                  <a:pt x="2146731" y="7163044"/>
                </a:moveTo>
                <a:lnTo>
                  <a:pt x="2104819" y="7163044"/>
                </a:lnTo>
                <a:cubicBezTo>
                  <a:pt x="2096781" y="7163044"/>
                  <a:pt x="2089891" y="7169934"/>
                  <a:pt x="2089891" y="7177972"/>
                </a:cubicBezTo>
                <a:lnTo>
                  <a:pt x="2089891" y="7219885"/>
                </a:lnTo>
                <a:cubicBezTo>
                  <a:pt x="2089891" y="7227923"/>
                  <a:pt x="2096781" y="7234812"/>
                  <a:pt x="2104819" y="7234812"/>
                </a:cubicBezTo>
                <a:lnTo>
                  <a:pt x="2146731" y="7234812"/>
                </a:lnTo>
                <a:cubicBezTo>
                  <a:pt x="2154769" y="7234812"/>
                  <a:pt x="2161659" y="7227923"/>
                  <a:pt x="2161659" y="7219885"/>
                </a:cubicBezTo>
                <a:lnTo>
                  <a:pt x="2161659" y="7177972"/>
                </a:lnTo>
                <a:cubicBezTo>
                  <a:pt x="2161659" y="7169934"/>
                  <a:pt x="2154769" y="7163044"/>
                  <a:pt x="2146731" y="7163044"/>
                </a:cubicBezTo>
                <a:close/>
                <a:moveTo>
                  <a:pt x="2032476" y="7049363"/>
                </a:moveTo>
                <a:lnTo>
                  <a:pt x="1990564" y="7049363"/>
                </a:lnTo>
                <a:cubicBezTo>
                  <a:pt x="1982526" y="7049363"/>
                  <a:pt x="1975636" y="7056253"/>
                  <a:pt x="1975636" y="7064291"/>
                </a:cubicBezTo>
                <a:lnTo>
                  <a:pt x="1975636" y="7106204"/>
                </a:lnTo>
                <a:cubicBezTo>
                  <a:pt x="1975636" y="7114242"/>
                  <a:pt x="1982526" y="7121131"/>
                  <a:pt x="1990564" y="7121131"/>
                </a:cubicBezTo>
                <a:lnTo>
                  <a:pt x="2032476" y="7121131"/>
                </a:lnTo>
                <a:cubicBezTo>
                  <a:pt x="2040514" y="7121131"/>
                  <a:pt x="2047404" y="7114242"/>
                  <a:pt x="2047404" y="7106204"/>
                </a:cubicBezTo>
                <a:lnTo>
                  <a:pt x="2047404" y="7064291"/>
                </a:lnTo>
                <a:cubicBezTo>
                  <a:pt x="2047404" y="7056253"/>
                  <a:pt x="2040514" y="7049363"/>
                  <a:pt x="2032476" y="7049363"/>
                </a:cubicBezTo>
                <a:close/>
                <a:moveTo>
                  <a:pt x="2032476" y="7163044"/>
                </a:moveTo>
                <a:lnTo>
                  <a:pt x="1990564" y="7163044"/>
                </a:lnTo>
                <a:cubicBezTo>
                  <a:pt x="1982526" y="7163044"/>
                  <a:pt x="1975636" y="7169934"/>
                  <a:pt x="1975636" y="7177972"/>
                </a:cubicBezTo>
                <a:lnTo>
                  <a:pt x="1975636" y="7219885"/>
                </a:lnTo>
                <a:cubicBezTo>
                  <a:pt x="1975636" y="7227923"/>
                  <a:pt x="1982526" y="7234812"/>
                  <a:pt x="1990564" y="7234812"/>
                </a:cubicBezTo>
                <a:lnTo>
                  <a:pt x="2032476" y="7234812"/>
                </a:lnTo>
                <a:cubicBezTo>
                  <a:pt x="2040514" y="7234812"/>
                  <a:pt x="2047404" y="7227923"/>
                  <a:pt x="2047404" y="7219885"/>
                </a:cubicBezTo>
                <a:lnTo>
                  <a:pt x="2047404" y="7177972"/>
                </a:lnTo>
                <a:cubicBezTo>
                  <a:pt x="2047404" y="7169934"/>
                  <a:pt x="2040514" y="7163044"/>
                  <a:pt x="2032476" y="7163044"/>
                </a:cubicBezTo>
                <a:close/>
                <a:moveTo>
                  <a:pt x="11961755" y="1185037"/>
                </a:moveTo>
                <a:lnTo>
                  <a:pt x="11961755" y="1185037"/>
                </a:lnTo>
                <a:cubicBezTo>
                  <a:pt x="11961755" y="1156330"/>
                  <a:pt x="11938789" y="1133364"/>
                  <a:pt x="11910082" y="1133364"/>
                </a:cubicBezTo>
                <a:lnTo>
                  <a:pt x="10803128" y="1133364"/>
                </a:lnTo>
                <a:cubicBezTo>
                  <a:pt x="10789349" y="1133364"/>
                  <a:pt x="10776143" y="1138531"/>
                  <a:pt x="10766383" y="1148292"/>
                </a:cubicBezTo>
                <a:lnTo>
                  <a:pt x="9939039" y="1975636"/>
                </a:lnTo>
                <a:cubicBezTo>
                  <a:pt x="9918944" y="1995731"/>
                  <a:pt x="9918944" y="2028458"/>
                  <a:pt x="9939039" y="2048553"/>
                </a:cubicBezTo>
                <a:cubicBezTo>
                  <a:pt x="9959134" y="2068648"/>
                  <a:pt x="9991860" y="2068648"/>
                  <a:pt x="10011955" y="2048553"/>
                </a:cubicBezTo>
                <a:lnTo>
                  <a:pt x="10808870" y="1251638"/>
                </a:lnTo>
                <a:cubicBezTo>
                  <a:pt x="10818630" y="1241878"/>
                  <a:pt x="10831836" y="1236710"/>
                  <a:pt x="10845615" y="1236710"/>
                </a:cubicBezTo>
                <a:lnTo>
                  <a:pt x="11909507" y="1236710"/>
                </a:lnTo>
                <a:cubicBezTo>
                  <a:pt x="11938214" y="1236710"/>
                  <a:pt x="11961180" y="1213744"/>
                  <a:pt x="11961180" y="1185037"/>
                </a:cubicBezTo>
                <a:close/>
                <a:moveTo>
                  <a:pt x="14842818" y="5882699"/>
                </a:moveTo>
                <a:lnTo>
                  <a:pt x="14842818" y="5882699"/>
                </a:lnTo>
                <a:cubicBezTo>
                  <a:pt x="14842818" y="5853992"/>
                  <a:pt x="14819852" y="5831026"/>
                  <a:pt x="14791144" y="5831026"/>
                </a:cubicBezTo>
                <a:lnTo>
                  <a:pt x="12763836" y="5831026"/>
                </a:lnTo>
                <a:cubicBezTo>
                  <a:pt x="12735129" y="5831026"/>
                  <a:pt x="12712163" y="5853992"/>
                  <a:pt x="12712163" y="5882699"/>
                </a:cubicBezTo>
                <a:lnTo>
                  <a:pt x="12712163" y="5882699"/>
                </a:lnTo>
                <a:cubicBezTo>
                  <a:pt x="12712163" y="5911406"/>
                  <a:pt x="12735129" y="5934372"/>
                  <a:pt x="12763836" y="5934372"/>
                </a:cubicBezTo>
                <a:lnTo>
                  <a:pt x="14791144" y="5934372"/>
                </a:lnTo>
                <a:cubicBezTo>
                  <a:pt x="14819852" y="5934372"/>
                  <a:pt x="14842818" y="5911406"/>
                  <a:pt x="14842818" y="5882699"/>
                </a:cubicBezTo>
                <a:close/>
                <a:moveTo>
                  <a:pt x="10120469" y="5591032"/>
                </a:moveTo>
                <a:cubicBezTo>
                  <a:pt x="10100374" y="5570937"/>
                  <a:pt x="10067647" y="5570937"/>
                  <a:pt x="10047552" y="5591032"/>
                </a:cubicBezTo>
                <a:cubicBezTo>
                  <a:pt x="10027457" y="5611128"/>
                  <a:pt x="10027457" y="5643854"/>
                  <a:pt x="10047552" y="5663949"/>
                </a:cubicBezTo>
                <a:lnTo>
                  <a:pt x="10565432" y="6181829"/>
                </a:lnTo>
                <a:cubicBezTo>
                  <a:pt x="10585527" y="6201924"/>
                  <a:pt x="10618253" y="6201924"/>
                  <a:pt x="10638348" y="6181829"/>
                </a:cubicBezTo>
                <a:cubicBezTo>
                  <a:pt x="10658443" y="6161734"/>
                  <a:pt x="10658443" y="6129008"/>
                  <a:pt x="10638348" y="6108912"/>
                </a:cubicBezTo>
                <a:lnTo>
                  <a:pt x="10120469" y="5591032"/>
                </a:lnTo>
                <a:close/>
                <a:moveTo>
                  <a:pt x="5736292" y="6201350"/>
                </a:moveTo>
                <a:lnTo>
                  <a:pt x="4953731" y="6983911"/>
                </a:lnTo>
                <a:cubicBezTo>
                  <a:pt x="4943970" y="6993671"/>
                  <a:pt x="4938803" y="7006877"/>
                  <a:pt x="4938803" y="7020656"/>
                </a:cubicBezTo>
                <a:lnTo>
                  <a:pt x="4938803" y="7472509"/>
                </a:lnTo>
                <a:cubicBezTo>
                  <a:pt x="4938803" y="7501216"/>
                  <a:pt x="4961769" y="7524182"/>
                  <a:pt x="4990476" y="7524182"/>
                </a:cubicBezTo>
                <a:lnTo>
                  <a:pt x="4990476" y="7524182"/>
                </a:lnTo>
                <a:cubicBezTo>
                  <a:pt x="5019183" y="7524182"/>
                  <a:pt x="5042149" y="7501216"/>
                  <a:pt x="5042149" y="7472509"/>
                </a:cubicBezTo>
                <a:lnTo>
                  <a:pt x="5042149" y="7063143"/>
                </a:lnTo>
                <a:cubicBezTo>
                  <a:pt x="5042149" y="7049363"/>
                  <a:pt x="5047316" y="7036158"/>
                  <a:pt x="5057077" y="7026397"/>
                </a:cubicBezTo>
                <a:lnTo>
                  <a:pt x="5809208" y="6274266"/>
                </a:lnTo>
                <a:cubicBezTo>
                  <a:pt x="5829303" y="6254171"/>
                  <a:pt x="5829303" y="6221445"/>
                  <a:pt x="5809208" y="6201350"/>
                </a:cubicBezTo>
                <a:cubicBezTo>
                  <a:pt x="5789113" y="6181255"/>
                  <a:pt x="5756387" y="6181255"/>
                  <a:pt x="5736292" y="6201350"/>
                </a:cubicBezTo>
                <a:close/>
                <a:moveTo>
                  <a:pt x="6157714" y="3650420"/>
                </a:moveTo>
                <a:lnTo>
                  <a:pt x="4316429" y="3650420"/>
                </a:lnTo>
                <a:cubicBezTo>
                  <a:pt x="4287721" y="3650420"/>
                  <a:pt x="4264756" y="3673385"/>
                  <a:pt x="4264756" y="3702093"/>
                </a:cubicBezTo>
                <a:cubicBezTo>
                  <a:pt x="4264756" y="3730800"/>
                  <a:pt x="4287721" y="3753766"/>
                  <a:pt x="4316429" y="3753766"/>
                </a:cubicBezTo>
                <a:lnTo>
                  <a:pt x="6157714" y="3753766"/>
                </a:lnTo>
                <a:cubicBezTo>
                  <a:pt x="6186421" y="3753766"/>
                  <a:pt x="6209387" y="3730800"/>
                  <a:pt x="6209387" y="3702093"/>
                </a:cubicBezTo>
                <a:cubicBezTo>
                  <a:pt x="6209387" y="3673385"/>
                  <a:pt x="6186421" y="3650420"/>
                  <a:pt x="6157714" y="3650420"/>
                </a:cubicBezTo>
                <a:close/>
                <a:moveTo>
                  <a:pt x="12082899" y="3998926"/>
                </a:moveTo>
                <a:cubicBezTo>
                  <a:pt x="12075435" y="3998926"/>
                  <a:pt x="12069120" y="4005242"/>
                  <a:pt x="12069120" y="4012706"/>
                </a:cubicBezTo>
                <a:cubicBezTo>
                  <a:pt x="12069120" y="4020169"/>
                  <a:pt x="12075435" y="4026485"/>
                  <a:pt x="12082899" y="4026485"/>
                </a:cubicBezTo>
                <a:cubicBezTo>
                  <a:pt x="12090363" y="4026485"/>
                  <a:pt x="12096679" y="4020169"/>
                  <a:pt x="12096679" y="4012706"/>
                </a:cubicBezTo>
                <a:cubicBezTo>
                  <a:pt x="12096679" y="4005242"/>
                  <a:pt x="12090363" y="3998926"/>
                  <a:pt x="12082899" y="3998926"/>
                </a:cubicBezTo>
                <a:close/>
                <a:moveTo>
                  <a:pt x="12021465" y="4050025"/>
                </a:moveTo>
                <a:cubicBezTo>
                  <a:pt x="12014001" y="4050025"/>
                  <a:pt x="12007687" y="4056341"/>
                  <a:pt x="12007687" y="4063805"/>
                </a:cubicBezTo>
                <a:cubicBezTo>
                  <a:pt x="12007687" y="4071268"/>
                  <a:pt x="12014001" y="4077584"/>
                  <a:pt x="12021465" y="4077584"/>
                </a:cubicBezTo>
                <a:cubicBezTo>
                  <a:pt x="12028930" y="4077584"/>
                  <a:pt x="12035244" y="4071268"/>
                  <a:pt x="12035244" y="4063805"/>
                </a:cubicBezTo>
                <a:cubicBezTo>
                  <a:pt x="12035244" y="4056341"/>
                  <a:pt x="12028930" y="4050025"/>
                  <a:pt x="12021465" y="4050025"/>
                </a:cubicBezTo>
                <a:close/>
                <a:moveTo>
                  <a:pt x="12144332" y="4050025"/>
                </a:moveTo>
                <a:cubicBezTo>
                  <a:pt x="12136869" y="4050025"/>
                  <a:pt x="12130553" y="4056341"/>
                  <a:pt x="12130553" y="4063805"/>
                </a:cubicBezTo>
                <a:cubicBezTo>
                  <a:pt x="12130553" y="4071268"/>
                  <a:pt x="12136869" y="4077584"/>
                  <a:pt x="12144332" y="4077584"/>
                </a:cubicBezTo>
                <a:cubicBezTo>
                  <a:pt x="12151796" y="4077584"/>
                  <a:pt x="12158112" y="4071268"/>
                  <a:pt x="12158112" y="4063805"/>
                </a:cubicBezTo>
                <a:cubicBezTo>
                  <a:pt x="12158112" y="4056341"/>
                  <a:pt x="12151796" y="4050025"/>
                  <a:pt x="12144332" y="4050025"/>
                </a:cubicBezTo>
                <a:close/>
                <a:moveTo>
                  <a:pt x="12082899" y="4050025"/>
                </a:moveTo>
                <a:cubicBezTo>
                  <a:pt x="12075435" y="4050025"/>
                  <a:pt x="12069120" y="4056341"/>
                  <a:pt x="12069120" y="4063805"/>
                </a:cubicBezTo>
                <a:cubicBezTo>
                  <a:pt x="12069120" y="4071268"/>
                  <a:pt x="12075435" y="4077584"/>
                  <a:pt x="12082899" y="4077584"/>
                </a:cubicBezTo>
                <a:cubicBezTo>
                  <a:pt x="12090363" y="4077584"/>
                  <a:pt x="12096679" y="4071268"/>
                  <a:pt x="12096679" y="4063805"/>
                </a:cubicBezTo>
                <a:cubicBezTo>
                  <a:pt x="12096679" y="4056341"/>
                  <a:pt x="12090363" y="4050025"/>
                  <a:pt x="12082899" y="4050025"/>
                </a:cubicBezTo>
                <a:close/>
                <a:moveTo>
                  <a:pt x="12021465" y="3998926"/>
                </a:moveTo>
                <a:cubicBezTo>
                  <a:pt x="12014001" y="3998926"/>
                  <a:pt x="12007687" y="4005242"/>
                  <a:pt x="12007687" y="4012706"/>
                </a:cubicBezTo>
                <a:cubicBezTo>
                  <a:pt x="12007687" y="4020169"/>
                  <a:pt x="12014001" y="4026485"/>
                  <a:pt x="12021465" y="4026485"/>
                </a:cubicBezTo>
                <a:cubicBezTo>
                  <a:pt x="12028930" y="4026485"/>
                  <a:pt x="12035244" y="4020169"/>
                  <a:pt x="12035244" y="4012706"/>
                </a:cubicBezTo>
                <a:cubicBezTo>
                  <a:pt x="12035244" y="4005242"/>
                  <a:pt x="12028930" y="3998926"/>
                  <a:pt x="12021465" y="3998926"/>
                </a:cubicBezTo>
                <a:close/>
                <a:moveTo>
                  <a:pt x="12144332" y="3998926"/>
                </a:moveTo>
                <a:cubicBezTo>
                  <a:pt x="12136869" y="3998926"/>
                  <a:pt x="12130553" y="4005242"/>
                  <a:pt x="12130553" y="4012706"/>
                </a:cubicBezTo>
                <a:cubicBezTo>
                  <a:pt x="12130553" y="4020169"/>
                  <a:pt x="12136869" y="4026485"/>
                  <a:pt x="12144332" y="4026485"/>
                </a:cubicBezTo>
                <a:cubicBezTo>
                  <a:pt x="12151796" y="4026485"/>
                  <a:pt x="12158112" y="4020169"/>
                  <a:pt x="12158112" y="4012706"/>
                </a:cubicBezTo>
                <a:cubicBezTo>
                  <a:pt x="12158112" y="4005242"/>
                  <a:pt x="12151796" y="3998926"/>
                  <a:pt x="12144332" y="3998926"/>
                </a:cubicBezTo>
                <a:close/>
                <a:moveTo>
                  <a:pt x="12205767" y="3998926"/>
                </a:moveTo>
                <a:cubicBezTo>
                  <a:pt x="12198303" y="3998926"/>
                  <a:pt x="12191987" y="4005242"/>
                  <a:pt x="12191987" y="4012706"/>
                </a:cubicBezTo>
                <a:cubicBezTo>
                  <a:pt x="12191987" y="4020169"/>
                  <a:pt x="12198303" y="4026485"/>
                  <a:pt x="12205767" y="4026485"/>
                </a:cubicBezTo>
                <a:cubicBezTo>
                  <a:pt x="12213230" y="4026485"/>
                  <a:pt x="12219546" y="4020169"/>
                  <a:pt x="12219546" y="4012706"/>
                </a:cubicBezTo>
                <a:cubicBezTo>
                  <a:pt x="12219546" y="4005242"/>
                  <a:pt x="12213230" y="3998926"/>
                  <a:pt x="12205767" y="3998926"/>
                </a:cubicBezTo>
                <a:close/>
                <a:moveTo>
                  <a:pt x="12205767" y="4050025"/>
                </a:moveTo>
                <a:cubicBezTo>
                  <a:pt x="12198303" y="4050025"/>
                  <a:pt x="12191987" y="4056341"/>
                  <a:pt x="12191987" y="4063805"/>
                </a:cubicBezTo>
                <a:cubicBezTo>
                  <a:pt x="12191987" y="4071268"/>
                  <a:pt x="12198303" y="4077584"/>
                  <a:pt x="12205767" y="4077584"/>
                </a:cubicBezTo>
                <a:cubicBezTo>
                  <a:pt x="12213230" y="4077584"/>
                  <a:pt x="12219546" y="4071268"/>
                  <a:pt x="12219546" y="4063805"/>
                </a:cubicBezTo>
                <a:cubicBezTo>
                  <a:pt x="12219546" y="4056341"/>
                  <a:pt x="12213230" y="4050025"/>
                  <a:pt x="12205767" y="4050025"/>
                </a:cubicBezTo>
                <a:close/>
                <a:moveTo>
                  <a:pt x="11959457" y="4050025"/>
                </a:moveTo>
                <a:cubicBezTo>
                  <a:pt x="11951993" y="4050025"/>
                  <a:pt x="11945679" y="4056341"/>
                  <a:pt x="11945679" y="4063805"/>
                </a:cubicBezTo>
                <a:cubicBezTo>
                  <a:pt x="11945679" y="4071268"/>
                  <a:pt x="11951993" y="4077584"/>
                  <a:pt x="11959457" y="4077584"/>
                </a:cubicBezTo>
                <a:cubicBezTo>
                  <a:pt x="11966922" y="4077584"/>
                  <a:pt x="11973238" y="4071268"/>
                  <a:pt x="11973238" y="4063805"/>
                </a:cubicBezTo>
                <a:cubicBezTo>
                  <a:pt x="11973238" y="4056341"/>
                  <a:pt x="11966922" y="4050025"/>
                  <a:pt x="11959457" y="4050025"/>
                </a:cubicBezTo>
                <a:close/>
                <a:moveTo>
                  <a:pt x="11959457" y="3998926"/>
                </a:moveTo>
                <a:cubicBezTo>
                  <a:pt x="11951993" y="3998926"/>
                  <a:pt x="11945679" y="4005242"/>
                  <a:pt x="11945679" y="4012706"/>
                </a:cubicBezTo>
                <a:cubicBezTo>
                  <a:pt x="11945679" y="4020169"/>
                  <a:pt x="11951993" y="4026485"/>
                  <a:pt x="11959457" y="4026485"/>
                </a:cubicBezTo>
                <a:cubicBezTo>
                  <a:pt x="11966922" y="4026485"/>
                  <a:pt x="11973238" y="4020169"/>
                  <a:pt x="11973238" y="4012706"/>
                </a:cubicBezTo>
                <a:cubicBezTo>
                  <a:pt x="11973238" y="4005242"/>
                  <a:pt x="11966922" y="3998926"/>
                  <a:pt x="11959457" y="3998926"/>
                </a:cubicBezTo>
                <a:close/>
                <a:moveTo>
                  <a:pt x="11959457" y="3947827"/>
                </a:moveTo>
                <a:cubicBezTo>
                  <a:pt x="11951993" y="3947827"/>
                  <a:pt x="11945679" y="3954143"/>
                  <a:pt x="11945679" y="3961607"/>
                </a:cubicBezTo>
                <a:cubicBezTo>
                  <a:pt x="11945679" y="3969071"/>
                  <a:pt x="11951993" y="3975386"/>
                  <a:pt x="11959457" y="3975386"/>
                </a:cubicBezTo>
                <a:cubicBezTo>
                  <a:pt x="11966922" y="3975386"/>
                  <a:pt x="11973238" y="3969071"/>
                  <a:pt x="11973238" y="3961607"/>
                </a:cubicBezTo>
                <a:cubicBezTo>
                  <a:pt x="11973238" y="3954143"/>
                  <a:pt x="11966922" y="3947827"/>
                  <a:pt x="11959457" y="3947827"/>
                </a:cubicBezTo>
                <a:close/>
                <a:moveTo>
                  <a:pt x="12021465" y="3947827"/>
                </a:moveTo>
                <a:cubicBezTo>
                  <a:pt x="12014001" y="3947827"/>
                  <a:pt x="12007687" y="3954143"/>
                  <a:pt x="12007687" y="3961607"/>
                </a:cubicBezTo>
                <a:cubicBezTo>
                  <a:pt x="12007687" y="3969071"/>
                  <a:pt x="12014001" y="3975386"/>
                  <a:pt x="12021465" y="3975386"/>
                </a:cubicBezTo>
                <a:cubicBezTo>
                  <a:pt x="12028930" y="3975386"/>
                  <a:pt x="12035244" y="3969071"/>
                  <a:pt x="12035244" y="3961607"/>
                </a:cubicBezTo>
                <a:cubicBezTo>
                  <a:pt x="12035244" y="3954143"/>
                  <a:pt x="12028930" y="3947827"/>
                  <a:pt x="12021465" y="3947827"/>
                </a:cubicBezTo>
                <a:close/>
                <a:moveTo>
                  <a:pt x="11959457" y="3897302"/>
                </a:moveTo>
                <a:cubicBezTo>
                  <a:pt x="11951993" y="3897302"/>
                  <a:pt x="11945679" y="3903618"/>
                  <a:pt x="11945679" y="3911082"/>
                </a:cubicBezTo>
                <a:cubicBezTo>
                  <a:pt x="11945679" y="3918546"/>
                  <a:pt x="11951993" y="3924861"/>
                  <a:pt x="11959457" y="3924861"/>
                </a:cubicBezTo>
                <a:cubicBezTo>
                  <a:pt x="11966922" y="3924861"/>
                  <a:pt x="11973238" y="3918546"/>
                  <a:pt x="11973238" y="3911082"/>
                </a:cubicBezTo>
                <a:cubicBezTo>
                  <a:pt x="11973238" y="3903618"/>
                  <a:pt x="11966922" y="3897302"/>
                  <a:pt x="11959457" y="3897302"/>
                </a:cubicBezTo>
                <a:close/>
                <a:moveTo>
                  <a:pt x="12205767" y="3947827"/>
                </a:moveTo>
                <a:cubicBezTo>
                  <a:pt x="12198303" y="3947827"/>
                  <a:pt x="12191987" y="3954143"/>
                  <a:pt x="12191987" y="3961607"/>
                </a:cubicBezTo>
                <a:cubicBezTo>
                  <a:pt x="12191987" y="3969071"/>
                  <a:pt x="12198303" y="3975386"/>
                  <a:pt x="12205767" y="3975386"/>
                </a:cubicBezTo>
                <a:cubicBezTo>
                  <a:pt x="12213230" y="3975386"/>
                  <a:pt x="12219546" y="3969071"/>
                  <a:pt x="12219546" y="3961607"/>
                </a:cubicBezTo>
                <a:cubicBezTo>
                  <a:pt x="12219546" y="3954143"/>
                  <a:pt x="12213230" y="3947827"/>
                  <a:pt x="12205767" y="3947827"/>
                </a:cubicBezTo>
                <a:close/>
                <a:moveTo>
                  <a:pt x="12144332" y="3947827"/>
                </a:moveTo>
                <a:cubicBezTo>
                  <a:pt x="12136869" y="3947827"/>
                  <a:pt x="12130553" y="3954143"/>
                  <a:pt x="12130553" y="3961607"/>
                </a:cubicBezTo>
                <a:cubicBezTo>
                  <a:pt x="12130553" y="3969071"/>
                  <a:pt x="12136869" y="3975386"/>
                  <a:pt x="12144332" y="3975386"/>
                </a:cubicBezTo>
                <a:cubicBezTo>
                  <a:pt x="12151796" y="3975386"/>
                  <a:pt x="12158112" y="3969071"/>
                  <a:pt x="12158112" y="3961607"/>
                </a:cubicBezTo>
                <a:cubicBezTo>
                  <a:pt x="12158112" y="3954143"/>
                  <a:pt x="12151796" y="3947827"/>
                  <a:pt x="12144332" y="3947827"/>
                </a:cubicBezTo>
                <a:close/>
                <a:moveTo>
                  <a:pt x="12144332" y="3897302"/>
                </a:moveTo>
                <a:cubicBezTo>
                  <a:pt x="12136869" y="3897302"/>
                  <a:pt x="12130553" y="3903618"/>
                  <a:pt x="12130553" y="3911082"/>
                </a:cubicBezTo>
                <a:cubicBezTo>
                  <a:pt x="12130553" y="3918546"/>
                  <a:pt x="12136869" y="3924861"/>
                  <a:pt x="12144332" y="3924861"/>
                </a:cubicBezTo>
                <a:cubicBezTo>
                  <a:pt x="12151796" y="3924861"/>
                  <a:pt x="12158112" y="3918546"/>
                  <a:pt x="12158112" y="3911082"/>
                </a:cubicBezTo>
                <a:cubicBezTo>
                  <a:pt x="12158112" y="3903618"/>
                  <a:pt x="12151796" y="3897302"/>
                  <a:pt x="12144332" y="3897302"/>
                </a:cubicBezTo>
                <a:close/>
                <a:moveTo>
                  <a:pt x="12082899" y="3897302"/>
                </a:moveTo>
                <a:cubicBezTo>
                  <a:pt x="12075435" y="3897302"/>
                  <a:pt x="12069120" y="3903618"/>
                  <a:pt x="12069120" y="3911082"/>
                </a:cubicBezTo>
                <a:cubicBezTo>
                  <a:pt x="12069120" y="3918546"/>
                  <a:pt x="12075435" y="3924861"/>
                  <a:pt x="12082899" y="3924861"/>
                </a:cubicBezTo>
                <a:cubicBezTo>
                  <a:pt x="12090363" y="3924861"/>
                  <a:pt x="12096679" y="3918546"/>
                  <a:pt x="12096679" y="3911082"/>
                </a:cubicBezTo>
                <a:cubicBezTo>
                  <a:pt x="12096679" y="3903618"/>
                  <a:pt x="12090363" y="3897302"/>
                  <a:pt x="12082899" y="3897302"/>
                </a:cubicBezTo>
                <a:close/>
                <a:moveTo>
                  <a:pt x="12021465" y="3897302"/>
                </a:moveTo>
                <a:cubicBezTo>
                  <a:pt x="12014001" y="3897302"/>
                  <a:pt x="12007687" y="3903618"/>
                  <a:pt x="12007687" y="3911082"/>
                </a:cubicBezTo>
                <a:cubicBezTo>
                  <a:pt x="12007687" y="3918546"/>
                  <a:pt x="12014001" y="3924861"/>
                  <a:pt x="12021465" y="3924861"/>
                </a:cubicBezTo>
                <a:cubicBezTo>
                  <a:pt x="12028930" y="3924861"/>
                  <a:pt x="12035244" y="3918546"/>
                  <a:pt x="12035244" y="3911082"/>
                </a:cubicBezTo>
                <a:cubicBezTo>
                  <a:pt x="12035244" y="3903618"/>
                  <a:pt x="12028930" y="3897302"/>
                  <a:pt x="12021465" y="3897302"/>
                </a:cubicBezTo>
                <a:close/>
                <a:moveTo>
                  <a:pt x="12082899" y="3947827"/>
                </a:moveTo>
                <a:cubicBezTo>
                  <a:pt x="12075435" y="3947827"/>
                  <a:pt x="12069120" y="3954143"/>
                  <a:pt x="12069120" y="3961607"/>
                </a:cubicBezTo>
                <a:cubicBezTo>
                  <a:pt x="12069120" y="3969071"/>
                  <a:pt x="12075435" y="3975386"/>
                  <a:pt x="12082899" y="3975386"/>
                </a:cubicBezTo>
                <a:cubicBezTo>
                  <a:pt x="12090363" y="3975386"/>
                  <a:pt x="12096679" y="3969071"/>
                  <a:pt x="12096679" y="3961607"/>
                </a:cubicBezTo>
                <a:cubicBezTo>
                  <a:pt x="12096679" y="3954143"/>
                  <a:pt x="12090363" y="3947827"/>
                  <a:pt x="12082899" y="3947827"/>
                </a:cubicBezTo>
                <a:close/>
                <a:moveTo>
                  <a:pt x="12205767" y="3897302"/>
                </a:moveTo>
                <a:cubicBezTo>
                  <a:pt x="12198303" y="3897302"/>
                  <a:pt x="12191987" y="3903618"/>
                  <a:pt x="12191987" y="3911082"/>
                </a:cubicBezTo>
                <a:cubicBezTo>
                  <a:pt x="12191987" y="3918546"/>
                  <a:pt x="12198303" y="3924861"/>
                  <a:pt x="12205767" y="3924861"/>
                </a:cubicBezTo>
                <a:cubicBezTo>
                  <a:pt x="12213230" y="3924861"/>
                  <a:pt x="12219546" y="3918546"/>
                  <a:pt x="12219546" y="3911082"/>
                </a:cubicBezTo>
                <a:cubicBezTo>
                  <a:pt x="12219546" y="3903618"/>
                  <a:pt x="12213230" y="3897302"/>
                  <a:pt x="12205767" y="3897302"/>
                </a:cubicBezTo>
                <a:close/>
                <a:moveTo>
                  <a:pt x="4565034" y="908299"/>
                </a:moveTo>
                <a:cubicBezTo>
                  <a:pt x="4572498" y="908299"/>
                  <a:pt x="4578813" y="901983"/>
                  <a:pt x="4578813" y="894519"/>
                </a:cubicBezTo>
                <a:cubicBezTo>
                  <a:pt x="4578813" y="887055"/>
                  <a:pt x="4572498" y="880740"/>
                  <a:pt x="4565034" y="880740"/>
                </a:cubicBezTo>
                <a:cubicBezTo>
                  <a:pt x="4557570" y="880740"/>
                  <a:pt x="4551254" y="887055"/>
                  <a:pt x="4551254" y="894519"/>
                </a:cubicBezTo>
                <a:cubicBezTo>
                  <a:pt x="4551254" y="901983"/>
                  <a:pt x="4557570" y="908299"/>
                  <a:pt x="4565034" y="908299"/>
                </a:cubicBezTo>
                <a:close/>
                <a:moveTo>
                  <a:pt x="4503600" y="857774"/>
                </a:moveTo>
                <a:cubicBezTo>
                  <a:pt x="4511064" y="857774"/>
                  <a:pt x="4517380" y="851458"/>
                  <a:pt x="4517380" y="843994"/>
                </a:cubicBezTo>
                <a:cubicBezTo>
                  <a:pt x="4517380" y="836531"/>
                  <a:pt x="4511064" y="830215"/>
                  <a:pt x="4503600" y="830215"/>
                </a:cubicBezTo>
                <a:cubicBezTo>
                  <a:pt x="4496136" y="830215"/>
                  <a:pt x="4489821" y="836531"/>
                  <a:pt x="4489821" y="843994"/>
                </a:cubicBezTo>
                <a:cubicBezTo>
                  <a:pt x="4489821" y="851458"/>
                  <a:pt x="4496136" y="857774"/>
                  <a:pt x="4503600" y="857774"/>
                </a:cubicBezTo>
                <a:close/>
                <a:moveTo>
                  <a:pt x="4503600" y="908299"/>
                </a:moveTo>
                <a:cubicBezTo>
                  <a:pt x="4511064" y="908299"/>
                  <a:pt x="4517380" y="901983"/>
                  <a:pt x="4517380" y="894519"/>
                </a:cubicBezTo>
                <a:cubicBezTo>
                  <a:pt x="4517380" y="887055"/>
                  <a:pt x="4511064" y="880740"/>
                  <a:pt x="4503600" y="880740"/>
                </a:cubicBezTo>
                <a:cubicBezTo>
                  <a:pt x="4496136" y="880740"/>
                  <a:pt x="4489821" y="887055"/>
                  <a:pt x="4489821" y="894519"/>
                </a:cubicBezTo>
                <a:cubicBezTo>
                  <a:pt x="4489821" y="901983"/>
                  <a:pt x="4496136" y="908299"/>
                  <a:pt x="4503600" y="908299"/>
                </a:cubicBezTo>
                <a:close/>
                <a:moveTo>
                  <a:pt x="4565034" y="857774"/>
                </a:moveTo>
                <a:cubicBezTo>
                  <a:pt x="4572498" y="857774"/>
                  <a:pt x="4578813" y="851458"/>
                  <a:pt x="4578813" y="843994"/>
                </a:cubicBezTo>
                <a:cubicBezTo>
                  <a:pt x="4578813" y="836531"/>
                  <a:pt x="4572498" y="830215"/>
                  <a:pt x="4565034" y="830215"/>
                </a:cubicBezTo>
                <a:cubicBezTo>
                  <a:pt x="4557570" y="830215"/>
                  <a:pt x="4551254" y="836531"/>
                  <a:pt x="4551254" y="843994"/>
                </a:cubicBezTo>
                <a:cubicBezTo>
                  <a:pt x="4551254" y="851458"/>
                  <a:pt x="4557570" y="857774"/>
                  <a:pt x="4565034" y="857774"/>
                </a:cubicBezTo>
                <a:close/>
                <a:moveTo>
                  <a:pt x="4687901" y="857774"/>
                </a:moveTo>
                <a:cubicBezTo>
                  <a:pt x="4695365" y="857774"/>
                  <a:pt x="4701680" y="851458"/>
                  <a:pt x="4701680" y="843994"/>
                </a:cubicBezTo>
                <a:cubicBezTo>
                  <a:pt x="4701680" y="836531"/>
                  <a:pt x="4695365" y="830215"/>
                  <a:pt x="4687901" y="830215"/>
                </a:cubicBezTo>
                <a:cubicBezTo>
                  <a:pt x="4680437" y="830215"/>
                  <a:pt x="4674121" y="836531"/>
                  <a:pt x="4674121" y="843994"/>
                </a:cubicBezTo>
                <a:cubicBezTo>
                  <a:pt x="4674121" y="851458"/>
                  <a:pt x="4680437" y="857774"/>
                  <a:pt x="4687901" y="857774"/>
                </a:cubicBezTo>
                <a:close/>
                <a:moveTo>
                  <a:pt x="4626467" y="857774"/>
                </a:moveTo>
                <a:cubicBezTo>
                  <a:pt x="4633931" y="857774"/>
                  <a:pt x="4640247" y="851458"/>
                  <a:pt x="4640247" y="843994"/>
                </a:cubicBezTo>
                <a:cubicBezTo>
                  <a:pt x="4640247" y="836531"/>
                  <a:pt x="4633931" y="830215"/>
                  <a:pt x="4626467" y="830215"/>
                </a:cubicBezTo>
                <a:cubicBezTo>
                  <a:pt x="4619004" y="830215"/>
                  <a:pt x="4612688" y="836531"/>
                  <a:pt x="4612688" y="843994"/>
                </a:cubicBezTo>
                <a:cubicBezTo>
                  <a:pt x="4612688" y="851458"/>
                  <a:pt x="4619004" y="857774"/>
                  <a:pt x="4626467" y="857774"/>
                </a:cubicBezTo>
                <a:close/>
                <a:moveTo>
                  <a:pt x="4687901" y="908299"/>
                </a:moveTo>
                <a:cubicBezTo>
                  <a:pt x="4695365" y="908299"/>
                  <a:pt x="4701680" y="901983"/>
                  <a:pt x="4701680" y="894519"/>
                </a:cubicBezTo>
                <a:cubicBezTo>
                  <a:pt x="4701680" y="887055"/>
                  <a:pt x="4695365" y="880740"/>
                  <a:pt x="4687901" y="880740"/>
                </a:cubicBezTo>
                <a:cubicBezTo>
                  <a:pt x="4680437" y="880740"/>
                  <a:pt x="4674121" y="887055"/>
                  <a:pt x="4674121" y="894519"/>
                </a:cubicBezTo>
                <a:cubicBezTo>
                  <a:pt x="4674121" y="901983"/>
                  <a:pt x="4680437" y="908299"/>
                  <a:pt x="4687901" y="908299"/>
                </a:cubicBezTo>
                <a:close/>
                <a:moveTo>
                  <a:pt x="4626467" y="908299"/>
                </a:moveTo>
                <a:cubicBezTo>
                  <a:pt x="4633931" y="908299"/>
                  <a:pt x="4640247" y="901983"/>
                  <a:pt x="4640247" y="894519"/>
                </a:cubicBezTo>
                <a:cubicBezTo>
                  <a:pt x="4640247" y="887055"/>
                  <a:pt x="4633931" y="880740"/>
                  <a:pt x="4626467" y="880740"/>
                </a:cubicBezTo>
                <a:cubicBezTo>
                  <a:pt x="4619004" y="880740"/>
                  <a:pt x="4612688" y="887055"/>
                  <a:pt x="4612688" y="894519"/>
                </a:cubicBezTo>
                <a:cubicBezTo>
                  <a:pt x="4612688" y="901983"/>
                  <a:pt x="4619004" y="908299"/>
                  <a:pt x="4626467" y="908299"/>
                </a:cubicBezTo>
                <a:close/>
                <a:moveTo>
                  <a:pt x="4441592" y="908299"/>
                </a:moveTo>
                <a:cubicBezTo>
                  <a:pt x="4449056" y="908299"/>
                  <a:pt x="4455372" y="901983"/>
                  <a:pt x="4455372" y="894519"/>
                </a:cubicBezTo>
                <a:cubicBezTo>
                  <a:pt x="4455372" y="887055"/>
                  <a:pt x="4449056" y="880740"/>
                  <a:pt x="4441592" y="880740"/>
                </a:cubicBezTo>
                <a:cubicBezTo>
                  <a:pt x="4434129" y="880740"/>
                  <a:pt x="4427813" y="887055"/>
                  <a:pt x="4427813" y="894519"/>
                </a:cubicBezTo>
                <a:cubicBezTo>
                  <a:pt x="4427813" y="901983"/>
                  <a:pt x="4434129" y="908299"/>
                  <a:pt x="4441592" y="908299"/>
                </a:cubicBezTo>
                <a:close/>
                <a:moveTo>
                  <a:pt x="4441592" y="857774"/>
                </a:moveTo>
                <a:cubicBezTo>
                  <a:pt x="4449056" y="857774"/>
                  <a:pt x="4455372" y="851458"/>
                  <a:pt x="4455372" y="843994"/>
                </a:cubicBezTo>
                <a:cubicBezTo>
                  <a:pt x="4455372" y="836531"/>
                  <a:pt x="4449056" y="830215"/>
                  <a:pt x="4441592" y="830215"/>
                </a:cubicBezTo>
                <a:cubicBezTo>
                  <a:pt x="4434129" y="830215"/>
                  <a:pt x="4427813" y="836531"/>
                  <a:pt x="4427813" y="843994"/>
                </a:cubicBezTo>
                <a:cubicBezTo>
                  <a:pt x="4427813" y="851458"/>
                  <a:pt x="4434129" y="857774"/>
                  <a:pt x="4441592" y="857774"/>
                </a:cubicBezTo>
                <a:close/>
                <a:moveTo>
                  <a:pt x="4687901" y="755576"/>
                </a:moveTo>
                <a:cubicBezTo>
                  <a:pt x="4695365" y="755576"/>
                  <a:pt x="4701680" y="749260"/>
                  <a:pt x="4701680" y="741797"/>
                </a:cubicBezTo>
                <a:cubicBezTo>
                  <a:pt x="4701680" y="734333"/>
                  <a:pt x="4695365" y="728017"/>
                  <a:pt x="4687901" y="728017"/>
                </a:cubicBezTo>
                <a:cubicBezTo>
                  <a:pt x="4680437" y="728017"/>
                  <a:pt x="4674121" y="734333"/>
                  <a:pt x="4674121" y="741797"/>
                </a:cubicBezTo>
                <a:cubicBezTo>
                  <a:pt x="4674121" y="749260"/>
                  <a:pt x="4680437" y="755576"/>
                  <a:pt x="4687901" y="755576"/>
                </a:cubicBezTo>
                <a:close/>
                <a:moveTo>
                  <a:pt x="4565034" y="755576"/>
                </a:moveTo>
                <a:cubicBezTo>
                  <a:pt x="4572498" y="755576"/>
                  <a:pt x="4578813" y="749260"/>
                  <a:pt x="4578813" y="741797"/>
                </a:cubicBezTo>
                <a:cubicBezTo>
                  <a:pt x="4578813" y="734333"/>
                  <a:pt x="4572498" y="728017"/>
                  <a:pt x="4565034" y="728017"/>
                </a:cubicBezTo>
                <a:cubicBezTo>
                  <a:pt x="4557570" y="728017"/>
                  <a:pt x="4551254" y="734333"/>
                  <a:pt x="4551254" y="741797"/>
                </a:cubicBezTo>
                <a:cubicBezTo>
                  <a:pt x="4551254" y="749260"/>
                  <a:pt x="4557570" y="755576"/>
                  <a:pt x="4565034" y="755576"/>
                </a:cubicBezTo>
                <a:close/>
                <a:moveTo>
                  <a:pt x="4565034" y="806675"/>
                </a:moveTo>
                <a:cubicBezTo>
                  <a:pt x="4572498" y="806675"/>
                  <a:pt x="4578813" y="800359"/>
                  <a:pt x="4578813" y="792896"/>
                </a:cubicBezTo>
                <a:cubicBezTo>
                  <a:pt x="4578813" y="785432"/>
                  <a:pt x="4572498" y="779116"/>
                  <a:pt x="4565034" y="779116"/>
                </a:cubicBezTo>
                <a:cubicBezTo>
                  <a:pt x="4557570" y="779116"/>
                  <a:pt x="4551254" y="785432"/>
                  <a:pt x="4551254" y="792896"/>
                </a:cubicBezTo>
                <a:cubicBezTo>
                  <a:pt x="4551254" y="800359"/>
                  <a:pt x="4557570" y="806675"/>
                  <a:pt x="4565034" y="806675"/>
                </a:cubicBezTo>
                <a:close/>
                <a:moveTo>
                  <a:pt x="4626467" y="755576"/>
                </a:moveTo>
                <a:cubicBezTo>
                  <a:pt x="4633931" y="755576"/>
                  <a:pt x="4640247" y="749260"/>
                  <a:pt x="4640247" y="741797"/>
                </a:cubicBezTo>
                <a:cubicBezTo>
                  <a:pt x="4640247" y="734333"/>
                  <a:pt x="4633931" y="728017"/>
                  <a:pt x="4626467" y="728017"/>
                </a:cubicBezTo>
                <a:cubicBezTo>
                  <a:pt x="4619004" y="728017"/>
                  <a:pt x="4612688" y="734333"/>
                  <a:pt x="4612688" y="741797"/>
                </a:cubicBezTo>
                <a:cubicBezTo>
                  <a:pt x="4612688" y="749260"/>
                  <a:pt x="4619004" y="755576"/>
                  <a:pt x="4626467" y="755576"/>
                </a:cubicBezTo>
                <a:close/>
                <a:moveTo>
                  <a:pt x="4687901" y="806675"/>
                </a:moveTo>
                <a:cubicBezTo>
                  <a:pt x="4695365" y="806675"/>
                  <a:pt x="4701680" y="800359"/>
                  <a:pt x="4701680" y="792896"/>
                </a:cubicBezTo>
                <a:cubicBezTo>
                  <a:pt x="4701680" y="785432"/>
                  <a:pt x="4695365" y="779116"/>
                  <a:pt x="4687901" y="779116"/>
                </a:cubicBezTo>
                <a:cubicBezTo>
                  <a:pt x="4680437" y="779116"/>
                  <a:pt x="4674121" y="785432"/>
                  <a:pt x="4674121" y="792896"/>
                </a:cubicBezTo>
                <a:cubicBezTo>
                  <a:pt x="4674121" y="800359"/>
                  <a:pt x="4680437" y="806675"/>
                  <a:pt x="4687901" y="806675"/>
                </a:cubicBezTo>
                <a:close/>
                <a:moveTo>
                  <a:pt x="4626467" y="806675"/>
                </a:moveTo>
                <a:cubicBezTo>
                  <a:pt x="4633931" y="806675"/>
                  <a:pt x="4640247" y="800359"/>
                  <a:pt x="4640247" y="792896"/>
                </a:cubicBezTo>
                <a:cubicBezTo>
                  <a:pt x="4640247" y="785432"/>
                  <a:pt x="4633931" y="779116"/>
                  <a:pt x="4626467" y="779116"/>
                </a:cubicBezTo>
                <a:cubicBezTo>
                  <a:pt x="4619004" y="779116"/>
                  <a:pt x="4612688" y="785432"/>
                  <a:pt x="4612688" y="792896"/>
                </a:cubicBezTo>
                <a:cubicBezTo>
                  <a:pt x="4612688" y="800359"/>
                  <a:pt x="4619004" y="806675"/>
                  <a:pt x="4626467" y="806675"/>
                </a:cubicBezTo>
                <a:close/>
                <a:moveTo>
                  <a:pt x="4441592" y="806675"/>
                </a:moveTo>
                <a:cubicBezTo>
                  <a:pt x="4449056" y="806675"/>
                  <a:pt x="4455372" y="800359"/>
                  <a:pt x="4455372" y="792896"/>
                </a:cubicBezTo>
                <a:cubicBezTo>
                  <a:pt x="4455372" y="785432"/>
                  <a:pt x="4449056" y="779116"/>
                  <a:pt x="4441592" y="779116"/>
                </a:cubicBezTo>
                <a:cubicBezTo>
                  <a:pt x="4434129" y="779116"/>
                  <a:pt x="4427813" y="785432"/>
                  <a:pt x="4427813" y="792896"/>
                </a:cubicBezTo>
                <a:cubicBezTo>
                  <a:pt x="4427813" y="800359"/>
                  <a:pt x="4434129" y="806675"/>
                  <a:pt x="4441592" y="806675"/>
                </a:cubicBezTo>
                <a:close/>
                <a:moveTo>
                  <a:pt x="4441592" y="755576"/>
                </a:moveTo>
                <a:cubicBezTo>
                  <a:pt x="4449056" y="755576"/>
                  <a:pt x="4455372" y="749260"/>
                  <a:pt x="4455372" y="741797"/>
                </a:cubicBezTo>
                <a:cubicBezTo>
                  <a:pt x="4455372" y="734333"/>
                  <a:pt x="4449056" y="728017"/>
                  <a:pt x="4441592" y="728017"/>
                </a:cubicBezTo>
                <a:cubicBezTo>
                  <a:pt x="4434129" y="728017"/>
                  <a:pt x="4427813" y="734333"/>
                  <a:pt x="4427813" y="741797"/>
                </a:cubicBezTo>
                <a:cubicBezTo>
                  <a:pt x="4427813" y="749260"/>
                  <a:pt x="4434129" y="755576"/>
                  <a:pt x="4441592" y="755576"/>
                </a:cubicBezTo>
                <a:close/>
                <a:moveTo>
                  <a:pt x="4503600" y="755576"/>
                </a:moveTo>
                <a:cubicBezTo>
                  <a:pt x="4511064" y="755576"/>
                  <a:pt x="4517380" y="749260"/>
                  <a:pt x="4517380" y="741797"/>
                </a:cubicBezTo>
                <a:cubicBezTo>
                  <a:pt x="4517380" y="734333"/>
                  <a:pt x="4511064" y="728017"/>
                  <a:pt x="4503600" y="728017"/>
                </a:cubicBezTo>
                <a:cubicBezTo>
                  <a:pt x="4496136" y="728017"/>
                  <a:pt x="4489821" y="734333"/>
                  <a:pt x="4489821" y="741797"/>
                </a:cubicBezTo>
                <a:cubicBezTo>
                  <a:pt x="4489821" y="749260"/>
                  <a:pt x="4496136" y="755576"/>
                  <a:pt x="4503600" y="755576"/>
                </a:cubicBezTo>
                <a:close/>
                <a:moveTo>
                  <a:pt x="4503600" y="806675"/>
                </a:moveTo>
                <a:cubicBezTo>
                  <a:pt x="4511064" y="806675"/>
                  <a:pt x="4517380" y="800359"/>
                  <a:pt x="4517380" y="792896"/>
                </a:cubicBezTo>
                <a:cubicBezTo>
                  <a:pt x="4517380" y="785432"/>
                  <a:pt x="4511064" y="779116"/>
                  <a:pt x="4503600" y="779116"/>
                </a:cubicBezTo>
                <a:cubicBezTo>
                  <a:pt x="4496136" y="779116"/>
                  <a:pt x="4489821" y="785432"/>
                  <a:pt x="4489821" y="792896"/>
                </a:cubicBezTo>
                <a:cubicBezTo>
                  <a:pt x="4489821" y="800359"/>
                  <a:pt x="4496136" y="806675"/>
                  <a:pt x="4503600" y="806675"/>
                </a:cubicBezTo>
                <a:close/>
                <a:moveTo>
                  <a:pt x="13316164" y="4210786"/>
                </a:moveTo>
                <a:lnTo>
                  <a:pt x="13408028" y="4210786"/>
                </a:lnTo>
                <a:cubicBezTo>
                  <a:pt x="13431568" y="4210786"/>
                  <a:pt x="13451089" y="4191265"/>
                  <a:pt x="13451089" y="4167725"/>
                </a:cubicBezTo>
                <a:lnTo>
                  <a:pt x="13451089" y="4075288"/>
                </a:lnTo>
                <a:cubicBezTo>
                  <a:pt x="13451089" y="4051747"/>
                  <a:pt x="13431568" y="4032227"/>
                  <a:pt x="13408028" y="4032227"/>
                </a:cubicBezTo>
                <a:lnTo>
                  <a:pt x="13316164" y="4032227"/>
                </a:lnTo>
                <a:cubicBezTo>
                  <a:pt x="13292624" y="4032227"/>
                  <a:pt x="13273103" y="4051747"/>
                  <a:pt x="13273103" y="4075288"/>
                </a:cubicBezTo>
                <a:lnTo>
                  <a:pt x="13273103" y="4167725"/>
                </a:lnTo>
                <a:cubicBezTo>
                  <a:pt x="13273103" y="4191265"/>
                  <a:pt x="13292624" y="4210786"/>
                  <a:pt x="13316164" y="4210786"/>
                </a:cubicBezTo>
                <a:close/>
                <a:moveTo>
                  <a:pt x="13283438" y="4075862"/>
                </a:moveTo>
                <a:cubicBezTo>
                  <a:pt x="13283438" y="4058063"/>
                  <a:pt x="13298365" y="4043135"/>
                  <a:pt x="13316164" y="4043135"/>
                </a:cubicBezTo>
                <a:lnTo>
                  <a:pt x="13408028" y="4043135"/>
                </a:lnTo>
                <a:cubicBezTo>
                  <a:pt x="13425827" y="4043135"/>
                  <a:pt x="13440754" y="4057489"/>
                  <a:pt x="13440754" y="4075862"/>
                </a:cubicBezTo>
                <a:lnTo>
                  <a:pt x="13440754" y="4168299"/>
                </a:lnTo>
                <a:cubicBezTo>
                  <a:pt x="13440754" y="4186098"/>
                  <a:pt x="13425827" y="4201025"/>
                  <a:pt x="13408028" y="4201025"/>
                </a:cubicBezTo>
                <a:lnTo>
                  <a:pt x="13316164" y="4201025"/>
                </a:lnTo>
                <a:cubicBezTo>
                  <a:pt x="13298365" y="4201025"/>
                  <a:pt x="13283438" y="4186672"/>
                  <a:pt x="13283438" y="4168299"/>
                </a:cubicBezTo>
                <a:lnTo>
                  <a:pt x="13283438" y="4075862"/>
                </a:lnTo>
                <a:close/>
                <a:moveTo>
                  <a:pt x="13049761" y="4210786"/>
                </a:moveTo>
                <a:lnTo>
                  <a:pt x="13141625" y="4210786"/>
                </a:lnTo>
                <a:cubicBezTo>
                  <a:pt x="13165164" y="4210786"/>
                  <a:pt x="13184685" y="4191265"/>
                  <a:pt x="13184685" y="4167725"/>
                </a:cubicBezTo>
                <a:lnTo>
                  <a:pt x="13184685" y="4075288"/>
                </a:lnTo>
                <a:cubicBezTo>
                  <a:pt x="13184685" y="4051747"/>
                  <a:pt x="13165164" y="4032227"/>
                  <a:pt x="13141625" y="4032227"/>
                </a:cubicBezTo>
                <a:lnTo>
                  <a:pt x="13049761" y="4032227"/>
                </a:lnTo>
                <a:cubicBezTo>
                  <a:pt x="13026221" y="4032227"/>
                  <a:pt x="13006700" y="4051747"/>
                  <a:pt x="13006700" y="4075288"/>
                </a:cubicBezTo>
                <a:lnTo>
                  <a:pt x="13006700" y="4167725"/>
                </a:lnTo>
                <a:cubicBezTo>
                  <a:pt x="13006700" y="4191265"/>
                  <a:pt x="13026221" y="4210786"/>
                  <a:pt x="13049761" y="4210786"/>
                </a:cubicBezTo>
                <a:close/>
                <a:moveTo>
                  <a:pt x="13017034" y="4075862"/>
                </a:moveTo>
                <a:cubicBezTo>
                  <a:pt x="13017034" y="4058063"/>
                  <a:pt x="13031962" y="4043135"/>
                  <a:pt x="13049761" y="4043135"/>
                </a:cubicBezTo>
                <a:lnTo>
                  <a:pt x="13141625" y="4043135"/>
                </a:lnTo>
                <a:cubicBezTo>
                  <a:pt x="13159422" y="4043135"/>
                  <a:pt x="13174351" y="4057489"/>
                  <a:pt x="13174351" y="4075862"/>
                </a:cubicBezTo>
                <a:lnTo>
                  <a:pt x="13174351" y="4168299"/>
                </a:lnTo>
                <a:cubicBezTo>
                  <a:pt x="13174351" y="4186098"/>
                  <a:pt x="13159422" y="4201025"/>
                  <a:pt x="13141625" y="4201025"/>
                </a:cubicBezTo>
                <a:lnTo>
                  <a:pt x="13049761" y="4201025"/>
                </a:lnTo>
                <a:cubicBezTo>
                  <a:pt x="13031962" y="4201025"/>
                  <a:pt x="13017034" y="4186672"/>
                  <a:pt x="13017034" y="4168299"/>
                </a:cubicBezTo>
                <a:lnTo>
                  <a:pt x="13017034" y="4075862"/>
                </a:lnTo>
                <a:close/>
                <a:moveTo>
                  <a:pt x="13049761" y="3944382"/>
                </a:moveTo>
                <a:lnTo>
                  <a:pt x="13141625" y="3944382"/>
                </a:lnTo>
                <a:cubicBezTo>
                  <a:pt x="13165164" y="3944382"/>
                  <a:pt x="13184685" y="3924861"/>
                  <a:pt x="13184685" y="3901321"/>
                </a:cubicBezTo>
                <a:lnTo>
                  <a:pt x="13184685" y="3809458"/>
                </a:lnTo>
                <a:cubicBezTo>
                  <a:pt x="13184685" y="3785918"/>
                  <a:pt x="13165164" y="3766397"/>
                  <a:pt x="13141625" y="3766397"/>
                </a:cubicBezTo>
                <a:lnTo>
                  <a:pt x="13049761" y="3766397"/>
                </a:lnTo>
                <a:cubicBezTo>
                  <a:pt x="13026221" y="3766397"/>
                  <a:pt x="13006700" y="3785918"/>
                  <a:pt x="13006700" y="3809458"/>
                </a:cubicBezTo>
                <a:lnTo>
                  <a:pt x="13006700" y="3901321"/>
                </a:lnTo>
                <a:cubicBezTo>
                  <a:pt x="13006700" y="3924861"/>
                  <a:pt x="13026221" y="3944382"/>
                  <a:pt x="13049761" y="3944382"/>
                </a:cubicBezTo>
                <a:close/>
                <a:moveTo>
                  <a:pt x="13017034" y="3809458"/>
                </a:moveTo>
                <a:cubicBezTo>
                  <a:pt x="13017034" y="3791659"/>
                  <a:pt x="13031962" y="3776732"/>
                  <a:pt x="13049761" y="3776732"/>
                </a:cubicBezTo>
                <a:lnTo>
                  <a:pt x="13141625" y="3776732"/>
                </a:lnTo>
                <a:cubicBezTo>
                  <a:pt x="13159422" y="3776732"/>
                  <a:pt x="13174351" y="3791659"/>
                  <a:pt x="13174351" y="3809458"/>
                </a:cubicBezTo>
                <a:lnTo>
                  <a:pt x="13174351" y="3901321"/>
                </a:lnTo>
                <a:cubicBezTo>
                  <a:pt x="13174351" y="3919120"/>
                  <a:pt x="13159422" y="3934047"/>
                  <a:pt x="13141625" y="3934047"/>
                </a:cubicBezTo>
                <a:lnTo>
                  <a:pt x="13049761" y="3934047"/>
                </a:lnTo>
                <a:cubicBezTo>
                  <a:pt x="13031962" y="3934047"/>
                  <a:pt x="13017034" y="3919120"/>
                  <a:pt x="13017034" y="3901321"/>
                </a:cubicBezTo>
                <a:lnTo>
                  <a:pt x="13017034" y="3809458"/>
                </a:lnTo>
                <a:close/>
                <a:moveTo>
                  <a:pt x="13316164" y="3944382"/>
                </a:moveTo>
                <a:lnTo>
                  <a:pt x="13408028" y="3944382"/>
                </a:lnTo>
                <a:cubicBezTo>
                  <a:pt x="13431568" y="3944382"/>
                  <a:pt x="13451089" y="3924861"/>
                  <a:pt x="13451089" y="3901321"/>
                </a:cubicBezTo>
                <a:lnTo>
                  <a:pt x="13451089" y="3809458"/>
                </a:lnTo>
                <a:cubicBezTo>
                  <a:pt x="13451089" y="3785918"/>
                  <a:pt x="13431568" y="3766397"/>
                  <a:pt x="13408028" y="3766397"/>
                </a:cubicBezTo>
                <a:lnTo>
                  <a:pt x="13316164" y="3766397"/>
                </a:lnTo>
                <a:cubicBezTo>
                  <a:pt x="13292624" y="3766397"/>
                  <a:pt x="13273103" y="3785918"/>
                  <a:pt x="13273103" y="3809458"/>
                </a:cubicBezTo>
                <a:lnTo>
                  <a:pt x="13273103" y="3901321"/>
                </a:lnTo>
                <a:cubicBezTo>
                  <a:pt x="13273103" y="3924861"/>
                  <a:pt x="13292624" y="3944382"/>
                  <a:pt x="13316164" y="3944382"/>
                </a:cubicBezTo>
                <a:close/>
                <a:moveTo>
                  <a:pt x="13283438" y="3809458"/>
                </a:moveTo>
                <a:cubicBezTo>
                  <a:pt x="13283438" y="3791659"/>
                  <a:pt x="13298365" y="3776732"/>
                  <a:pt x="13316164" y="3776732"/>
                </a:cubicBezTo>
                <a:lnTo>
                  <a:pt x="13408028" y="3776732"/>
                </a:lnTo>
                <a:cubicBezTo>
                  <a:pt x="13425827" y="3776732"/>
                  <a:pt x="13440754" y="3791659"/>
                  <a:pt x="13440754" y="3809458"/>
                </a:cubicBezTo>
                <a:lnTo>
                  <a:pt x="13440754" y="3901321"/>
                </a:lnTo>
                <a:cubicBezTo>
                  <a:pt x="13440754" y="3919120"/>
                  <a:pt x="13425827" y="3934047"/>
                  <a:pt x="13408028" y="3934047"/>
                </a:cubicBezTo>
                <a:lnTo>
                  <a:pt x="13316164" y="3934047"/>
                </a:lnTo>
                <a:cubicBezTo>
                  <a:pt x="13298365" y="3934047"/>
                  <a:pt x="13283438" y="3919120"/>
                  <a:pt x="13283438" y="3901321"/>
                </a:cubicBezTo>
                <a:lnTo>
                  <a:pt x="13283438" y="3809458"/>
                </a:lnTo>
                <a:close/>
                <a:moveTo>
                  <a:pt x="532233" y="748686"/>
                </a:moveTo>
                <a:lnTo>
                  <a:pt x="439796" y="748686"/>
                </a:lnTo>
                <a:cubicBezTo>
                  <a:pt x="416256" y="748686"/>
                  <a:pt x="396735" y="768207"/>
                  <a:pt x="396735" y="791747"/>
                </a:cubicBezTo>
                <a:lnTo>
                  <a:pt x="396735" y="884185"/>
                </a:lnTo>
                <a:cubicBezTo>
                  <a:pt x="396735" y="907725"/>
                  <a:pt x="416256" y="927246"/>
                  <a:pt x="439796" y="927246"/>
                </a:cubicBezTo>
                <a:lnTo>
                  <a:pt x="532233" y="927246"/>
                </a:lnTo>
                <a:cubicBezTo>
                  <a:pt x="555773" y="927246"/>
                  <a:pt x="575294" y="907725"/>
                  <a:pt x="575294" y="884185"/>
                </a:cubicBezTo>
                <a:lnTo>
                  <a:pt x="575294" y="791747"/>
                </a:lnTo>
                <a:cubicBezTo>
                  <a:pt x="575294" y="768207"/>
                  <a:pt x="555773" y="748686"/>
                  <a:pt x="532233" y="748686"/>
                </a:cubicBezTo>
                <a:close/>
                <a:moveTo>
                  <a:pt x="564960" y="884185"/>
                </a:moveTo>
                <a:cubicBezTo>
                  <a:pt x="564960" y="901983"/>
                  <a:pt x="550032" y="916911"/>
                  <a:pt x="532233" y="916911"/>
                </a:cubicBezTo>
                <a:lnTo>
                  <a:pt x="439796" y="916911"/>
                </a:lnTo>
                <a:cubicBezTo>
                  <a:pt x="421997" y="916911"/>
                  <a:pt x="407069" y="901983"/>
                  <a:pt x="407069" y="884185"/>
                </a:cubicBezTo>
                <a:lnTo>
                  <a:pt x="407069" y="791747"/>
                </a:lnTo>
                <a:cubicBezTo>
                  <a:pt x="407069" y="773949"/>
                  <a:pt x="421997" y="759021"/>
                  <a:pt x="439796" y="759021"/>
                </a:cubicBezTo>
                <a:lnTo>
                  <a:pt x="532233" y="759021"/>
                </a:lnTo>
                <a:cubicBezTo>
                  <a:pt x="550032" y="759021"/>
                  <a:pt x="564960" y="773949"/>
                  <a:pt x="564960" y="791747"/>
                </a:cubicBezTo>
                <a:lnTo>
                  <a:pt x="564960" y="884185"/>
                </a:lnTo>
                <a:close/>
                <a:moveTo>
                  <a:pt x="706774" y="927246"/>
                </a:moveTo>
                <a:lnTo>
                  <a:pt x="799211" y="927246"/>
                </a:lnTo>
                <a:cubicBezTo>
                  <a:pt x="822751" y="927246"/>
                  <a:pt x="842272" y="907725"/>
                  <a:pt x="842272" y="884185"/>
                </a:cubicBezTo>
                <a:lnTo>
                  <a:pt x="842272" y="791747"/>
                </a:lnTo>
                <a:cubicBezTo>
                  <a:pt x="842272" y="768207"/>
                  <a:pt x="822751" y="748686"/>
                  <a:pt x="799211" y="748686"/>
                </a:cubicBezTo>
                <a:lnTo>
                  <a:pt x="706774" y="748686"/>
                </a:lnTo>
                <a:cubicBezTo>
                  <a:pt x="683234" y="748686"/>
                  <a:pt x="663713" y="768207"/>
                  <a:pt x="663713" y="791747"/>
                </a:cubicBezTo>
                <a:lnTo>
                  <a:pt x="663713" y="884185"/>
                </a:lnTo>
                <a:cubicBezTo>
                  <a:pt x="663713" y="907725"/>
                  <a:pt x="683234" y="927246"/>
                  <a:pt x="706774" y="927246"/>
                </a:cubicBezTo>
                <a:close/>
                <a:moveTo>
                  <a:pt x="674047" y="791747"/>
                </a:moveTo>
                <a:cubicBezTo>
                  <a:pt x="674047" y="773949"/>
                  <a:pt x="688975" y="759021"/>
                  <a:pt x="706774" y="759021"/>
                </a:cubicBezTo>
                <a:lnTo>
                  <a:pt x="799211" y="759021"/>
                </a:lnTo>
                <a:cubicBezTo>
                  <a:pt x="817010" y="759021"/>
                  <a:pt x="831937" y="773949"/>
                  <a:pt x="831937" y="791747"/>
                </a:cubicBezTo>
                <a:lnTo>
                  <a:pt x="831937" y="884185"/>
                </a:lnTo>
                <a:cubicBezTo>
                  <a:pt x="831937" y="901983"/>
                  <a:pt x="817010" y="916911"/>
                  <a:pt x="799211" y="916911"/>
                </a:cubicBezTo>
                <a:lnTo>
                  <a:pt x="706774" y="916911"/>
                </a:lnTo>
                <a:cubicBezTo>
                  <a:pt x="688975" y="916911"/>
                  <a:pt x="674047" y="901983"/>
                  <a:pt x="674047" y="884185"/>
                </a:cubicBezTo>
                <a:lnTo>
                  <a:pt x="674047" y="791747"/>
                </a:lnTo>
                <a:close/>
                <a:moveTo>
                  <a:pt x="532233" y="1015090"/>
                </a:moveTo>
                <a:lnTo>
                  <a:pt x="439796" y="1015090"/>
                </a:lnTo>
                <a:cubicBezTo>
                  <a:pt x="416256" y="1015090"/>
                  <a:pt x="396735" y="1034611"/>
                  <a:pt x="396735" y="1058151"/>
                </a:cubicBezTo>
                <a:lnTo>
                  <a:pt x="396735" y="1150588"/>
                </a:lnTo>
                <a:cubicBezTo>
                  <a:pt x="396735" y="1174128"/>
                  <a:pt x="416256" y="1193649"/>
                  <a:pt x="439796" y="1193649"/>
                </a:cubicBezTo>
                <a:lnTo>
                  <a:pt x="532233" y="1193649"/>
                </a:lnTo>
                <a:cubicBezTo>
                  <a:pt x="555773" y="1193649"/>
                  <a:pt x="575294" y="1174128"/>
                  <a:pt x="575294" y="1150588"/>
                </a:cubicBezTo>
                <a:lnTo>
                  <a:pt x="575294" y="1058151"/>
                </a:lnTo>
                <a:cubicBezTo>
                  <a:pt x="575294" y="1034611"/>
                  <a:pt x="555773" y="1015090"/>
                  <a:pt x="532233" y="1015090"/>
                </a:cubicBezTo>
                <a:close/>
                <a:moveTo>
                  <a:pt x="564960" y="1150588"/>
                </a:moveTo>
                <a:cubicBezTo>
                  <a:pt x="564960" y="1168387"/>
                  <a:pt x="550032" y="1183315"/>
                  <a:pt x="532233" y="1183315"/>
                </a:cubicBezTo>
                <a:lnTo>
                  <a:pt x="439796" y="1183315"/>
                </a:lnTo>
                <a:cubicBezTo>
                  <a:pt x="421997" y="1183315"/>
                  <a:pt x="407069" y="1168387"/>
                  <a:pt x="407069" y="1150588"/>
                </a:cubicBezTo>
                <a:lnTo>
                  <a:pt x="407069" y="1058151"/>
                </a:lnTo>
                <a:cubicBezTo>
                  <a:pt x="407069" y="1040352"/>
                  <a:pt x="421997" y="1025425"/>
                  <a:pt x="439796" y="1025425"/>
                </a:cubicBezTo>
                <a:lnTo>
                  <a:pt x="532233" y="1025425"/>
                </a:lnTo>
                <a:cubicBezTo>
                  <a:pt x="550032" y="1025425"/>
                  <a:pt x="564960" y="1040352"/>
                  <a:pt x="564960" y="1058151"/>
                </a:cubicBezTo>
                <a:lnTo>
                  <a:pt x="564960" y="1150588"/>
                </a:lnTo>
                <a:close/>
                <a:moveTo>
                  <a:pt x="706774" y="1193649"/>
                </a:moveTo>
                <a:lnTo>
                  <a:pt x="799211" y="1193649"/>
                </a:lnTo>
                <a:cubicBezTo>
                  <a:pt x="822751" y="1193649"/>
                  <a:pt x="842272" y="1174128"/>
                  <a:pt x="842272" y="1150588"/>
                </a:cubicBezTo>
                <a:lnTo>
                  <a:pt x="842272" y="1058151"/>
                </a:lnTo>
                <a:cubicBezTo>
                  <a:pt x="842272" y="1034611"/>
                  <a:pt x="822751" y="1015090"/>
                  <a:pt x="799211" y="1015090"/>
                </a:cubicBezTo>
                <a:lnTo>
                  <a:pt x="706774" y="1015090"/>
                </a:lnTo>
                <a:cubicBezTo>
                  <a:pt x="683234" y="1015090"/>
                  <a:pt x="663713" y="1034611"/>
                  <a:pt x="663713" y="1058151"/>
                </a:cubicBezTo>
                <a:lnTo>
                  <a:pt x="663713" y="1150588"/>
                </a:lnTo>
                <a:cubicBezTo>
                  <a:pt x="663713" y="1174128"/>
                  <a:pt x="683234" y="1193649"/>
                  <a:pt x="706774" y="1193649"/>
                </a:cubicBezTo>
                <a:close/>
                <a:moveTo>
                  <a:pt x="674047" y="1058151"/>
                </a:moveTo>
                <a:cubicBezTo>
                  <a:pt x="674047" y="1040352"/>
                  <a:pt x="688975" y="1025425"/>
                  <a:pt x="706774" y="1025425"/>
                </a:cubicBezTo>
                <a:lnTo>
                  <a:pt x="799211" y="1025425"/>
                </a:lnTo>
                <a:cubicBezTo>
                  <a:pt x="817010" y="1025425"/>
                  <a:pt x="831937" y="1040352"/>
                  <a:pt x="831937" y="1058151"/>
                </a:cubicBezTo>
                <a:lnTo>
                  <a:pt x="831937" y="1150588"/>
                </a:lnTo>
                <a:cubicBezTo>
                  <a:pt x="831937" y="1168387"/>
                  <a:pt x="817010" y="1183315"/>
                  <a:pt x="799211" y="1183315"/>
                </a:cubicBezTo>
                <a:lnTo>
                  <a:pt x="706774" y="1183315"/>
                </a:lnTo>
                <a:cubicBezTo>
                  <a:pt x="688975" y="1183315"/>
                  <a:pt x="674047" y="1168387"/>
                  <a:pt x="674047" y="1150588"/>
                </a:cubicBezTo>
                <a:lnTo>
                  <a:pt x="674047" y="1058151"/>
                </a:lnTo>
                <a:close/>
                <a:moveTo>
                  <a:pt x="0" y="2897140"/>
                </a:moveTo>
                <a:lnTo>
                  <a:pt x="133776" y="3030916"/>
                </a:lnTo>
                <a:lnTo>
                  <a:pt x="133776" y="2940775"/>
                </a:lnTo>
                <a:lnTo>
                  <a:pt x="0" y="2806999"/>
                </a:lnTo>
                <a:cubicBezTo>
                  <a:pt x="0" y="2837240"/>
                  <a:pt x="0" y="2867285"/>
                  <a:pt x="0" y="2897140"/>
                </a:cubicBezTo>
                <a:close/>
                <a:moveTo>
                  <a:pt x="0" y="2584231"/>
                </a:moveTo>
                <a:lnTo>
                  <a:pt x="133776" y="2718007"/>
                </a:lnTo>
                <a:lnTo>
                  <a:pt x="133776" y="2627866"/>
                </a:lnTo>
                <a:lnTo>
                  <a:pt x="0" y="2494090"/>
                </a:lnTo>
                <a:cubicBezTo>
                  <a:pt x="0" y="2524330"/>
                  <a:pt x="0" y="2554375"/>
                  <a:pt x="0" y="2584231"/>
                </a:cubicBezTo>
                <a:close/>
                <a:moveTo>
                  <a:pt x="0" y="3210050"/>
                </a:moveTo>
                <a:lnTo>
                  <a:pt x="133776" y="3343826"/>
                </a:lnTo>
                <a:lnTo>
                  <a:pt x="133776" y="3253685"/>
                </a:lnTo>
                <a:lnTo>
                  <a:pt x="0" y="3119909"/>
                </a:lnTo>
                <a:cubicBezTo>
                  <a:pt x="0" y="3150149"/>
                  <a:pt x="0" y="3180194"/>
                  <a:pt x="0" y="3210050"/>
                </a:cubicBezTo>
                <a:close/>
                <a:moveTo>
                  <a:pt x="0" y="3053882"/>
                </a:moveTo>
                <a:lnTo>
                  <a:pt x="133776" y="3187658"/>
                </a:lnTo>
                <a:lnTo>
                  <a:pt x="133776" y="3097517"/>
                </a:lnTo>
                <a:lnTo>
                  <a:pt x="0" y="2963741"/>
                </a:lnTo>
                <a:cubicBezTo>
                  <a:pt x="0" y="2993981"/>
                  <a:pt x="0" y="3024026"/>
                  <a:pt x="0" y="3053882"/>
                </a:cubicBezTo>
                <a:close/>
                <a:moveTo>
                  <a:pt x="0" y="2740398"/>
                </a:moveTo>
                <a:lnTo>
                  <a:pt x="133776" y="2874174"/>
                </a:lnTo>
                <a:lnTo>
                  <a:pt x="133776" y="2784033"/>
                </a:lnTo>
                <a:lnTo>
                  <a:pt x="0" y="2650257"/>
                </a:lnTo>
                <a:cubicBezTo>
                  <a:pt x="0" y="2680498"/>
                  <a:pt x="0" y="2710543"/>
                  <a:pt x="0" y="2740398"/>
                </a:cubicBezTo>
                <a:close/>
                <a:moveTo>
                  <a:pt x="14554597" y="8052396"/>
                </a:moveTo>
                <a:cubicBezTo>
                  <a:pt x="14576012" y="8073812"/>
                  <a:pt x="14597255" y="8095055"/>
                  <a:pt x="14618327" y="8116126"/>
                </a:cubicBezTo>
                <a:lnTo>
                  <a:pt x="14807795" y="8116126"/>
                </a:lnTo>
                <a:lnTo>
                  <a:pt x="14744065" y="8052396"/>
                </a:lnTo>
                <a:lnTo>
                  <a:pt x="14554597" y="8052396"/>
                </a:lnTo>
                <a:close/>
                <a:moveTo>
                  <a:pt x="14633254" y="7941586"/>
                </a:moveTo>
                <a:lnTo>
                  <a:pt x="14443786" y="7941586"/>
                </a:lnTo>
                <a:cubicBezTo>
                  <a:pt x="14465202" y="7963001"/>
                  <a:pt x="14486446" y="7984245"/>
                  <a:pt x="14507517" y="8005316"/>
                </a:cubicBezTo>
                <a:lnTo>
                  <a:pt x="14696985" y="8005316"/>
                </a:lnTo>
                <a:lnTo>
                  <a:pt x="14633254" y="7941586"/>
                </a:lnTo>
                <a:close/>
                <a:moveTo>
                  <a:pt x="14301399" y="7609730"/>
                </a:moveTo>
                <a:lnTo>
                  <a:pt x="14111931" y="7609730"/>
                </a:lnTo>
                <a:cubicBezTo>
                  <a:pt x="14133347" y="7631145"/>
                  <a:pt x="14154590" y="7652388"/>
                  <a:pt x="14175660" y="7673460"/>
                </a:cubicBezTo>
                <a:lnTo>
                  <a:pt x="14365128" y="7673460"/>
                </a:lnTo>
                <a:lnTo>
                  <a:pt x="14301399" y="7609730"/>
                </a:lnTo>
                <a:close/>
                <a:moveTo>
                  <a:pt x="14523019" y="7830776"/>
                </a:moveTo>
                <a:lnTo>
                  <a:pt x="14333550" y="7830776"/>
                </a:lnTo>
                <a:cubicBezTo>
                  <a:pt x="14354966" y="7852192"/>
                  <a:pt x="14376209" y="7873435"/>
                  <a:pt x="14397281" y="7894506"/>
                </a:cubicBezTo>
                <a:lnTo>
                  <a:pt x="14586749" y="7894506"/>
                </a:lnTo>
                <a:cubicBezTo>
                  <a:pt x="14586749" y="7894506"/>
                  <a:pt x="14523019" y="7830776"/>
                  <a:pt x="14523019" y="7830776"/>
                </a:cubicBezTo>
                <a:close/>
                <a:moveTo>
                  <a:pt x="14412208" y="7720540"/>
                </a:moveTo>
                <a:lnTo>
                  <a:pt x="14222740" y="7720540"/>
                </a:lnTo>
                <a:cubicBezTo>
                  <a:pt x="14244156" y="7741955"/>
                  <a:pt x="14265400" y="7763199"/>
                  <a:pt x="14286471" y="7784270"/>
                </a:cubicBezTo>
                <a:lnTo>
                  <a:pt x="14475939" y="7784270"/>
                </a:lnTo>
                <a:cubicBezTo>
                  <a:pt x="14475939" y="7784270"/>
                  <a:pt x="14412208" y="7720540"/>
                  <a:pt x="14412208" y="7720540"/>
                </a:cubicBezTo>
                <a:close/>
              </a:path>
            </a:pathLst>
          </a:custGeom>
          <a:solidFill>
            <a:srgbClr val="00227F"/>
          </a:solidFill>
          <a:ln w="57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4B9F6DF-0855-7B43-24F7-DA4A84241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0115653" cy="6858000"/>
          </a:xfrm>
          <a:prstGeom prst="rect">
            <a:avLst/>
          </a:prstGeom>
          <a:gradFill flip="none" rotWithShape="1">
            <a:gsLst>
              <a:gs pos="350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25E1C04-E123-5B84-C01A-3D4587468A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65285" y="1867615"/>
            <a:ext cx="2913376" cy="2913368"/>
          </a:xfrm>
          <a:prstGeom prst="ellipse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5" name="Freeform 54">
            <a:extLst>
              <a:ext uri="{FF2B5EF4-FFF2-40B4-BE49-F238E27FC236}">
                <a16:creationId xmlns:a16="http://schemas.microsoft.com/office/drawing/2014/main" id="{27C03620-03CF-EF24-03B2-B834817DDB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07043" y="3323701"/>
            <a:ext cx="4078808" cy="2064496"/>
          </a:xfrm>
          <a:custGeom>
            <a:avLst/>
            <a:gdLst>
              <a:gd name="connsiteX0" fmla="*/ 1699612 w 4078808"/>
              <a:gd name="connsiteY0" fmla="*/ 2038220 h 2064496"/>
              <a:gd name="connsiteX1" fmla="*/ 1812481 w 4078808"/>
              <a:gd name="connsiteY1" fmla="*/ 1442819 h 2064496"/>
              <a:gd name="connsiteX2" fmla="*/ 1701403 w 4078808"/>
              <a:gd name="connsiteY2" fmla="*/ 1421917 h 2064496"/>
              <a:gd name="connsiteX3" fmla="*/ 1588534 w 4078808"/>
              <a:gd name="connsiteY3" fmla="*/ 2017318 h 2064496"/>
              <a:gd name="connsiteX4" fmla="*/ 1699612 w 4078808"/>
              <a:gd name="connsiteY4" fmla="*/ 2038220 h 2064496"/>
              <a:gd name="connsiteX5" fmla="*/ 1118543 w 4078808"/>
              <a:gd name="connsiteY5" fmla="*/ 1856673 h 2064496"/>
              <a:gd name="connsiteX6" fmla="*/ 1390265 w 4078808"/>
              <a:gd name="connsiteY6" fmla="*/ 1315019 h 2064496"/>
              <a:gd name="connsiteX7" fmla="*/ 1310839 w 4078808"/>
              <a:gd name="connsiteY7" fmla="*/ 1275604 h 2064496"/>
              <a:gd name="connsiteX8" fmla="*/ 1039116 w 4078808"/>
              <a:gd name="connsiteY8" fmla="*/ 1817259 h 2064496"/>
              <a:gd name="connsiteX9" fmla="*/ 1118543 w 4078808"/>
              <a:gd name="connsiteY9" fmla="*/ 1856673 h 2064496"/>
              <a:gd name="connsiteX10" fmla="*/ 2028665 w 4078808"/>
              <a:gd name="connsiteY10" fmla="*/ 1458943 h 2064496"/>
              <a:gd name="connsiteX11" fmla="*/ 1902657 w 4078808"/>
              <a:gd name="connsiteY11" fmla="*/ 1454165 h 2064496"/>
              <a:gd name="connsiteX12" fmla="*/ 1879367 w 4078808"/>
              <a:gd name="connsiteY12" fmla="*/ 2059719 h 2064496"/>
              <a:gd name="connsiteX13" fmla="*/ 2005374 w 4078808"/>
              <a:gd name="connsiteY13" fmla="*/ 2064496 h 2064496"/>
              <a:gd name="connsiteX14" fmla="*/ 2028665 w 4078808"/>
              <a:gd name="connsiteY14" fmla="*/ 1458943 h 2064496"/>
              <a:gd name="connsiteX15" fmla="*/ 1402209 w 4078808"/>
              <a:gd name="connsiteY15" fmla="*/ 1967751 h 2064496"/>
              <a:gd name="connsiteX16" fmla="*/ 1596894 w 4078808"/>
              <a:gd name="connsiteY16" fmla="*/ 1393849 h 2064496"/>
              <a:gd name="connsiteX17" fmla="*/ 1501343 w 4078808"/>
              <a:gd name="connsiteY17" fmla="*/ 1361600 h 2064496"/>
              <a:gd name="connsiteX18" fmla="*/ 1306658 w 4078808"/>
              <a:gd name="connsiteY18" fmla="*/ 1935503 h 2064496"/>
              <a:gd name="connsiteX19" fmla="*/ 1402209 w 4078808"/>
              <a:gd name="connsiteY19" fmla="*/ 1967751 h 2064496"/>
              <a:gd name="connsiteX20" fmla="*/ 2314123 w 4078808"/>
              <a:gd name="connsiteY20" fmla="*/ 2042401 h 2064496"/>
              <a:gd name="connsiteX21" fmla="*/ 2243654 w 4078808"/>
              <a:gd name="connsiteY21" fmla="*/ 1439833 h 2064496"/>
              <a:gd name="connsiteX22" fmla="*/ 2105106 w 4078808"/>
              <a:gd name="connsiteY22" fmla="*/ 1455957 h 2064496"/>
              <a:gd name="connsiteX23" fmla="*/ 2175574 w 4078808"/>
              <a:gd name="connsiteY23" fmla="*/ 2059122 h 2064496"/>
              <a:gd name="connsiteX24" fmla="*/ 2314123 w 4078808"/>
              <a:gd name="connsiteY24" fmla="*/ 2042998 h 2064496"/>
              <a:gd name="connsiteX25" fmla="*/ 2314123 w 4078808"/>
              <a:gd name="connsiteY25" fmla="*/ 2042998 h 2064496"/>
              <a:gd name="connsiteX26" fmla="*/ 2616900 w 4078808"/>
              <a:gd name="connsiteY26" fmla="*/ 1971931 h 2064496"/>
              <a:gd name="connsiteX27" fmla="*/ 2615706 w 4078808"/>
              <a:gd name="connsiteY27" fmla="*/ 1968348 h 2064496"/>
              <a:gd name="connsiteX28" fmla="*/ 2616900 w 4078808"/>
              <a:gd name="connsiteY28" fmla="*/ 1970737 h 2064496"/>
              <a:gd name="connsiteX29" fmla="*/ 3681695 w 4078808"/>
              <a:gd name="connsiteY29" fmla="*/ 1220663 h 2064496"/>
              <a:gd name="connsiteX30" fmla="*/ 4077635 w 4078808"/>
              <a:gd name="connsiteY30" fmla="*/ 0 h 2064496"/>
              <a:gd name="connsiteX31" fmla="*/ 3470886 w 4078808"/>
              <a:gd name="connsiteY31" fmla="*/ 0 h 2064496"/>
              <a:gd name="connsiteX32" fmla="*/ 3190803 w 4078808"/>
              <a:gd name="connsiteY32" fmla="*/ 860555 h 2064496"/>
              <a:gd name="connsiteX33" fmla="*/ 2453866 w 4078808"/>
              <a:gd name="connsiteY33" fmla="*/ 1387280 h 2064496"/>
              <a:gd name="connsiteX34" fmla="*/ 2455061 w 4078808"/>
              <a:gd name="connsiteY34" fmla="*/ 1395640 h 2064496"/>
              <a:gd name="connsiteX35" fmla="*/ 2453269 w 4078808"/>
              <a:gd name="connsiteY35" fmla="*/ 1389071 h 2064496"/>
              <a:gd name="connsiteX36" fmla="*/ 2306957 w 4078808"/>
              <a:gd name="connsiteY36" fmla="*/ 1430278 h 2064496"/>
              <a:gd name="connsiteX37" fmla="*/ 2470588 w 4078808"/>
              <a:gd name="connsiteY37" fmla="*/ 2013138 h 2064496"/>
              <a:gd name="connsiteX38" fmla="*/ 2616900 w 4078808"/>
              <a:gd name="connsiteY38" fmla="*/ 1971931 h 2064496"/>
              <a:gd name="connsiteX39" fmla="*/ 2616900 w 4078808"/>
              <a:gd name="connsiteY39" fmla="*/ 1971931 h 2064496"/>
              <a:gd name="connsiteX40" fmla="*/ 2306957 w 4078808"/>
              <a:gd name="connsiteY40" fmla="*/ 1430278 h 2064496"/>
              <a:gd name="connsiteX41" fmla="*/ 2306957 w 4078808"/>
              <a:gd name="connsiteY41" fmla="*/ 1430278 h 2064496"/>
              <a:gd name="connsiteX42" fmla="*/ 2306957 w 4078808"/>
              <a:gd name="connsiteY42" fmla="*/ 1430278 h 2064496"/>
              <a:gd name="connsiteX43" fmla="*/ 2306957 w 4078808"/>
              <a:gd name="connsiteY43" fmla="*/ 1430278 h 2064496"/>
              <a:gd name="connsiteX44" fmla="*/ 93759 w 4078808"/>
              <a:gd name="connsiteY44" fmla="*/ 757838 h 2064496"/>
              <a:gd name="connsiteX45" fmla="*/ 658107 w 4078808"/>
              <a:gd name="connsiteY45" fmla="*/ 536877 h 2064496"/>
              <a:gd name="connsiteX46" fmla="*/ 649149 w 4078808"/>
              <a:gd name="connsiteY46" fmla="*/ 513586 h 2064496"/>
              <a:gd name="connsiteX47" fmla="*/ 84801 w 4078808"/>
              <a:gd name="connsiteY47" fmla="*/ 734547 h 2064496"/>
              <a:gd name="connsiteX48" fmla="*/ 93759 w 4078808"/>
              <a:gd name="connsiteY48" fmla="*/ 757838 h 2064496"/>
              <a:gd name="connsiteX49" fmla="*/ 2986 w 4078808"/>
              <a:gd name="connsiteY49" fmla="*/ 459241 h 2064496"/>
              <a:gd name="connsiteX50" fmla="*/ 2986 w 4078808"/>
              <a:gd name="connsiteY50" fmla="*/ 459241 h 2064496"/>
              <a:gd name="connsiteX51" fmla="*/ 594804 w 4078808"/>
              <a:gd name="connsiteY51" fmla="*/ 327859 h 2064496"/>
              <a:gd name="connsiteX52" fmla="*/ 591818 w 4078808"/>
              <a:gd name="connsiteY52" fmla="*/ 315318 h 2064496"/>
              <a:gd name="connsiteX53" fmla="*/ 0 w 4078808"/>
              <a:gd name="connsiteY53" fmla="*/ 446701 h 2064496"/>
              <a:gd name="connsiteX54" fmla="*/ 2986 w 4078808"/>
              <a:gd name="connsiteY54" fmla="*/ 459241 h 2064496"/>
              <a:gd name="connsiteX55" fmla="*/ 229322 w 4078808"/>
              <a:gd name="connsiteY55" fmla="*/ 1034338 h 2064496"/>
              <a:gd name="connsiteX56" fmla="*/ 755449 w 4078808"/>
              <a:gd name="connsiteY56" fmla="*/ 733353 h 2064496"/>
              <a:gd name="connsiteX57" fmla="*/ 736936 w 4078808"/>
              <a:gd name="connsiteY57" fmla="*/ 700508 h 2064496"/>
              <a:gd name="connsiteX58" fmla="*/ 210809 w 4078808"/>
              <a:gd name="connsiteY58" fmla="*/ 1001493 h 2064496"/>
              <a:gd name="connsiteX59" fmla="*/ 229322 w 4078808"/>
              <a:gd name="connsiteY59" fmla="*/ 1034338 h 2064496"/>
              <a:gd name="connsiteX60" fmla="*/ 607943 w 4078808"/>
              <a:gd name="connsiteY60" fmla="*/ 1510899 h 2064496"/>
              <a:gd name="connsiteX61" fmla="*/ 1029561 w 4078808"/>
              <a:gd name="connsiteY61" fmla="*/ 1074948 h 2064496"/>
              <a:gd name="connsiteX62" fmla="*/ 984174 w 4078808"/>
              <a:gd name="connsiteY62" fmla="*/ 1031352 h 2064496"/>
              <a:gd name="connsiteX63" fmla="*/ 562556 w 4078808"/>
              <a:gd name="connsiteY63" fmla="*/ 1467303 h 2064496"/>
              <a:gd name="connsiteX64" fmla="*/ 607943 w 4078808"/>
              <a:gd name="connsiteY64" fmla="*/ 1510899 h 2064496"/>
              <a:gd name="connsiteX65" fmla="*/ 402508 w 4078808"/>
              <a:gd name="connsiteY65" fmla="*/ 1286354 h 2064496"/>
              <a:gd name="connsiteX66" fmla="*/ 880860 w 4078808"/>
              <a:gd name="connsiteY66" fmla="*/ 914303 h 2064496"/>
              <a:gd name="connsiteX67" fmla="*/ 849209 w 4078808"/>
              <a:gd name="connsiteY67" fmla="*/ 874291 h 2064496"/>
              <a:gd name="connsiteX68" fmla="*/ 370857 w 4078808"/>
              <a:gd name="connsiteY68" fmla="*/ 1246342 h 2064496"/>
              <a:gd name="connsiteX69" fmla="*/ 402508 w 4078808"/>
              <a:gd name="connsiteY69" fmla="*/ 1286354 h 2064496"/>
              <a:gd name="connsiteX70" fmla="*/ 849806 w 4078808"/>
              <a:gd name="connsiteY70" fmla="*/ 1705583 h 2064496"/>
              <a:gd name="connsiteX71" fmla="*/ 1199164 w 4078808"/>
              <a:gd name="connsiteY71" fmla="*/ 1209913 h 2064496"/>
              <a:gd name="connsiteX72" fmla="*/ 1137056 w 4078808"/>
              <a:gd name="connsiteY72" fmla="*/ 1166318 h 2064496"/>
              <a:gd name="connsiteX73" fmla="*/ 787698 w 4078808"/>
              <a:gd name="connsiteY73" fmla="*/ 1661988 h 2064496"/>
              <a:gd name="connsiteX74" fmla="*/ 849806 w 4078808"/>
              <a:gd name="connsiteY74" fmla="*/ 1705583 h 2064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4078808" h="2064496">
                <a:moveTo>
                  <a:pt x="1699612" y="2038220"/>
                </a:moveTo>
                <a:lnTo>
                  <a:pt x="1812481" y="1442819"/>
                </a:lnTo>
                <a:lnTo>
                  <a:pt x="1701403" y="1421917"/>
                </a:lnTo>
                <a:lnTo>
                  <a:pt x="1588534" y="2017318"/>
                </a:lnTo>
                <a:lnTo>
                  <a:pt x="1699612" y="2038220"/>
                </a:lnTo>
                <a:close/>
                <a:moveTo>
                  <a:pt x="1118543" y="1856673"/>
                </a:moveTo>
                <a:lnTo>
                  <a:pt x="1390265" y="1315019"/>
                </a:lnTo>
                <a:lnTo>
                  <a:pt x="1310839" y="1275604"/>
                </a:lnTo>
                <a:lnTo>
                  <a:pt x="1039116" y="1817259"/>
                </a:lnTo>
                <a:lnTo>
                  <a:pt x="1118543" y="1856673"/>
                </a:lnTo>
                <a:close/>
                <a:moveTo>
                  <a:pt x="2028665" y="1458943"/>
                </a:moveTo>
                <a:lnTo>
                  <a:pt x="1902657" y="1454165"/>
                </a:lnTo>
                <a:lnTo>
                  <a:pt x="1879367" y="2059719"/>
                </a:lnTo>
                <a:lnTo>
                  <a:pt x="2005374" y="2064496"/>
                </a:lnTo>
                <a:lnTo>
                  <a:pt x="2028665" y="1458943"/>
                </a:lnTo>
                <a:close/>
                <a:moveTo>
                  <a:pt x="1402209" y="1967751"/>
                </a:moveTo>
                <a:lnTo>
                  <a:pt x="1596894" y="1393849"/>
                </a:lnTo>
                <a:lnTo>
                  <a:pt x="1501343" y="1361600"/>
                </a:lnTo>
                <a:lnTo>
                  <a:pt x="1306658" y="1935503"/>
                </a:lnTo>
                <a:cubicBezTo>
                  <a:pt x="1306658" y="1935503"/>
                  <a:pt x="1402209" y="1967751"/>
                  <a:pt x="1402209" y="1967751"/>
                </a:cubicBezTo>
                <a:close/>
                <a:moveTo>
                  <a:pt x="2314123" y="2042401"/>
                </a:moveTo>
                <a:lnTo>
                  <a:pt x="2243654" y="1439833"/>
                </a:lnTo>
                <a:lnTo>
                  <a:pt x="2105106" y="1455957"/>
                </a:lnTo>
                <a:lnTo>
                  <a:pt x="2175574" y="2059122"/>
                </a:lnTo>
                <a:lnTo>
                  <a:pt x="2314123" y="2042998"/>
                </a:lnTo>
                <a:lnTo>
                  <a:pt x="2314123" y="2042998"/>
                </a:lnTo>
                <a:close/>
                <a:moveTo>
                  <a:pt x="2616900" y="1971931"/>
                </a:moveTo>
                <a:lnTo>
                  <a:pt x="2615706" y="1968348"/>
                </a:lnTo>
                <a:cubicBezTo>
                  <a:pt x="2615706" y="1968348"/>
                  <a:pt x="2616303" y="1969543"/>
                  <a:pt x="2616900" y="1970737"/>
                </a:cubicBezTo>
                <a:cubicBezTo>
                  <a:pt x="3013436" y="1867423"/>
                  <a:pt x="3393251" y="1614810"/>
                  <a:pt x="3681695" y="1220663"/>
                </a:cubicBezTo>
                <a:cubicBezTo>
                  <a:pt x="3965362" y="833084"/>
                  <a:pt x="4092564" y="403105"/>
                  <a:pt x="4077635" y="0"/>
                </a:cubicBezTo>
                <a:lnTo>
                  <a:pt x="3470886" y="0"/>
                </a:lnTo>
                <a:cubicBezTo>
                  <a:pt x="3482830" y="272917"/>
                  <a:pt x="3393251" y="570917"/>
                  <a:pt x="3190803" y="860555"/>
                </a:cubicBezTo>
                <a:cubicBezTo>
                  <a:pt x="2975813" y="1141236"/>
                  <a:pt x="2718423" y="1316811"/>
                  <a:pt x="2453866" y="1387280"/>
                </a:cubicBezTo>
                <a:cubicBezTo>
                  <a:pt x="2453866" y="1389668"/>
                  <a:pt x="2454464" y="1392057"/>
                  <a:pt x="2455061" y="1395640"/>
                </a:cubicBezTo>
                <a:lnTo>
                  <a:pt x="2453269" y="1389071"/>
                </a:lnTo>
                <a:lnTo>
                  <a:pt x="2306957" y="1430278"/>
                </a:lnTo>
                <a:lnTo>
                  <a:pt x="2470588" y="2013138"/>
                </a:lnTo>
                <a:lnTo>
                  <a:pt x="2616900" y="1971931"/>
                </a:lnTo>
                <a:lnTo>
                  <a:pt x="2616900" y="1971931"/>
                </a:lnTo>
                <a:close/>
                <a:moveTo>
                  <a:pt x="2306957" y="1430278"/>
                </a:moveTo>
                <a:lnTo>
                  <a:pt x="2306957" y="1430278"/>
                </a:lnTo>
                <a:cubicBezTo>
                  <a:pt x="2306957" y="1430278"/>
                  <a:pt x="2306957" y="1430278"/>
                  <a:pt x="2306957" y="1430278"/>
                </a:cubicBezTo>
                <a:lnTo>
                  <a:pt x="2306957" y="1430278"/>
                </a:lnTo>
                <a:close/>
                <a:moveTo>
                  <a:pt x="93759" y="757838"/>
                </a:moveTo>
                <a:lnTo>
                  <a:pt x="658107" y="536877"/>
                </a:lnTo>
                <a:lnTo>
                  <a:pt x="649149" y="513586"/>
                </a:lnTo>
                <a:lnTo>
                  <a:pt x="84801" y="734547"/>
                </a:lnTo>
                <a:lnTo>
                  <a:pt x="93759" y="757838"/>
                </a:lnTo>
                <a:close/>
                <a:moveTo>
                  <a:pt x="2986" y="459241"/>
                </a:moveTo>
                <a:lnTo>
                  <a:pt x="2986" y="459241"/>
                </a:lnTo>
                <a:lnTo>
                  <a:pt x="594804" y="327859"/>
                </a:lnTo>
                <a:lnTo>
                  <a:pt x="591818" y="315318"/>
                </a:lnTo>
                <a:lnTo>
                  <a:pt x="0" y="446701"/>
                </a:lnTo>
                <a:lnTo>
                  <a:pt x="2986" y="459241"/>
                </a:lnTo>
                <a:close/>
                <a:moveTo>
                  <a:pt x="229322" y="1034338"/>
                </a:moveTo>
                <a:lnTo>
                  <a:pt x="755449" y="733353"/>
                </a:lnTo>
                <a:lnTo>
                  <a:pt x="736936" y="700508"/>
                </a:lnTo>
                <a:lnTo>
                  <a:pt x="210809" y="1001493"/>
                </a:lnTo>
                <a:lnTo>
                  <a:pt x="229322" y="1034338"/>
                </a:lnTo>
                <a:close/>
                <a:moveTo>
                  <a:pt x="607943" y="1510899"/>
                </a:moveTo>
                <a:lnTo>
                  <a:pt x="1029561" y="1074948"/>
                </a:lnTo>
                <a:lnTo>
                  <a:pt x="984174" y="1031352"/>
                </a:lnTo>
                <a:lnTo>
                  <a:pt x="562556" y="1467303"/>
                </a:lnTo>
                <a:lnTo>
                  <a:pt x="607943" y="1510899"/>
                </a:lnTo>
                <a:close/>
                <a:moveTo>
                  <a:pt x="402508" y="1286354"/>
                </a:moveTo>
                <a:lnTo>
                  <a:pt x="880860" y="914303"/>
                </a:lnTo>
                <a:lnTo>
                  <a:pt x="849209" y="874291"/>
                </a:lnTo>
                <a:lnTo>
                  <a:pt x="370857" y="1246342"/>
                </a:lnTo>
                <a:lnTo>
                  <a:pt x="402508" y="1286354"/>
                </a:lnTo>
                <a:close/>
                <a:moveTo>
                  <a:pt x="849806" y="1705583"/>
                </a:moveTo>
                <a:lnTo>
                  <a:pt x="1199164" y="1209913"/>
                </a:lnTo>
                <a:lnTo>
                  <a:pt x="1137056" y="1166318"/>
                </a:lnTo>
                <a:lnTo>
                  <a:pt x="787698" y="1661988"/>
                </a:lnTo>
                <a:lnTo>
                  <a:pt x="849806" y="1705583"/>
                </a:lnTo>
                <a:close/>
              </a:path>
            </a:pathLst>
          </a:custGeom>
          <a:solidFill>
            <a:srgbClr val="00227F"/>
          </a:solidFill>
          <a:ln w="59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6" name="Freeform 55">
            <a:extLst>
              <a:ext uri="{FF2B5EF4-FFF2-40B4-BE49-F238E27FC236}">
                <a16:creationId xmlns:a16="http://schemas.microsoft.com/office/drawing/2014/main" id="{5972EA2B-44C0-13AE-7B4B-F25BDFA1E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63377" y="1847440"/>
            <a:ext cx="2914552" cy="1475066"/>
          </a:xfrm>
          <a:custGeom>
            <a:avLst/>
            <a:gdLst>
              <a:gd name="connsiteX0" fmla="*/ 1700459 w 2914552"/>
              <a:gd name="connsiteY0" fmla="*/ 19110 h 1475066"/>
              <a:gd name="connsiteX1" fmla="*/ 1619838 w 2914552"/>
              <a:gd name="connsiteY1" fmla="*/ 444312 h 1475066"/>
              <a:gd name="connsiteX2" fmla="*/ 1699264 w 2914552"/>
              <a:gd name="connsiteY2" fmla="*/ 459242 h 1475066"/>
              <a:gd name="connsiteX3" fmla="*/ 1779885 w 2914552"/>
              <a:gd name="connsiteY3" fmla="*/ 34040 h 1475066"/>
              <a:gd name="connsiteX4" fmla="*/ 1700459 w 2914552"/>
              <a:gd name="connsiteY4" fmla="*/ 19110 h 1475066"/>
              <a:gd name="connsiteX5" fmla="*/ 2115508 w 2914552"/>
              <a:gd name="connsiteY5" fmla="*/ 149298 h 1475066"/>
              <a:gd name="connsiteX6" fmla="*/ 1921420 w 2914552"/>
              <a:gd name="connsiteY6" fmla="*/ 536279 h 1475066"/>
              <a:gd name="connsiteX7" fmla="*/ 1978154 w 2914552"/>
              <a:gd name="connsiteY7" fmla="*/ 564347 h 1475066"/>
              <a:gd name="connsiteX8" fmla="*/ 2172241 w 2914552"/>
              <a:gd name="connsiteY8" fmla="*/ 177366 h 1475066"/>
              <a:gd name="connsiteX9" fmla="*/ 2115508 w 2914552"/>
              <a:gd name="connsiteY9" fmla="*/ 149298 h 1475066"/>
              <a:gd name="connsiteX10" fmla="*/ 1465165 w 2914552"/>
              <a:gd name="connsiteY10" fmla="*/ 432965 h 1475066"/>
              <a:gd name="connsiteX11" fmla="*/ 1555341 w 2914552"/>
              <a:gd name="connsiteY11" fmla="*/ 436548 h 1475066"/>
              <a:gd name="connsiteX12" fmla="*/ 1572062 w 2914552"/>
              <a:gd name="connsiteY12" fmla="*/ 3583 h 1475066"/>
              <a:gd name="connsiteX13" fmla="*/ 1481886 w 2914552"/>
              <a:gd name="connsiteY13" fmla="*/ 0 h 1475066"/>
              <a:gd name="connsiteX14" fmla="*/ 1465165 w 2914552"/>
              <a:gd name="connsiteY14" fmla="*/ 432965 h 1475066"/>
              <a:gd name="connsiteX15" fmla="*/ 1912462 w 2914552"/>
              <a:gd name="connsiteY15" fmla="*/ 69872 h 1475066"/>
              <a:gd name="connsiteX16" fmla="*/ 1773316 w 2914552"/>
              <a:gd name="connsiteY16" fmla="*/ 480143 h 1475066"/>
              <a:gd name="connsiteX17" fmla="*/ 1841396 w 2914552"/>
              <a:gd name="connsiteY17" fmla="*/ 503434 h 1475066"/>
              <a:gd name="connsiteX18" fmla="*/ 1980542 w 2914552"/>
              <a:gd name="connsiteY18" fmla="*/ 93162 h 1475066"/>
              <a:gd name="connsiteX19" fmla="*/ 1912462 w 2914552"/>
              <a:gd name="connsiteY19" fmla="*/ 69872 h 1475066"/>
              <a:gd name="connsiteX20" fmla="*/ 1260925 w 2914552"/>
              <a:gd name="connsiteY20" fmla="*/ 16124 h 1475066"/>
              <a:gd name="connsiteX21" fmla="*/ 1311089 w 2914552"/>
              <a:gd name="connsiteY21" fmla="*/ 446700 h 1475066"/>
              <a:gd name="connsiteX22" fmla="*/ 1410223 w 2914552"/>
              <a:gd name="connsiteY22" fmla="*/ 435354 h 1475066"/>
              <a:gd name="connsiteX23" fmla="*/ 1360059 w 2914552"/>
              <a:gd name="connsiteY23" fmla="*/ 4180 h 1475066"/>
              <a:gd name="connsiteX24" fmla="*/ 1260925 w 2914552"/>
              <a:gd name="connsiteY24" fmla="*/ 15527 h 1475066"/>
              <a:gd name="connsiteX25" fmla="*/ 1260925 w 2914552"/>
              <a:gd name="connsiteY25" fmla="*/ 15527 h 1475066"/>
              <a:gd name="connsiteX26" fmla="*/ 1044741 w 2914552"/>
              <a:gd name="connsiteY26" fmla="*/ 66886 h 1475066"/>
              <a:gd name="connsiteX27" fmla="*/ 1044741 w 2914552"/>
              <a:gd name="connsiteY27" fmla="*/ 69274 h 1475066"/>
              <a:gd name="connsiteX28" fmla="*/ 1044741 w 2914552"/>
              <a:gd name="connsiteY28" fmla="*/ 67483 h 1475066"/>
              <a:gd name="connsiteX29" fmla="*/ 283917 w 2914552"/>
              <a:gd name="connsiteY29" fmla="*/ 603165 h 1475066"/>
              <a:gd name="connsiteX30" fmla="*/ 847 w 2914552"/>
              <a:gd name="connsiteY30" fmla="*/ 1475067 h 1475066"/>
              <a:gd name="connsiteX31" fmla="*/ 434410 w 2914552"/>
              <a:gd name="connsiteY31" fmla="*/ 1475067 h 1475066"/>
              <a:gd name="connsiteX32" fmla="*/ 634469 w 2914552"/>
              <a:gd name="connsiteY32" fmla="*/ 859958 h 1475066"/>
              <a:gd name="connsiteX33" fmla="*/ 1161194 w 2914552"/>
              <a:gd name="connsiteY33" fmla="*/ 483726 h 1475066"/>
              <a:gd name="connsiteX34" fmla="*/ 1160596 w 2914552"/>
              <a:gd name="connsiteY34" fmla="*/ 477754 h 1475066"/>
              <a:gd name="connsiteX35" fmla="*/ 1161791 w 2914552"/>
              <a:gd name="connsiteY35" fmla="*/ 482532 h 1475066"/>
              <a:gd name="connsiteX36" fmla="*/ 1266299 w 2914552"/>
              <a:gd name="connsiteY36" fmla="*/ 453270 h 1475066"/>
              <a:gd name="connsiteX37" fmla="*/ 1149250 w 2914552"/>
              <a:gd name="connsiteY37" fmla="*/ 37026 h 1475066"/>
              <a:gd name="connsiteX38" fmla="*/ 1044741 w 2914552"/>
              <a:gd name="connsiteY38" fmla="*/ 66288 h 1475066"/>
              <a:gd name="connsiteX39" fmla="*/ 1044741 w 2914552"/>
              <a:gd name="connsiteY39" fmla="*/ 66288 h 1475066"/>
              <a:gd name="connsiteX40" fmla="*/ 1266299 w 2914552"/>
              <a:gd name="connsiteY40" fmla="*/ 453867 h 1475066"/>
              <a:gd name="connsiteX41" fmla="*/ 1266299 w 2914552"/>
              <a:gd name="connsiteY41" fmla="*/ 453867 h 1475066"/>
              <a:gd name="connsiteX42" fmla="*/ 1266299 w 2914552"/>
              <a:gd name="connsiteY42" fmla="*/ 453867 h 1475066"/>
              <a:gd name="connsiteX43" fmla="*/ 1266299 w 2914552"/>
              <a:gd name="connsiteY43" fmla="*/ 453867 h 1475066"/>
              <a:gd name="connsiteX44" fmla="*/ 2847667 w 2914552"/>
              <a:gd name="connsiteY44" fmla="*/ 934010 h 1475066"/>
              <a:gd name="connsiteX45" fmla="*/ 2444562 w 2914552"/>
              <a:gd name="connsiteY45" fmla="*/ 1091669 h 1475066"/>
              <a:gd name="connsiteX46" fmla="*/ 2451131 w 2914552"/>
              <a:gd name="connsiteY46" fmla="*/ 1108390 h 1475066"/>
              <a:gd name="connsiteX47" fmla="*/ 2854236 w 2914552"/>
              <a:gd name="connsiteY47" fmla="*/ 950731 h 1475066"/>
              <a:gd name="connsiteX48" fmla="*/ 2847667 w 2914552"/>
              <a:gd name="connsiteY48" fmla="*/ 934010 h 1475066"/>
              <a:gd name="connsiteX49" fmla="*/ 2912164 w 2914552"/>
              <a:gd name="connsiteY49" fmla="*/ 1147805 h 1475066"/>
              <a:gd name="connsiteX50" fmla="*/ 2912164 w 2914552"/>
              <a:gd name="connsiteY50" fmla="*/ 1147805 h 1475066"/>
              <a:gd name="connsiteX51" fmla="*/ 2489351 w 2914552"/>
              <a:gd name="connsiteY51" fmla="*/ 1241564 h 1475066"/>
              <a:gd name="connsiteX52" fmla="*/ 2491740 w 2914552"/>
              <a:gd name="connsiteY52" fmla="*/ 1250522 h 1475066"/>
              <a:gd name="connsiteX53" fmla="*/ 2914552 w 2914552"/>
              <a:gd name="connsiteY53" fmla="*/ 1156763 h 1475066"/>
              <a:gd name="connsiteX54" fmla="*/ 2912164 w 2914552"/>
              <a:gd name="connsiteY54" fmla="*/ 1147805 h 1475066"/>
              <a:gd name="connsiteX55" fmla="*/ 2750922 w 2914552"/>
              <a:gd name="connsiteY55" fmla="*/ 736339 h 1475066"/>
              <a:gd name="connsiteX56" fmla="*/ 2375287 w 2914552"/>
              <a:gd name="connsiteY56" fmla="*/ 951329 h 1475066"/>
              <a:gd name="connsiteX57" fmla="*/ 2388425 w 2914552"/>
              <a:gd name="connsiteY57" fmla="*/ 974619 h 1475066"/>
              <a:gd name="connsiteX58" fmla="*/ 2764060 w 2914552"/>
              <a:gd name="connsiteY58" fmla="*/ 759630 h 1475066"/>
              <a:gd name="connsiteX59" fmla="*/ 2750922 w 2914552"/>
              <a:gd name="connsiteY59" fmla="*/ 736339 h 1475066"/>
              <a:gd name="connsiteX60" fmla="*/ 2480393 w 2914552"/>
              <a:gd name="connsiteY60" fmla="*/ 395939 h 1475066"/>
              <a:gd name="connsiteX61" fmla="*/ 2179408 w 2914552"/>
              <a:gd name="connsiteY61" fmla="*/ 707674 h 1475066"/>
              <a:gd name="connsiteX62" fmla="*/ 2211656 w 2914552"/>
              <a:gd name="connsiteY62" fmla="*/ 738728 h 1475066"/>
              <a:gd name="connsiteX63" fmla="*/ 2512641 w 2914552"/>
              <a:gd name="connsiteY63" fmla="*/ 426993 h 1475066"/>
              <a:gd name="connsiteX64" fmla="*/ 2480393 w 2914552"/>
              <a:gd name="connsiteY64" fmla="*/ 395939 h 1475066"/>
              <a:gd name="connsiteX65" fmla="*/ 2626705 w 2914552"/>
              <a:gd name="connsiteY65" fmla="*/ 556584 h 1475066"/>
              <a:gd name="connsiteX66" fmla="*/ 2285111 w 2914552"/>
              <a:gd name="connsiteY66" fmla="*/ 822335 h 1475066"/>
              <a:gd name="connsiteX67" fmla="*/ 2307804 w 2914552"/>
              <a:gd name="connsiteY67" fmla="*/ 851000 h 1475066"/>
              <a:gd name="connsiteX68" fmla="*/ 2649399 w 2914552"/>
              <a:gd name="connsiteY68" fmla="*/ 585249 h 1475066"/>
              <a:gd name="connsiteX69" fmla="*/ 2626705 w 2914552"/>
              <a:gd name="connsiteY69" fmla="*/ 556584 h 1475066"/>
              <a:gd name="connsiteX70" fmla="*/ 2307207 w 2914552"/>
              <a:gd name="connsiteY70" fmla="*/ 256793 h 1475066"/>
              <a:gd name="connsiteX71" fmla="*/ 2057580 w 2914552"/>
              <a:gd name="connsiteY71" fmla="*/ 610929 h 1475066"/>
              <a:gd name="connsiteX72" fmla="*/ 2101773 w 2914552"/>
              <a:gd name="connsiteY72" fmla="*/ 641983 h 1475066"/>
              <a:gd name="connsiteX73" fmla="*/ 2351399 w 2914552"/>
              <a:gd name="connsiteY73" fmla="*/ 287847 h 1475066"/>
              <a:gd name="connsiteX74" fmla="*/ 2307207 w 2914552"/>
              <a:gd name="connsiteY74" fmla="*/ 256793 h 1475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2914552" h="1475066">
                <a:moveTo>
                  <a:pt x="1700459" y="19110"/>
                </a:moveTo>
                <a:lnTo>
                  <a:pt x="1619838" y="444312"/>
                </a:lnTo>
                <a:lnTo>
                  <a:pt x="1699264" y="459242"/>
                </a:lnTo>
                <a:lnTo>
                  <a:pt x="1779885" y="34040"/>
                </a:lnTo>
                <a:lnTo>
                  <a:pt x="1700459" y="19110"/>
                </a:lnTo>
                <a:close/>
                <a:moveTo>
                  <a:pt x="2115508" y="149298"/>
                </a:moveTo>
                <a:lnTo>
                  <a:pt x="1921420" y="536279"/>
                </a:lnTo>
                <a:lnTo>
                  <a:pt x="1978154" y="564347"/>
                </a:lnTo>
                <a:lnTo>
                  <a:pt x="2172241" y="177366"/>
                </a:lnTo>
                <a:lnTo>
                  <a:pt x="2115508" y="149298"/>
                </a:lnTo>
                <a:close/>
                <a:moveTo>
                  <a:pt x="1465165" y="432965"/>
                </a:moveTo>
                <a:lnTo>
                  <a:pt x="1555341" y="436548"/>
                </a:lnTo>
                <a:lnTo>
                  <a:pt x="1572062" y="3583"/>
                </a:lnTo>
                <a:lnTo>
                  <a:pt x="1481886" y="0"/>
                </a:lnTo>
                <a:lnTo>
                  <a:pt x="1465165" y="432965"/>
                </a:lnTo>
                <a:close/>
                <a:moveTo>
                  <a:pt x="1912462" y="69872"/>
                </a:moveTo>
                <a:lnTo>
                  <a:pt x="1773316" y="480143"/>
                </a:lnTo>
                <a:lnTo>
                  <a:pt x="1841396" y="503434"/>
                </a:lnTo>
                <a:lnTo>
                  <a:pt x="1980542" y="93162"/>
                </a:lnTo>
                <a:cubicBezTo>
                  <a:pt x="1980542" y="93162"/>
                  <a:pt x="1912462" y="69872"/>
                  <a:pt x="1912462" y="69872"/>
                </a:cubicBezTo>
                <a:close/>
                <a:moveTo>
                  <a:pt x="1260925" y="16124"/>
                </a:moveTo>
                <a:lnTo>
                  <a:pt x="1311089" y="446700"/>
                </a:lnTo>
                <a:lnTo>
                  <a:pt x="1410223" y="435354"/>
                </a:lnTo>
                <a:lnTo>
                  <a:pt x="1360059" y="4180"/>
                </a:lnTo>
                <a:lnTo>
                  <a:pt x="1260925" y="15527"/>
                </a:lnTo>
                <a:lnTo>
                  <a:pt x="1260925" y="15527"/>
                </a:lnTo>
                <a:close/>
                <a:moveTo>
                  <a:pt x="1044741" y="66886"/>
                </a:moveTo>
                <a:lnTo>
                  <a:pt x="1044741" y="69274"/>
                </a:lnTo>
                <a:cubicBezTo>
                  <a:pt x="1045338" y="69274"/>
                  <a:pt x="1044741" y="68677"/>
                  <a:pt x="1044741" y="67483"/>
                </a:cubicBezTo>
                <a:cubicBezTo>
                  <a:pt x="761671" y="141535"/>
                  <a:pt x="489948" y="321887"/>
                  <a:pt x="283917" y="603165"/>
                </a:cubicBezTo>
                <a:cubicBezTo>
                  <a:pt x="81468" y="880263"/>
                  <a:pt x="-9902" y="1187220"/>
                  <a:pt x="847" y="1475067"/>
                </a:cubicBezTo>
                <a:lnTo>
                  <a:pt x="434410" y="1475067"/>
                </a:lnTo>
                <a:cubicBezTo>
                  <a:pt x="426049" y="1279785"/>
                  <a:pt x="489948" y="1067184"/>
                  <a:pt x="634469" y="859958"/>
                </a:cubicBezTo>
                <a:cubicBezTo>
                  <a:pt x="787948" y="659301"/>
                  <a:pt x="971883" y="533891"/>
                  <a:pt x="1161194" y="483726"/>
                </a:cubicBezTo>
                <a:cubicBezTo>
                  <a:pt x="1161194" y="481935"/>
                  <a:pt x="1161194" y="480143"/>
                  <a:pt x="1160596" y="477754"/>
                </a:cubicBezTo>
                <a:lnTo>
                  <a:pt x="1161791" y="482532"/>
                </a:lnTo>
                <a:lnTo>
                  <a:pt x="1266299" y="453270"/>
                </a:lnTo>
                <a:lnTo>
                  <a:pt x="1149250" y="37026"/>
                </a:lnTo>
                <a:lnTo>
                  <a:pt x="1044741" y="66288"/>
                </a:lnTo>
                <a:lnTo>
                  <a:pt x="1044741" y="66288"/>
                </a:lnTo>
                <a:close/>
                <a:moveTo>
                  <a:pt x="1266299" y="453867"/>
                </a:moveTo>
                <a:lnTo>
                  <a:pt x="1266299" y="453867"/>
                </a:lnTo>
                <a:cubicBezTo>
                  <a:pt x="1266299" y="453867"/>
                  <a:pt x="1266299" y="453867"/>
                  <a:pt x="1266299" y="453867"/>
                </a:cubicBezTo>
                <a:lnTo>
                  <a:pt x="1266299" y="453867"/>
                </a:lnTo>
                <a:close/>
                <a:moveTo>
                  <a:pt x="2847667" y="934010"/>
                </a:moveTo>
                <a:lnTo>
                  <a:pt x="2444562" y="1091669"/>
                </a:lnTo>
                <a:lnTo>
                  <a:pt x="2451131" y="1108390"/>
                </a:lnTo>
                <a:lnTo>
                  <a:pt x="2854236" y="950731"/>
                </a:lnTo>
                <a:lnTo>
                  <a:pt x="2847667" y="934010"/>
                </a:lnTo>
                <a:close/>
                <a:moveTo>
                  <a:pt x="2912164" y="1147805"/>
                </a:moveTo>
                <a:lnTo>
                  <a:pt x="2912164" y="1147805"/>
                </a:lnTo>
                <a:lnTo>
                  <a:pt x="2489351" y="1241564"/>
                </a:lnTo>
                <a:lnTo>
                  <a:pt x="2491740" y="1250522"/>
                </a:lnTo>
                <a:lnTo>
                  <a:pt x="2914552" y="1156763"/>
                </a:lnTo>
                <a:lnTo>
                  <a:pt x="2912164" y="1147805"/>
                </a:lnTo>
                <a:close/>
                <a:moveTo>
                  <a:pt x="2750922" y="736339"/>
                </a:moveTo>
                <a:lnTo>
                  <a:pt x="2375287" y="951329"/>
                </a:lnTo>
                <a:lnTo>
                  <a:pt x="2388425" y="974619"/>
                </a:lnTo>
                <a:lnTo>
                  <a:pt x="2764060" y="759630"/>
                </a:lnTo>
                <a:lnTo>
                  <a:pt x="2750922" y="736339"/>
                </a:lnTo>
                <a:close/>
                <a:moveTo>
                  <a:pt x="2480393" y="395939"/>
                </a:moveTo>
                <a:lnTo>
                  <a:pt x="2179408" y="707674"/>
                </a:lnTo>
                <a:lnTo>
                  <a:pt x="2211656" y="738728"/>
                </a:lnTo>
                <a:lnTo>
                  <a:pt x="2512641" y="426993"/>
                </a:lnTo>
                <a:lnTo>
                  <a:pt x="2480393" y="395939"/>
                </a:lnTo>
                <a:close/>
                <a:moveTo>
                  <a:pt x="2626705" y="556584"/>
                </a:moveTo>
                <a:lnTo>
                  <a:pt x="2285111" y="822335"/>
                </a:lnTo>
                <a:lnTo>
                  <a:pt x="2307804" y="851000"/>
                </a:lnTo>
                <a:lnTo>
                  <a:pt x="2649399" y="585249"/>
                </a:lnTo>
                <a:lnTo>
                  <a:pt x="2626705" y="556584"/>
                </a:lnTo>
                <a:close/>
                <a:moveTo>
                  <a:pt x="2307207" y="256793"/>
                </a:moveTo>
                <a:lnTo>
                  <a:pt x="2057580" y="610929"/>
                </a:lnTo>
                <a:lnTo>
                  <a:pt x="2101773" y="641983"/>
                </a:lnTo>
                <a:lnTo>
                  <a:pt x="2351399" y="287847"/>
                </a:lnTo>
                <a:lnTo>
                  <a:pt x="2307207" y="256793"/>
                </a:lnTo>
                <a:close/>
              </a:path>
            </a:pathLst>
          </a:custGeom>
          <a:solidFill>
            <a:srgbClr val="0C32A4"/>
          </a:solidFill>
          <a:ln w="59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7" name="Freeform 56">
            <a:extLst>
              <a:ext uri="{FF2B5EF4-FFF2-40B4-BE49-F238E27FC236}">
                <a16:creationId xmlns:a16="http://schemas.microsoft.com/office/drawing/2014/main" id="{76555EF5-F810-419D-4775-80D518E07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98366" y="3323701"/>
            <a:ext cx="2096762" cy="1060614"/>
          </a:xfrm>
          <a:custGeom>
            <a:avLst/>
            <a:gdLst>
              <a:gd name="connsiteX0" fmla="*/ 1279802 w 2096762"/>
              <a:gd name="connsiteY0" fmla="*/ 1036727 h 1060614"/>
              <a:gd name="connsiteX1" fmla="*/ 1221874 w 2096762"/>
              <a:gd name="connsiteY1" fmla="*/ 730367 h 1060614"/>
              <a:gd name="connsiteX2" fmla="*/ 1164544 w 2096762"/>
              <a:gd name="connsiteY2" fmla="*/ 741117 h 1060614"/>
              <a:gd name="connsiteX3" fmla="*/ 1222471 w 2096762"/>
              <a:gd name="connsiteY3" fmla="*/ 1047477 h 1060614"/>
              <a:gd name="connsiteX4" fmla="*/ 1279802 w 2096762"/>
              <a:gd name="connsiteY4" fmla="*/ 1036727 h 1060614"/>
              <a:gd name="connsiteX5" fmla="*/ 1562274 w 2096762"/>
              <a:gd name="connsiteY5" fmla="*/ 933413 h 1060614"/>
              <a:gd name="connsiteX6" fmla="*/ 1422531 w 2096762"/>
              <a:gd name="connsiteY6" fmla="*/ 655121 h 1060614"/>
              <a:gd name="connsiteX7" fmla="*/ 1381922 w 2096762"/>
              <a:gd name="connsiteY7" fmla="*/ 675425 h 1060614"/>
              <a:gd name="connsiteX8" fmla="*/ 1521665 w 2096762"/>
              <a:gd name="connsiteY8" fmla="*/ 953717 h 1060614"/>
              <a:gd name="connsiteX9" fmla="*/ 1562274 w 2096762"/>
              <a:gd name="connsiteY9" fmla="*/ 933413 h 1060614"/>
              <a:gd name="connsiteX10" fmla="*/ 1065410 w 2096762"/>
              <a:gd name="connsiteY10" fmla="*/ 1060615 h 1060614"/>
              <a:gd name="connsiteX11" fmla="*/ 1129907 w 2096762"/>
              <a:gd name="connsiteY11" fmla="*/ 1058226 h 1060614"/>
              <a:gd name="connsiteX12" fmla="*/ 1117963 w 2096762"/>
              <a:gd name="connsiteY12" fmla="*/ 747089 h 1060614"/>
              <a:gd name="connsiteX13" fmla="*/ 1053466 w 2096762"/>
              <a:gd name="connsiteY13" fmla="*/ 749477 h 1060614"/>
              <a:gd name="connsiteX14" fmla="*/ 1065410 w 2096762"/>
              <a:gd name="connsiteY14" fmla="*/ 1060615 h 1060614"/>
              <a:gd name="connsiteX15" fmla="*/ 1424920 w 2096762"/>
              <a:gd name="connsiteY15" fmla="*/ 994327 h 1060614"/>
              <a:gd name="connsiteX16" fmla="*/ 1324592 w 2096762"/>
              <a:gd name="connsiteY16" fmla="*/ 699313 h 1060614"/>
              <a:gd name="connsiteX17" fmla="*/ 1275622 w 2096762"/>
              <a:gd name="connsiteY17" fmla="*/ 716034 h 1060614"/>
              <a:gd name="connsiteX18" fmla="*/ 1375950 w 2096762"/>
              <a:gd name="connsiteY18" fmla="*/ 1011048 h 1060614"/>
              <a:gd name="connsiteX19" fmla="*/ 1424920 w 2096762"/>
              <a:gd name="connsiteY19" fmla="*/ 994327 h 1060614"/>
              <a:gd name="connsiteX20" fmla="*/ 907154 w 2096762"/>
              <a:gd name="connsiteY20" fmla="*/ 1049866 h 1060614"/>
              <a:gd name="connsiteX21" fmla="*/ 978219 w 2096762"/>
              <a:gd name="connsiteY21" fmla="*/ 1058226 h 1060614"/>
              <a:gd name="connsiteX22" fmla="*/ 1014648 w 2096762"/>
              <a:gd name="connsiteY22" fmla="*/ 748283 h 1060614"/>
              <a:gd name="connsiteX23" fmla="*/ 943582 w 2096762"/>
              <a:gd name="connsiteY23" fmla="*/ 739922 h 1060614"/>
              <a:gd name="connsiteX24" fmla="*/ 907154 w 2096762"/>
              <a:gd name="connsiteY24" fmla="*/ 1049866 h 1060614"/>
              <a:gd name="connsiteX25" fmla="*/ 907154 w 2096762"/>
              <a:gd name="connsiteY25" fmla="*/ 1049866 h 1060614"/>
              <a:gd name="connsiteX26" fmla="*/ 751286 w 2096762"/>
              <a:gd name="connsiteY26" fmla="*/ 1013437 h 1060614"/>
              <a:gd name="connsiteX27" fmla="*/ 826532 w 2096762"/>
              <a:gd name="connsiteY27" fmla="*/ 1034338 h 1060614"/>
              <a:gd name="connsiteX28" fmla="*/ 910737 w 2096762"/>
              <a:gd name="connsiteY28" fmla="*/ 734547 h 1060614"/>
              <a:gd name="connsiteX29" fmla="*/ 835490 w 2096762"/>
              <a:gd name="connsiteY29" fmla="*/ 713646 h 1060614"/>
              <a:gd name="connsiteX30" fmla="*/ 834296 w 2096762"/>
              <a:gd name="connsiteY30" fmla="*/ 717229 h 1060614"/>
              <a:gd name="connsiteX31" fmla="*/ 834893 w 2096762"/>
              <a:gd name="connsiteY31" fmla="*/ 713049 h 1060614"/>
              <a:gd name="connsiteX32" fmla="*/ 456273 w 2096762"/>
              <a:gd name="connsiteY32" fmla="*/ 442520 h 1060614"/>
              <a:gd name="connsiteX33" fmla="*/ 312349 w 2096762"/>
              <a:gd name="connsiteY33" fmla="*/ 0 h 1060614"/>
              <a:gd name="connsiteX34" fmla="*/ 614 w 2096762"/>
              <a:gd name="connsiteY34" fmla="*/ 0 h 1060614"/>
              <a:gd name="connsiteX35" fmla="*/ 204257 w 2096762"/>
              <a:gd name="connsiteY35" fmla="*/ 627650 h 1060614"/>
              <a:gd name="connsiteX36" fmla="*/ 751883 w 2096762"/>
              <a:gd name="connsiteY36" fmla="*/ 1013437 h 1060614"/>
              <a:gd name="connsiteX37" fmla="*/ 752481 w 2096762"/>
              <a:gd name="connsiteY37" fmla="*/ 1012242 h 1060614"/>
              <a:gd name="connsiteX38" fmla="*/ 752481 w 2096762"/>
              <a:gd name="connsiteY38" fmla="*/ 1014034 h 1060614"/>
              <a:gd name="connsiteX39" fmla="*/ 751883 w 2096762"/>
              <a:gd name="connsiteY39" fmla="*/ 1014034 h 1060614"/>
              <a:gd name="connsiteX40" fmla="*/ 910737 w 2096762"/>
              <a:gd name="connsiteY40" fmla="*/ 734547 h 1060614"/>
              <a:gd name="connsiteX41" fmla="*/ 910737 w 2096762"/>
              <a:gd name="connsiteY41" fmla="*/ 734547 h 1060614"/>
              <a:gd name="connsiteX42" fmla="*/ 910737 w 2096762"/>
              <a:gd name="connsiteY42" fmla="*/ 734547 h 1060614"/>
              <a:gd name="connsiteX43" fmla="*/ 2053167 w 2096762"/>
              <a:gd name="connsiteY43" fmla="*/ 376829 h 1060614"/>
              <a:gd name="connsiteX44" fmla="*/ 1762931 w 2096762"/>
              <a:gd name="connsiteY44" fmla="*/ 263362 h 1060614"/>
              <a:gd name="connsiteX45" fmla="*/ 1758154 w 2096762"/>
              <a:gd name="connsiteY45" fmla="*/ 275306 h 1060614"/>
              <a:gd name="connsiteX46" fmla="*/ 2048389 w 2096762"/>
              <a:gd name="connsiteY46" fmla="*/ 388773 h 1060614"/>
              <a:gd name="connsiteX47" fmla="*/ 2053167 w 2096762"/>
              <a:gd name="connsiteY47" fmla="*/ 376829 h 1060614"/>
              <a:gd name="connsiteX48" fmla="*/ 2096762 w 2096762"/>
              <a:gd name="connsiteY48" fmla="*/ 229322 h 1060614"/>
              <a:gd name="connsiteX49" fmla="*/ 1792791 w 2096762"/>
              <a:gd name="connsiteY49" fmla="*/ 161839 h 1060614"/>
              <a:gd name="connsiteX50" fmla="*/ 1790999 w 2096762"/>
              <a:gd name="connsiteY50" fmla="*/ 168409 h 1060614"/>
              <a:gd name="connsiteX51" fmla="*/ 2094971 w 2096762"/>
              <a:gd name="connsiteY51" fmla="*/ 235891 h 1060614"/>
              <a:gd name="connsiteX52" fmla="*/ 2094971 w 2096762"/>
              <a:gd name="connsiteY52" fmla="*/ 235891 h 1060614"/>
              <a:gd name="connsiteX53" fmla="*/ 2096762 w 2096762"/>
              <a:gd name="connsiteY53" fmla="*/ 229322 h 1060614"/>
              <a:gd name="connsiteX54" fmla="*/ 1988073 w 2096762"/>
              <a:gd name="connsiteY54" fmla="*/ 514183 h 1060614"/>
              <a:gd name="connsiteX55" fmla="*/ 1717545 w 2096762"/>
              <a:gd name="connsiteY55" fmla="*/ 359510 h 1060614"/>
              <a:gd name="connsiteX56" fmla="*/ 1707990 w 2096762"/>
              <a:gd name="connsiteY56" fmla="*/ 376232 h 1060614"/>
              <a:gd name="connsiteX57" fmla="*/ 1978518 w 2096762"/>
              <a:gd name="connsiteY57" fmla="*/ 530905 h 1060614"/>
              <a:gd name="connsiteX58" fmla="*/ 1988073 w 2096762"/>
              <a:gd name="connsiteY58" fmla="*/ 514183 h 1060614"/>
              <a:gd name="connsiteX59" fmla="*/ 1807124 w 2096762"/>
              <a:gd name="connsiteY59" fmla="*/ 753658 h 1060614"/>
              <a:gd name="connsiteX60" fmla="*/ 1590342 w 2096762"/>
              <a:gd name="connsiteY60" fmla="*/ 529710 h 1060614"/>
              <a:gd name="connsiteX61" fmla="*/ 1567052 w 2096762"/>
              <a:gd name="connsiteY61" fmla="*/ 552404 h 1060614"/>
              <a:gd name="connsiteX62" fmla="*/ 1783833 w 2096762"/>
              <a:gd name="connsiteY62" fmla="*/ 776351 h 1060614"/>
              <a:gd name="connsiteX63" fmla="*/ 1807124 w 2096762"/>
              <a:gd name="connsiteY63" fmla="*/ 753658 h 1060614"/>
              <a:gd name="connsiteX64" fmla="*/ 1905660 w 2096762"/>
              <a:gd name="connsiteY64" fmla="*/ 640191 h 1060614"/>
              <a:gd name="connsiteX65" fmla="*/ 1659617 w 2096762"/>
              <a:gd name="connsiteY65" fmla="*/ 449089 h 1060614"/>
              <a:gd name="connsiteX66" fmla="*/ 1643493 w 2096762"/>
              <a:gd name="connsiteY66" fmla="*/ 469394 h 1060614"/>
              <a:gd name="connsiteX67" fmla="*/ 1889536 w 2096762"/>
              <a:gd name="connsiteY67" fmla="*/ 660496 h 1060614"/>
              <a:gd name="connsiteX68" fmla="*/ 1905660 w 2096762"/>
              <a:gd name="connsiteY68" fmla="*/ 640191 h 1060614"/>
              <a:gd name="connsiteX69" fmla="*/ 1691865 w 2096762"/>
              <a:gd name="connsiteY69" fmla="*/ 853986 h 1060614"/>
              <a:gd name="connsiteX70" fmla="*/ 1512110 w 2096762"/>
              <a:gd name="connsiteY70" fmla="*/ 598985 h 1060614"/>
              <a:gd name="connsiteX71" fmla="*/ 1480459 w 2096762"/>
              <a:gd name="connsiteY71" fmla="*/ 621678 h 1060614"/>
              <a:gd name="connsiteX72" fmla="*/ 1660214 w 2096762"/>
              <a:gd name="connsiteY72" fmla="*/ 876680 h 1060614"/>
              <a:gd name="connsiteX73" fmla="*/ 1691865 w 2096762"/>
              <a:gd name="connsiteY73" fmla="*/ 853986 h 1060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2096762" h="1060614">
                <a:moveTo>
                  <a:pt x="1279802" y="1036727"/>
                </a:moveTo>
                <a:lnTo>
                  <a:pt x="1221874" y="730367"/>
                </a:lnTo>
                <a:lnTo>
                  <a:pt x="1164544" y="741117"/>
                </a:lnTo>
                <a:lnTo>
                  <a:pt x="1222471" y="1047477"/>
                </a:lnTo>
                <a:lnTo>
                  <a:pt x="1279802" y="1036727"/>
                </a:lnTo>
                <a:close/>
                <a:moveTo>
                  <a:pt x="1562274" y="933413"/>
                </a:moveTo>
                <a:lnTo>
                  <a:pt x="1422531" y="655121"/>
                </a:lnTo>
                <a:lnTo>
                  <a:pt x="1381922" y="675425"/>
                </a:lnTo>
                <a:lnTo>
                  <a:pt x="1521665" y="953717"/>
                </a:lnTo>
                <a:lnTo>
                  <a:pt x="1562274" y="933413"/>
                </a:lnTo>
                <a:close/>
                <a:moveTo>
                  <a:pt x="1065410" y="1060615"/>
                </a:moveTo>
                <a:lnTo>
                  <a:pt x="1129907" y="1058226"/>
                </a:lnTo>
                <a:lnTo>
                  <a:pt x="1117963" y="747089"/>
                </a:lnTo>
                <a:lnTo>
                  <a:pt x="1053466" y="749477"/>
                </a:lnTo>
                <a:lnTo>
                  <a:pt x="1065410" y="1060615"/>
                </a:lnTo>
                <a:close/>
                <a:moveTo>
                  <a:pt x="1424920" y="994327"/>
                </a:moveTo>
                <a:lnTo>
                  <a:pt x="1324592" y="699313"/>
                </a:lnTo>
                <a:lnTo>
                  <a:pt x="1275622" y="716034"/>
                </a:lnTo>
                <a:lnTo>
                  <a:pt x="1375950" y="1011048"/>
                </a:lnTo>
                <a:cubicBezTo>
                  <a:pt x="1375950" y="1011048"/>
                  <a:pt x="1424920" y="994327"/>
                  <a:pt x="1424920" y="994327"/>
                </a:cubicBezTo>
                <a:close/>
                <a:moveTo>
                  <a:pt x="907154" y="1049866"/>
                </a:moveTo>
                <a:lnTo>
                  <a:pt x="978219" y="1058226"/>
                </a:lnTo>
                <a:lnTo>
                  <a:pt x="1014648" y="748283"/>
                </a:lnTo>
                <a:lnTo>
                  <a:pt x="943582" y="739922"/>
                </a:lnTo>
                <a:lnTo>
                  <a:pt x="907154" y="1049866"/>
                </a:lnTo>
                <a:lnTo>
                  <a:pt x="907154" y="1049866"/>
                </a:lnTo>
                <a:close/>
                <a:moveTo>
                  <a:pt x="751286" y="1013437"/>
                </a:moveTo>
                <a:lnTo>
                  <a:pt x="826532" y="1034338"/>
                </a:lnTo>
                <a:lnTo>
                  <a:pt x="910737" y="734547"/>
                </a:lnTo>
                <a:lnTo>
                  <a:pt x="835490" y="713646"/>
                </a:lnTo>
                <a:lnTo>
                  <a:pt x="834296" y="717229"/>
                </a:lnTo>
                <a:cubicBezTo>
                  <a:pt x="834296" y="715437"/>
                  <a:pt x="834893" y="714243"/>
                  <a:pt x="834893" y="713049"/>
                </a:cubicBezTo>
                <a:cubicBezTo>
                  <a:pt x="698733" y="676620"/>
                  <a:pt x="566754" y="586444"/>
                  <a:pt x="456273" y="442520"/>
                </a:cubicBezTo>
                <a:cubicBezTo>
                  <a:pt x="352361" y="293819"/>
                  <a:pt x="306377" y="140340"/>
                  <a:pt x="312349" y="0"/>
                </a:cubicBezTo>
                <a:lnTo>
                  <a:pt x="614" y="0"/>
                </a:lnTo>
                <a:cubicBezTo>
                  <a:pt x="-7149" y="207226"/>
                  <a:pt x="58542" y="428188"/>
                  <a:pt x="204257" y="627650"/>
                </a:cubicBezTo>
                <a:cubicBezTo>
                  <a:pt x="352361" y="830098"/>
                  <a:pt x="547643" y="960287"/>
                  <a:pt x="751883" y="1013437"/>
                </a:cubicBezTo>
                <a:cubicBezTo>
                  <a:pt x="751883" y="1012840"/>
                  <a:pt x="752481" y="1012242"/>
                  <a:pt x="752481" y="1012242"/>
                </a:cubicBezTo>
                <a:lnTo>
                  <a:pt x="752481" y="1014034"/>
                </a:lnTo>
                <a:cubicBezTo>
                  <a:pt x="752080" y="1014034"/>
                  <a:pt x="751883" y="1014034"/>
                  <a:pt x="751883" y="1014034"/>
                </a:cubicBezTo>
                <a:close/>
                <a:moveTo>
                  <a:pt x="910737" y="734547"/>
                </a:moveTo>
                <a:cubicBezTo>
                  <a:pt x="910737" y="734547"/>
                  <a:pt x="910737" y="734547"/>
                  <a:pt x="910737" y="734547"/>
                </a:cubicBezTo>
                <a:lnTo>
                  <a:pt x="910737" y="734547"/>
                </a:lnTo>
                <a:close/>
                <a:moveTo>
                  <a:pt x="2053167" y="376829"/>
                </a:moveTo>
                <a:lnTo>
                  <a:pt x="1762931" y="263362"/>
                </a:lnTo>
                <a:lnTo>
                  <a:pt x="1758154" y="275306"/>
                </a:lnTo>
                <a:lnTo>
                  <a:pt x="2048389" y="388773"/>
                </a:lnTo>
                <a:lnTo>
                  <a:pt x="2053167" y="376829"/>
                </a:lnTo>
                <a:close/>
                <a:moveTo>
                  <a:pt x="2096762" y="229322"/>
                </a:moveTo>
                <a:lnTo>
                  <a:pt x="1792791" y="161839"/>
                </a:lnTo>
                <a:lnTo>
                  <a:pt x="1790999" y="168409"/>
                </a:lnTo>
                <a:lnTo>
                  <a:pt x="2094971" y="235891"/>
                </a:lnTo>
                <a:lnTo>
                  <a:pt x="2094971" y="235891"/>
                </a:lnTo>
                <a:lnTo>
                  <a:pt x="2096762" y="229322"/>
                </a:lnTo>
                <a:close/>
                <a:moveTo>
                  <a:pt x="1988073" y="514183"/>
                </a:moveTo>
                <a:lnTo>
                  <a:pt x="1717545" y="359510"/>
                </a:lnTo>
                <a:lnTo>
                  <a:pt x="1707990" y="376232"/>
                </a:lnTo>
                <a:lnTo>
                  <a:pt x="1978518" y="530905"/>
                </a:lnTo>
                <a:lnTo>
                  <a:pt x="1988073" y="514183"/>
                </a:lnTo>
                <a:close/>
                <a:moveTo>
                  <a:pt x="1807124" y="753658"/>
                </a:moveTo>
                <a:lnTo>
                  <a:pt x="1590342" y="529710"/>
                </a:lnTo>
                <a:lnTo>
                  <a:pt x="1567052" y="552404"/>
                </a:lnTo>
                <a:lnTo>
                  <a:pt x="1783833" y="776351"/>
                </a:lnTo>
                <a:lnTo>
                  <a:pt x="1807124" y="753658"/>
                </a:lnTo>
                <a:close/>
                <a:moveTo>
                  <a:pt x="1905660" y="640191"/>
                </a:moveTo>
                <a:lnTo>
                  <a:pt x="1659617" y="449089"/>
                </a:lnTo>
                <a:lnTo>
                  <a:pt x="1643493" y="469394"/>
                </a:lnTo>
                <a:lnTo>
                  <a:pt x="1889536" y="660496"/>
                </a:lnTo>
                <a:lnTo>
                  <a:pt x="1905660" y="640191"/>
                </a:lnTo>
                <a:close/>
                <a:moveTo>
                  <a:pt x="1691865" y="853986"/>
                </a:moveTo>
                <a:lnTo>
                  <a:pt x="1512110" y="598985"/>
                </a:lnTo>
                <a:lnTo>
                  <a:pt x="1480459" y="621678"/>
                </a:lnTo>
                <a:lnTo>
                  <a:pt x="1660214" y="876680"/>
                </a:lnTo>
                <a:lnTo>
                  <a:pt x="1691865" y="853986"/>
                </a:lnTo>
                <a:close/>
              </a:path>
            </a:pathLst>
          </a:custGeom>
          <a:solidFill>
            <a:srgbClr val="1D56C0"/>
          </a:solidFill>
          <a:ln w="59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8" name="Freeform 57">
            <a:extLst>
              <a:ext uri="{FF2B5EF4-FFF2-40B4-BE49-F238E27FC236}">
                <a16:creationId xmlns:a16="http://schemas.microsoft.com/office/drawing/2014/main" id="{3F39A61B-405A-0E3D-CE2A-3CCC12E74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710716" y="2564669"/>
            <a:ext cx="1496982" cy="758435"/>
          </a:xfrm>
          <a:custGeom>
            <a:avLst/>
            <a:gdLst>
              <a:gd name="connsiteX0" fmla="*/ 583458 w 1496982"/>
              <a:gd name="connsiteY0" fmla="*/ 17319 h 758435"/>
              <a:gd name="connsiteX1" fmla="*/ 624664 w 1496982"/>
              <a:gd name="connsiteY1" fmla="*/ 235891 h 758435"/>
              <a:gd name="connsiteX2" fmla="*/ 665273 w 1496982"/>
              <a:gd name="connsiteY2" fmla="*/ 228128 h 758435"/>
              <a:gd name="connsiteX3" fmla="*/ 624067 w 1496982"/>
              <a:gd name="connsiteY3" fmla="*/ 9555 h 758435"/>
              <a:gd name="connsiteX4" fmla="*/ 583458 w 1496982"/>
              <a:gd name="connsiteY4" fmla="*/ 17319 h 758435"/>
              <a:gd name="connsiteX5" fmla="*/ 381606 w 1496982"/>
              <a:gd name="connsiteY5" fmla="*/ 90773 h 758435"/>
              <a:gd name="connsiteX6" fmla="*/ 481338 w 1496982"/>
              <a:gd name="connsiteY6" fmla="*/ 289639 h 758435"/>
              <a:gd name="connsiteX7" fmla="*/ 510600 w 1496982"/>
              <a:gd name="connsiteY7" fmla="*/ 275306 h 758435"/>
              <a:gd name="connsiteX8" fmla="*/ 410869 w 1496982"/>
              <a:gd name="connsiteY8" fmla="*/ 76441 h 758435"/>
              <a:gd name="connsiteX9" fmla="*/ 381606 w 1496982"/>
              <a:gd name="connsiteY9" fmla="*/ 90773 h 758435"/>
              <a:gd name="connsiteX10" fmla="*/ 736339 w 1496982"/>
              <a:gd name="connsiteY10" fmla="*/ 0 h 758435"/>
              <a:gd name="connsiteX11" fmla="*/ 689758 w 1496982"/>
              <a:gd name="connsiteY11" fmla="*/ 1792 h 758435"/>
              <a:gd name="connsiteX12" fmla="*/ 698119 w 1496982"/>
              <a:gd name="connsiteY12" fmla="*/ 223947 h 758435"/>
              <a:gd name="connsiteX13" fmla="*/ 744700 w 1496982"/>
              <a:gd name="connsiteY13" fmla="*/ 222156 h 758435"/>
              <a:gd name="connsiteX14" fmla="*/ 736339 w 1496982"/>
              <a:gd name="connsiteY14" fmla="*/ 0 h 758435"/>
              <a:gd name="connsiteX15" fmla="*/ 479546 w 1496982"/>
              <a:gd name="connsiteY15" fmla="*/ 47178 h 758435"/>
              <a:gd name="connsiteX16" fmla="*/ 551209 w 1496982"/>
              <a:gd name="connsiteY16" fmla="*/ 257987 h 758435"/>
              <a:gd name="connsiteX17" fmla="*/ 586444 w 1496982"/>
              <a:gd name="connsiteY17" fmla="*/ 246044 h 758435"/>
              <a:gd name="connsiteX18" fmla="*/ 514781 w 1496982"/>
              <a:gd name="connsiteY18" fmla="*/ 35234 h 758435"/>
              <a:gd name="connsiteX19" fmla="*/ 479546 w 1496982"/>
              <a:gd name="connsiteY19" fmla="*/ 47178 h 758435"/>
              <a:gd name="connsiteX20" fmla="*/ 849806 w 1496982"/>
              <a:gd name="connsiteY20" fmla="*/ 7764 h 758435"/>
              <a:gd name="connsiteX21" fmla="*/ 799044 w 1496982"/>
              <a:gd name="connsiteY21" fmla="*/ 1792 h 758435"/>
              <a:gd name="connsiteX22" fmla="*/ 773365 w 1496982"/>
              <a:gd name="connsiteY22" fmla="*/ 223350 h 758435"/>
              <a:gd name="connsiteX23" fmla="*/ 824126 w 1496982"/>
              <a:gd name="connsiteY23" fmla="*/ 229322 h 758435"/>
              <a:gd name="connsiteX24" fmla="*/ 849806 w 1496982"/>
              <a:gd name="connsiteY24" fmla="*/ 7764 h 758435"/>
              <a:gd name="connsiteX25" fmla="*/ 849806 w 1496982"/>
              <a:gd name="connsiteY25" fmla="*/ 7764 h 758435"/>
              <a:gd name="connsiteX26" fmla="*/ 960884 w 1496982"/>
              <a:gd name="connsiteY26" fmla="*/ 34040 h 758435"/>
              <a:gd name="connsiteX27" fmla="*/ 907136 w 1496982"/>
              <a:gd name="connsiteY27" fmla="*/ 19110 h 758435"/>
              <a:gd name="connsiteX28" fmla="*/ 846820 w 1496982"/>
              <a:gd name="connsiteY28" fmla="*/ 233502 h 758435"/>
              <a:gd name="connsiteX29" fmla="*/ 900567 w 1496982"/>
              <a:gd name="connsiteY29" fmla="*/ 248432 h 758435"/>
              <a:gd name="connsiteX30" fmla="*/ 900567 w 1496982"/>
              <a:gd name="connsiteY30" fmla="*/ 246044 h 758435"/>
              <a:gd name="connsiteX31" fmla="*/ 900567 w 1496982"/>
              <a:gd name="connsiteY31" fmla="*/ 249029 h 758435"/>
              <a:gd name="connsiteX32" fmla="*/ 1171096 w 1496982"/>
              <a:gd name="connsiteY32" fmla="*/ 442520 h 758435"/>
              <a:gd name="connsiteX33" fmla="*/ 1273813 w 1496982"/>
              <a:gd name="connsiteY33" fmla="*/ 758435 h 758435"/>
              <a:gd name="connsiteX34" fmla="*/ 1496566 w 1496982"/>
              <a:gd name="connsiteY34" fmla="*/ 758435 h 758435"/>
              <a:gd name="connsiteX35" fmla="*/ 1350851 w 1496982"/>
              <a:gd name="connsiteY35" fmla="*/ 309943 h 758435"/>
              <a:gd name="connsiteX36" fmla="*/ 959689 w 1496982"/>
              <a:gd name="connsiteY36" fmla="*/ 34637 h 758435"/>
              <a:gd name="connsiteX37" fmla="*/ 959689 w 1496982"/>
              <a:gd name="connsiteY37" fmla="*/ 35234 h 758435"/>
              <a:gd name="connsiteX38" fmla="*/ 959689 w 1496982"/>
              <a:gd name="connsiteY38" fmla="*/ 34040 h 758435"/>
              <a:gd name="connsiteX39" fmla="*/ 959689 w 1496982"/>
              <a:gd name="connsiteY39" fmla="*/ 34040 h 758435"/>
              <a:gd name="connsiteX40" fmla="*/ 847417 w 1496982"/>
              <a:gd name="connsiteY40" fmla="*/ 232905 h 758435"/>
              <a:gd name="connsiteX41" fmla="*/ 847417 w 1496982"/>
              <a:gd name="connsiteY41" fmla="*/ 232905 h 758435"/>
              <a:gd name="connsiteX42" fmla="*/ 847417 w 1496982"/>
              <a:gd name="connsiteY42" fmla="*/ 232905 h 758435"/>
              <a:gd name="connsiteX43" fmla="*/ 31054 w 1496982"/>
              <a:gd name="connsiteY43" fmla="*/ 488504 h 758435"/>
              <a:gd name="connsiteX44" fmla="*/ 238280 w 1496982"/>
              <a:gd name="connsiteY44" fmla="*/ 569722 h 758435"/>
              <a:gd name="connsiteX45" fmla="*/ 241863 w 1496982"/>
              <a:gd name="connsiteY45" fmla="*/ 561361 h 758435"/>
              <a:gd name="connsiteX46" fmla="*/ 34637 w 1496982"/>
              <a:gd name="connsiteY46" fmla="*/ 480143 h 758435"/>
              <a:gd name="connsiteX47" fmla="*/ 31054 w 1496982"/>
              <a:gd name="connsiteY47" fmla="*/ 488504 h 758435"/>
              <a:gd name="connsiteX48" fmla="*/ 0 w 1496982"/>
              <a:gd name="connsiteY48" fmla="*/ 594207 h 758435"/>
              <a:gd name="connsiteX49" fmla="*/ 217378 w 1496982"/>
              <a:gd name="connsiteY49" fmla="*/ 642580 h 758435"/>
              <a:gd name="connsiteX50" fmla="*/ 218573 w 1496982"/>
              <a:gd name="connsiteY50" fmla="*/ 637802 h 758435"/>
              <a:gd name="connsiteX51" fmla="*/ 1194 w 1496982"/>
              <a:gd name="connsiteY51" fmla="*/ 589430 h 758435"/>
              <a:gd name="connsiteX52" fmla="*/ 1194 w 1496982"/>
              <a:gd name="connsiteY52" fmla="*/ 589430 h 758435"/>
              <a:gd name="connsiteX53" fmla="*/ 0 w 1496982"/>
              <a:gd name="connsiteY53" fmla="*/ 594207 h 758435"/>
              <a:gd name="connsiteX54" fmla="*/ 77038 w 1496982"/>
              <a:gd name="connsiteY54" fmla="*/ 389967 h 758435"/>
              <a:gd name="connsiteX55" fmla="*/ 270529 w 1496982"/>
              <a:gd name="connsiteY55" fmla="*/ 500448 h 758435"/>
              <a:gd name="connsiteX56" fmla="*/ 277098 w 1496982"/>
              <a:gd name="connsiteY56" fmla="*/ 488504 h 758435"/>
              <a:gd name="connsiteX57" fmla="*/ 83607 w 1496982"/>
              <a:gd name="connsiteY57" fmla="*/ 378023 h 758435"/>
              <a:gd name="connsiteX58" fmla="*/ 77038 w 1496982"/>
              <a:gd name="connsiteY58" fmla="*/ 389967 h 758435"/>
              <a:gd name="connsiteX59" fmla="*/ 206629 w 1496982"/>
              <a:gd name="connsiteY59" fmla="*/ 219170 h 758435"/>
              <a:gd name="connsiteX60" fmla="*/ 361302 w 1496982"/>
              <a:gd name="connsiteY60" fmla="*/ 379218 h 758435"/>
              <a:gd name="connsiteX61" fmla="*/ 378023 w 1496982"/>
              <a:gd name="connsiteY61" fmla="*/ 363093 h 758435"/>
              <a:gd name="connsiteX62" fmla="*/ 223350 w 1496982"/>
              <a:gd name="connsiteY62" fmla="*/ 203046 h 758435"/>
              <a:gd name="connsiteX63" fmla="*/ 206629 w 1496982"/>
              <a:gd name="connsiteY63" fmla="*/ 219170 h 758435"/>
              <a:gd name="connsiteX64" fmla="*/ 136160 w 1496982"/>
              <a:gd name="connsiteY64" fmla="*/ 300388 h 758435"/>
              <a:gd name="connsiteX65" fmla="*/ 311735 w 1496982"/>
              <a:gd name="connsiteY65" fmla="*/ 437145 h 758435"/>
              <a:gd name="connsiteX66" fmla="*/ 323081 w 1496982"/>
              <a:gd name="connsiteY66" fmla="*/ 422215 h 758435"/>
              <a:gd name="connsiteX67" fmla="*/ 147507 w 1496982"/>
              <a:gd name="connsiteY67" fmla="*/ 285458 h 758435"/>
              <a:gd name="connsiteX68" fmla="*/ 136160 w 1496982"/>
              <a:gd name="connsiteY68" fmla="*/ 300388 h 758435"/>
              <a:gd name="connsiteX69" fmla="*/ 289041 w 1496982"/>
              <a:gd name="connsiteY69" fmla="*/ 147507 h 758435"/>
              <a:gd name="connsiteX70" fmla="*/ 417438 w 1496982"/>
              <a:gd name="connsiteY70" fmla="*/ 329651 h 758435"/>
              <a:gd name="connsiteX71" fmla="*/ 440131 w 1496982"/>
              <a:gd name="connsiteY71" fmla="*/ 313526 h 758435"/>
              <a:gd name="connsiteX72" fmla="*/ 311735 w 1496982"/>
              <a:gd name="connsiteY72" fmla="*/ 131382 h 758435"/>
              <a:gd name="connsiteX73" fmla="*/ 289041 w 1496982"/>
              <a:gd name="connsiteY73" fmla="*/ 147507 h 758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1496982" h="758435">
                <a:moveTo>
                  <a:pt x="583458" y="17319"/>
                </a:moveTo>
                <a:lnTo>
                  <a:pt x="624664" y="235891"/>
                </a:lnTo>
                <a:lnTo>
                  <a:pt x="665273" y="228128"/>
                </a:lnTo>
                <a:lnTo>
                  <a:pt x="624067" y="9555"/>
                </a:lnTo>
                <a:lnTo>
                  <a:pt x="583458" y="17319"/>
                </a:lnTo>
                <a:close/>
                <a:moveTo>
                  <a:pt x="381606" y="90773"/>
                </a:moveTo>
                <a:lnTo>
                  <a:pt x="481338" y="289639"/>
                </a:lnTo>
                <a:lnTo>
                  <a:pt x="510600" y="275306"/>
                </a:lnTo>
                <a:lnTo>
                  <a:pt x="410869" y="76441"/>
                </a:lnTo>
                <a:lnTo>
                  <a:pt x="381606" y="90773"/>
                </a:lnTo>
                <a:close/>
                <a:moveTo>
                  <a:pt x="736339" y="0"/>
                </a:moveTo>
                <a:lnTo>
                  <a:pt x="689758" y="1792"/>
                </a:lnTo>
                <a:lnTo>
                  <a:pt x="698119" y="223947"/>
                </a:lnTo>
                <a:lnTo>
                  <a:pt x="744700" y="222156"/>
                </a:lnTo>
                <a:lnTo>
                  <a:pt x="736339" y="0"/>
                </a:lnTo>
                <a:close/>
                <a:moveTo>
                  <a:pt x="479546" y="47178"/>
                </a:moveTo>
                <a:lnTo>
                  <a:pt x="551209" y="257987"/>
                </a:lnTo>
                <a:lnTo>
                  <a:pt x="586444" y="246044"/>
                </a:lnTo>
                <a:lnTo>
                  <a:pt x="514781" y="35234"/>
                </a:lnTo>
                <a:cubicBezTo>
                  <a:pt x="514781" y="35234"/>
                  <a:pt x="479546" y="47178"/>
                  <a:pt x="479546" y="47178"/>
                </a:cubicBezTo>
                <a:close/>
                <a:moveTo>
                  <a:pt x="849806" y="7764"/>
                </a:moveTo>
                <a:lnTo>
                  <a:pt x="799044" y="1792"/>
                </a:lnTo>
                <a:lnTo>
                  <a:pt x="773365" y="223350"/>
                </a:lnTo>
                <a:lnTo>
                  <a:pt x="824126" y="229322"/>
                </a:lnTo>
                <a:lnTo>
                  <a:pt x="849806" y="7764"/>
                </a:lnTo>
                <a:lnTo>
                  <a:pt x="849806" y="7764"/>
                </a:lnTo>
                <a:close/>
                <a:moveTo>
                  <a:pt x="960884" y="34040"/>
                </a:moveTo>
                <a:lnTo>
                  <a:pt x="907136" y="19110"/>
                </a:lnTo>
                <a:lnTo>
                  <a:pt x="846820" y="233502"/>
                </a:lnTo>
                <a:lnTo>
                  <a:pt x="900567" y="248432"/>
                </a:lnTo>
                <a:lnTo>
                  <a:pt x="900567" y="246044"/>
                </a:lnTo>
                <a:cubicBezTo>
                  <a:pt x="900567" y="247238"/>
                  <a:pt x="900567" y="248432"/>
                  <a:pt x="900567" y="249029"/>
                </a:cubicBezTo>
                <a:cubicBezTo>
                  <a:pt x="997910" y="274709"/>
                  <a:pt x="1092266" y="339206"/>
                  <a:pt x="1171096" y="442520"/>
                </a:cubicBezTo>
                <a:cubicBezTo>
                  <a:pt x="1245745" y="548821"/>
                  <a:pt x="1278590" y="658107"/>
                  <a:pt x="1273813" y="758435"/>
                </a:cubicBezTo>
                <a:lnTo>
                  <a:pt x="1496566" y="758435"/>
                </a:lnTo>
                <a:cubicBezTo>
                  <a:pt x="1501941" y="610331"/>
                  <a:pt x="1455360" y="452672"/>
                  <a:pt x="1350851" y="309943"/>
                </a:cubicBezTo>
                <a:cubicBezTo>
                  <a:pt x="1245148" y="165422"/>
                  <a:pt x="1105404" y="72260"/>
                  <a:pt x="959689" y="34637"/>
                </a:cubicBezTo>
                <a:cubicBezTo>
                  <a:pt x="959689" y="34637"/>
                  <a:pt x="959689" y="35234"/>
                  <a:pt x="959689" y="35234"/>
                </a:cubicBezTo>
                <a:lnTo>
                  <a:pt x="959689" y="34040"/>
                </a:lnTo>
                <a:cubicBezTo>
                  <a:pt x="959689" y="34040"/>
                  <a:pt x="959689" y="34040"/>
                  <a:pt x="959689" y="34040"/>
                </a:cubicBezTo>
                <a:close/>
                <a:moveTo>
                  <a:pt x="847417" y="232905"/>
                </a:moveTo>
                <a:cubicBezTo>
                  <a:pt x="847417" y="232905"/>
                  <a:pt x="847417" y="232905"/>
                  <a:pt x="847417" y="232905"/>
                </a:cubicBezTo>
                <a:lnTo>
                  <a:pt x="847417" y="232905"/>
                </a:lnTo>
                <a:close/>
                <a:moveTo>
                  <a:pt x="31054" y="488504"/>
                </a:moveTo>
                <a:lnTo>
                  <a:pt x="238280" y="569722"/>
                </a:lnTo>
                <a:lnTo>
                  <a:pt x="241863" y="561361"/>
                </a:lnTo>
                <a:lnTo>
                  <a:pt x="34637" y="480143"/>
                </a:lnTo>
                <a:lnTo>
                  <a:pt x="31054" y="488504"/>
                </a:lnTo>
                <a:close/>
                <a:moveTo>
                  <a:pt x="0" y="594207"/>
                </a:moveTo>
                <a:lnTo>
                  <a:pt x="217378" y="642580"/>
                </a:lnTo>
                <a:lnTo>
                  <a:pt x="218573" y="637802"/>
                </a:lnTo>
                <a:lnTo>
                  <a:pt x="1194" y="589430"/>
                </a:lnTo>
                <a:lnTo>
                  <a:pt x="1194" y="589430"/>
                </a:lnTo>
                <a:lnTo>
                  <a:pt x="0" y="594207"/>
                </a:lnTo>
                <a:close/>
                <a:moveTo>
                  <a:pt x="77038" y="389967"/>
                </a:moveTo>
                <a:lnTo>
                  <a:pt x="270529" y="500448"/>
                </a:lnTo>
                <a:lnTo>
                  <a:pt x="277098" y="488504"/>
                </a:lnTo>
                <a:lnTo>
                  <a:pt x="83607" y="378023"/>
                </a:lnTo>
                <a:lnTo>
                  <a:pt x="77038" y="389967"/>
                </a:lnTo>
                <a:close/>
                <a:moveTo>
                  <a:pt x="206629" y="219170"/>
                </a:moveTo>
                <a:lnTo>
                  <a:pt x="361302" y="379218"/>
                </a:lnTo>
                <a:lnTo>
                  <a:pt x="378023" y="363093"/>
                </a:lnTo>
                <a:lnTo>
                  <a:pt x="223350" y="203046"/>
                </a:lnTo>
                <a:lnTo>
                  <a:pt x="206629" y="219170"/>
                </a:lnTo>
                <a:close/>
                <a:moveTo>
                  <a:pt x="136160" y="300388"/>
                </a:moveTo>
                <a:lnTo>
                  <a:pt x="311735" y="437145"/>
                </a:lnTo>
                <a:lnTo>
                  <a:pt x="323081" y="422215"/>
                </a:lnTo>
                <a:lnTo>
                  <a:pt x="147507" y="285458"/>
                </a:lnTo>
                <a:lnTo>
                  <a:pt x="136160" y="300388"/>
                </a:lnTo>
                <a:close/>
                <a:moveTo>
                  <a:pt x="289041" y="147507"/>
                </a:moveTo>
                <a:lnTo>
                  <a:pt x="417438" y="329651"/>
                </a:lnTo>
                <a:lnTo>
                  <a:pt x="440131" y="313526"/>
                </a:lnTo>
                <a:lnTo>
                  <a:pt x="311735" y="131382"/>
                </a:lnTo>
                <a:lnTo>
                  <a:pt x="289041" y="147507"/>
                </a:lnTo>
                <a:close/>
              </a:path>
            </a:pathLst>
          </a:custGeom>
          <a:solidFill>
            <a:srgbClr val="0672CB"/>
          </a:solidFill>
          <a:ln w="59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6" name="gear">
            <a:extLst>
              <a:ext uri="{FF2B5EF4-FFF2-40B4-BE49-F238E27FC236}">
                <a16:creationId xmlns:a16="http://schemas.microsoft.com/office/drawing/2014/main" id="{B82197E0-64A9-CAB8-E1D6-E2E140C903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32083" y="3039111"/>
            <a:ext cx="779778" cy="77977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E30FBF1-B281-9D55-2ABE-B5DF8DEE7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3" name="fl">
            <a:extLst>
              <a:ext uri="{FF2B5EF4-FFF2-40B4-BE49-F238E27FC236}">
                <a16:creationId xmlns:a16="http://schemas.microsoft.com/office/drawing/2014/main" id="{9BAD2E44-F6A5-330C-AD69-90EFCBF71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5381061" y="6701002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indent="0" algn="ctr" defTabSz="1219170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0" u="none" baseline="0">
                <a:solidFill>
                  <a:srgbClr val="C8C9C7"/>
                </a:solidFill>
                <a:latin typeface="Arial" panose="020B0604020202020204" pitchFamily="34" charset="0"/>
              </a:rPr>
              <a:t>Copyright © Dell Inc. All Rights Reserved.</a:t>
            </a:r>
          </a:p>
        </p:txBody>
      </p:sp>
      <p:sp>
        <p:nvSpPr>
          <p:cNvPr id="4" name="TextBox 19">
            <a:extLst>
              <a:ext uri="{FF2B5EF4-FFF2-40B4-BE49-F238E27FC236}">
                <a16:creationId xmlns:a16="http://schemas.microsoft.com/office/drawing/2014/main" id="{44DDF4A8-0C9A-4804-EECB-AF4198C2D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5120251" y="6702028"/>
            <a:ext cx="94577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00" b="0" kern="1200" smtClean="0">
                <a:solidFill>
                  <a:srgbClr val="C8C9C7"/>
                </a:solidFill>
                <a:latin typeface="Arial" panose="020B0604020202020204" pitchFamily="34" charset="0"/>
                <a:ea typeface="Arial"/>
                <a:cs typeface="Arial"/>
              </a:rPr>
              <a:pPr algn="r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00" b="0" kern="1200" err="1">
              <a:solidFill>
                <a:srgbClr val="C8C9C7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2681103"/>
            <a:ext cx="6790127" cy="1495794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>
              <a:defRPr lang="en-US" sz="5400" dirty="0">
                <a:solidFill>
                  <a:schemeClr val="tx2"/>
                </a:solidFill>
                <a:latin typeface="Arial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5792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88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TW 2 Speakers">
    <p:bg>
      <p:bgPr>
        <a:solidFill>
          <a:srgbClr val="0D2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C8117A8-5F70-DE89-D332-EDF9A87393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48500" y="0"/>
            <a:ext cx="5143500" cy="6858000"/>
          </a:xfrm>
          <a:prstGeom prst="rect">
            <a:avLst/>
          </a:prstGeom>
        </p:spPr>
      </p:pic>
      <p:sp>
        <p:nvSpPr>
          <p:cNvPr id="32" name="Picture Placeholder 30">
            <a:extLst>
              <a:ext uri="{FF2B5EF4-FFF2-40B4-BE49-F238E27FC236}">
                <a16:creationId xmlns:a16="http://schemas.microsoft.com/office/drawing/2014/main" id="{4CAB655A-7CC2-031E-2173-01ACC8F4C5AC}"/>
              </a:ext>
            </a:extLst>
          </p:cNvPr>
          <p:cNvSpPr>
            <a:spLocks noGrp="1"/>
          </p:cNvSpPr>
          <p:nvPr userDrawn="1">
            <p:ph type="pic" sz="quarter" idx="18"/>
          </p:nvPr>
        </p:nvSpPr>
        <p:spPr>
          <a:xfrm>
            <a:off x="4564380" y="1428750"/>
            <a:ext cx="3063240" cy="3063240"/>
          </a:xfrm>
          <a:prstGeom prst="rect">
            <a:avLst/>
          </a:prstGeom>
        </p:spPr>
        <p:txBody>
          <a:bodyPr tIns="1097280"/>
          <a:lstStyle>
            <a:lvl1pPr>
              <a:defRPr lang="en-US" sz="20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BA8435FE-6D1E-1ABA-6C12-CAE4EE63D9C8}"/>
              </a:ext>
            </a:extLst>
          </p:cNvPr>
          <p:cNvSpPr>
            <a:spLocks noGrp="1"/>
          </p:cNvSpPr>
          <p:nvPr userDrawn="1">
            <p:ph type="pic" sz="quarter" idx="17"/>
          </p:nvPr>
        </p:nvSpPr>
        <p:spPr>
          <a:xfrm>
            <a:off x="374649" y="1426451"/>
            <a:ext cx="3063240" cy="3063240"/>
          </a:xfrm>
          <a:prstGeom prst="rect">
            <a:avLst/>
          </a:prstGeom>
        </p:spPr>
        <p:txBody>
          <a:bodyPr tIns="1097280"/>
          <a:lstStyle>
            <a:lvl1pPr>
              <a:defRPr lang="en-US" sz="2000"/>
            </a:lvl1pPr>
          </a:lstStyle>
          <a:p>
            <a:pPr marL="0" lvl="0" indent="0" algn="ctr">
              <a:buNone/>
            </a:pP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2CBE89E-A867-363A-089A-2497E493AF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63000" y="3429000"/>
            <a:ext cx="1714500" cy="3429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C05487C-63D3-9A17-A54D-3DB7D56CDC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77500" y="0"/>
            <a:ext cx="1714500" cy="3429000"/>
          </a:xfrm>
          <a:prstGeom prst="rect">
            <a:avLst/>
          </a:prstGeom>
        </p:spPr>
      </p:pic>
      <p:sp>
        <p:nvSpPr>
          <p:cNvPr id="28" name="Text Placeholder 47">
            <a:extLst>
              <a:ext uri="{FF2B5EF4-FFF2-40B4-BE49-F238E27FC236}">
                <a16:creationId xmlns:a16="http://schemas.microsoft.com/office/drawing/2014/main" id="{ECA3AF71-CC88-7B75-3C6C-CA2CD00A4F8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74649" y="4678689"/>
            <a:ext cx="3063240" cy="4431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2200">
                <a:solidFill>
                  <a:schemeClr val="tx2"/>
                </a:solidFill>
              </a:defRPr>
            </a:lvl1pPr>
            <a:lvl2pPr marL="457226" indent="0">
              <a:buNone/>
              <a:defRPr/>
            </a:lvl2pPr>
            <a:lvl3pPr marL="914450" indent="0">
              <a:buNone/>
              <a:defRPr/>
            </a:lvl3pPr>
            <a:lvl4pPr marL="1371676" indent="0">
              <a:buNone/>
              <a:defRPr/>
            </a:lvl4pPr>
            <a:lvl5pPr marL="1828902" indent="0">
              <a:buNone/>
              <a:defRPr/>
            </a:lvl5pPr>
          </a:lstStyle>
          <a:p>
            <a:pPr lvl="0"/>
            <a:r>
              <a:rPr lang="en-US"/>
              <a:t>Name Here</a:t>
            </a:r>
          </a:p>
        </p:txBody>
      </p:sp>
      <p:sp>
        <p:nvSpPr>
          <p:cNvPr id="29" name="Text Placeholder 47">
            <a:extLst>
              <a:ext uri="{FF2B5EF4-FFF2-40B4-BE49-F238E27FC236}">
                <a16:creationId xmlns:a16="http://schemas.microsoft.com/office/drawing/2014/main" id="{1959AC66-CB1F-D33E-6606-469AD30958E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74649" y="5125126"/>
            <a:ext cx="3063240" cy="7648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rgbClr val="3FCDD9"/>
                </a:solidFill>
              </a:defRPr>
            </a:lvl1pPr>
            <a:lvl2pPr marL="457226" indent="0">
              <a:buNone/>
              <a:defRPr/>
            </a:lvl2pPr>
            <a:lvl3pPr marL="914450" indent="0">
              <a:buNone/>
              <a:defRPr/>
            </a:lvl3pPr>
            <a:lvl4pPr marL="1371676" indent="0">
              <a:buNone/>
              <a:defRPr/>
            </a:lvl4pPr>
            <a:lvl5pPr marL="1828902" indent="0">
              <a:buNone/>
              <a:defRPr/>
            </a:lvl5pPr>
          </a:lstStyle>
          <a:p>
            <a:r>
              <a:rPr lang="en-US"/>
              <a:t>Title Here</a:t>
            </a:r>
          </a:p>
          <a:p>
            <a:r>
              <a:rPr lang="en-US"/>
              <a:t>Company Name</a:t>
            </a:r>
          </a:p>
        </p:txBody>
      </p:sp>
      <p:sp>
        <p:nvSpPr>
          <p:cNvPr id="30" name="Text Placeholder 47">
            <a:extLst>
              <a:ext uri="{FF2B5EF4-FFF2-40B4-BE49-F238E27FC236}">
                <a16:creationId xmlns:a16="http://schemas.microsoft.com/office/drawing/2014/main" id="{F02A0D2C-7051-0802-3174-027B7A183E3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64380" y="4678689"/>
            <a:ext cx="3063240" cy="4431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2200">
                <a:solidFill>
                  <a:schemeClr val="tx2"/>
                </a:solidFill>
              </a:defRPr>
            </a:lvl1pPr>
            <a:lvl2pPr marL="457226" indent="0">
              <a:buNone/>
              <a:defRPr/>
            </a:lvl2pPr>
            <a:lvl3pPr marL="914450" indent="0">
              <a:buNone/>
              <a:defRPr/>
            </a:lvl3pPr>
            <a:lvl4pPr marL="1371676" indent="0">
              <a:buNone/>
              <a:defRPr/>
            </a:lvl4pPr>
            <a:lvl5pPr marL="1828902" indent="0">
              <a:buNone/>
              <a:defRPr/>
            </a:lvl5pPr>
          </a:lstStyle>
          <a:p>
            <a:pPr lvl="0"/>
            <a:r>
              <a:rPr lang="en-US"/>
              <a:t>Name Here</a:t>
            </a:r>
          </a:p>
        </p:txBody>
      </p:sp>
      <p:sp>
        <p:nvSpPr>
          <p:cNvPr id="33" name="Text Placeholder 47">
            <a:extLst>
              <a:ext uri="{FF2B5EF4-FFF2-40B4-BE49-F238E27FC236}">
                <a16:creationId xmlns:a16="http://schemas.microsoft.com/office/drawing/2014/main" id="{40E969EB-9F39-DB7C-41C3-235949DB5C5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564380" y="5125126"/>
            <a:ext cx="3063240" cy="7648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rgbClr val="3FCDD9"/>
                </a:solidFill>
              </a:defRPr>
            </a:lvl1pPr>
            <a:lvl2pPr marL="457226" indent="0">
              <a:buNone/>
              <a:defRPr/>
            </a:lvl2pPr>
            <a:lvl3pPr marL="914450" indent="0">
              <a:buNone/>
              <a:defRPr/>
            </a:lvl3pPr>
            <a:lvl4pPr marL="1371676" indent="0">
              <a:buNone/>
              <a:defRPr/>
            </a:lvl4pPr>
            <a:lvl5pPr marL="1828902" indent="0">
              <a:buNone/>
              <a:defRPr/>
            </a:lvl5pPr>
          </a:lstStyle>
          <a:p>
            <a:r>
              <a:rPr lang="en-US"/>
              <a:t>Title Here</a:t>
            </a:r>
          </a:p>
          <a:p>
            <a:r>
              <a:rPr lang="en-US"/>
              <a:t>Company Name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5C75356-BE26-4CF8-51E1-ADD270026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42900"/>
            <a:ext cx="98298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2A26E88-DA3D-66C8-9235-7996DC5EE2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857250"/>
            <a:ext cx="982980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26" indent="0" algn="ctr">
              <a:buNone/>
              <a:defRPr sz="2000"/>
            </a:lvl2pPr>
            <a:lvl3pPr marL="914450" indent="0" algn="ctr">
              <a:buNone/>
              <a:defRPr sz="1800"/>
            </a:lvl3pPr>
            <a:lvl4pPr marL="1371676" indent="0" algn="ctr">
              <a:buNone/>
              <a:defRPr sz="1600"/>
            </a:lvl4pPr>
            <a:lvl5pPr marL="1828900" indent="0" algn="ctr">
              <a:buNone/>
              <a:defRPr sz="1600"/>
            </a:lvl5pPr>
            <a:lvl6pPr marL="2286126" indent="0" algn="ctr">
              <a:buNone/>
              <a:defRPr sz="1600"/>
            </a:lvl6pPr>
            <a:lvl7pPr marL="2743350" indent="0" algn="ctr">
              <a:buNone/>
              <a:defRPr sz="1600"/>
            </a:lvl7pPr>
            <a:lvl8pPr marL="3200576" indent="0" algn="ctr">
              <a:buNone/>
              <a:defRPr sz="1600"/>
            </a:lvl8pPr>
            <a:lvl9pPr marL="3657802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4FF732-E262-33E8-0BB2-8B894EF66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79" y="6451744"/>
            <a:ext cx="1438656" cy="18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528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00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TW 2 Callouts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C99D52D-E59A-E612-6675-B6820496A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2" y="342900"/>
            <a:ext cx="7240556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6DC32FF1-18A5-D155-5283-DBDCD0FA9D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487" y="857250"/>
            <a:ext cx="7237724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rgbClr val="9FDDFF"/>
                </a:solidFill>
                <a:latin typeface="Arial" panose="020B0604020202020204" pitchFamily="34" charset="0"/>
              </a:defRPr>
            </a:lvl1pPr>
            <a:lvl2pPr marL="457226" indent="0" algn="ctr">
              <a:buNone/>
              <a:defRPr sz="2000"/>
            </a:lvl2pPr>
            <a:lvl3pPr marL="914450" indent="0" algn="ctr">
              <a:buNone/>
              <a:defRPr sz="1800"/>
            </a:lvl3pPr>
            <a:lvl4pPr marL="1371676" indent="0" algn="ctr">
              <a:buNone/>
              <a:defRPr sz="1600"/>
            </a:lvl4pPr>
            <a:lvl5pPr marL="1828900" indent="0" algn="ctr">
              <a:buNone/>
              <a:defRPr sz="1600"/>
            </a:lvl5pPr>
            <a:lvl6pPr marL="2286126" indent="0" algn="ctr">
              <a:buNone/>
              <a:defRPr sz="1600"/>
            </a:lvl6pPr>
            <a:lvl7pPr marL="2743350" indent="0" algn="ctr">
              <a:buNone/>
              <a:defRPr sz="1600"/>
            </a:lvl7pPr>
            <a:lvl8pPr marL="3200576" indent="0" algn="ctr">
              <a:buNone/>
              <a:defRPr sz="1600"/>
            </a:lvl8pPr>
            <a:lvl9pPr marL="3657802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EC3D16E-DB97-498F-5F58-0576E7BCDF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13103" y="3429000"/>
            <a:ext cx="3429000" cy="3429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28E3567-AF34-AF9B-7694-D6923ABD49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005"/>
          <a:stretch/>
        </p:blipFill>
        <p:spPr>
          <a:xfrm rot="10800000">
            <a:off x="10683391" y="0"/>
            <a:ext cx="1508609" cy="3429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A8FC58A-AC4A-FC0A-4D8B-66D2D0374B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279"/>
          <a:stretch/>
        </p:blipFill>
        <p:spPr>
          <a:xfrm>
            <a:off x="9833176" y="0"/>
            <a:ext cx="2358824" cy="3429000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D13E93D9-BDD1-FBBD-F2E6-317F45DC4A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95246" y="1428750"/>
            <a:ext cx="5829300" cy="1371600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D294A7DD-CEF3-F029-02FD-DB9625C69D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1002" y="1428750"/>
            <a:ext cx="1714500" cy="1371600"/>
          </a:xfrm>
          <a:prstGeom prst="rect">
            <a:avLst/>
          </a:prstGeom>
        </p:spPr>
      </p:pic>
      <p:sp>
        <p:nvSpPr>
          <p:cNvPr id="64" name="Picture Placeholder 30">
            <a:extLst>
              <a:ext uri="{FF2B5EF4-FFF2-40B4-BE49-F238E27FC236}">
                <a16:creationId xmlns:a16="http://schemas.microsoft.com/office/drawing/2014/main" id="{6288FC1E-0724-BC4C-B917-BFEE8101053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72364" y="1748790"/>
            <a:ext cx="731520" cy="731520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Insert Icon Here</a:t>
            </a:r>
          </a:p>
        </p:txBody>
      </p:sp>
      <p:sp>
        <p:nvSpPr>
          <p:cNvPr id="65" name="Text Placeholder 32">
            <a:extLst>
              <a:ext uri="{FF2B5EF4-FFF2-40B4-BE49-F238E27FC236}">
                <a16:creationId xmlns:a16="http://schemas.microsoft.com/office/drawing/2014/main" id="{A0234BE2-C24E-19E9-EC3A-12567B14C5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40001" y="1681544"/>
            <a:ext cx="4577492" cy="866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0D215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0" name="Graphic 69">
            <a:extLst>
              <a:ext uri="{FF2B5EF4-FFF2-40B4-BE49-F238E27FC236}">
                <a16:creationId xmlns:a16="http://schemas.microsoft.com/office/drawing/2014/main" id="{40217733-5C3D-1194-2809-F829EEEAEB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95246" y="3086100"/>
            <a:ext cx="5829300" cy="1371600"/>
          </a:xfrm>
          <a:prstGeom prst="rect">
            <a:avLst/>
          </a:prstGeom>
        </p:spPr>
      </p:pic>
      <p:pic>
        <p:nvPicPr>
          <p:cNvPr id="71" name="Graphic 70">
            <a:extLst>
              <a:ext uri="{FF2B5EF4-FFF2-40B4-BE49-F238E27FC236}">
                <a16:creationId xmlns:a16="http://schemas.microsoft.com/office/drawing/2014/main" id="{CF18C3AA-4E0E-555B-C251-D181799E79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1002" y="3086100"/>
            <a:ext cx="1714500" cy="1371600"/>
          </a:xfrm>
          <a:prstGeom prst="rect">
            <a:avLst/>
          </a:prstGeom>
        </p:spPr>
      </p:pic>
      <p:sp>
        <p:nvSpPr>
          <p:cNvPr id="72" name="Picture Placeholder 30">
            <a:extLst>
              <a:ext uri="{FF2B5EF4-FFF2-40B4-BE49-F238E27FC236}">
                <a16:creationId xmlns:a16="http://schemas.microsoft.com/office/drawing/2014/main" id="{7F3D233F-9A22-61DC-EB11-A758CA2C8F5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72364" y="3406140"/>
            <a:ext cx="731520" cy="731520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Insert Icon Here</a:t>
            </a:r>
          </a:p>
        </p:txBody>
      </p:sp>
      <p:sp>
        <p:nvSpPr>
          <p:cNvPr id="73" name="Text Placeholder 32">
            <a:extLst>
              <a:ext uri="{FF2B5EF4-FFF2-40B4-BE49-F238E27FC236}">
                <a16:creationId xmlns:a16="http://schemas.microsoft.com/office/drawing/2014/main" id="{1C3AFCB1-D60F-B31A-5C93-40037C5DC0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40001" y="3338894"/>
            <a:ext cx="4577492" cy="866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0D215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5640C7A-8131-380A-73C1-2D4FC35D5D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r="44673"/>
          <a:stretch/>
        </p:blipFill>
        <p:spPr>
          <a:xfrm>
            <a:off x="9820531" y="3429000"/>
            <a:ext cx="2371469" cy="3429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C9460B-5912-3048-C61A-60F0C4EDC06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10403079" y="6452917"/>
            <a:ext cx="1438656" cy="18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8696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08">
          <p15:clr>
            <a:srgbClr val="FBAE40"/>
          </p15:clr>
        </p15:guide>
        <p15:guide id="2" orient="horz" pos="2448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TW 2 columns w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900"/>
            <a:ext cx="98298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200" dirty="0">
                <a:solidFill>
                  <a:schemeClr val="tx2"/>
                </a:solidFill>
                <a:latin typeface="Arial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F1CEAD-C06E-4DD6-958D-A69C28387D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428750"/>
            <a:ext cx="5486400" cy="4743449"/>
          </a:xfrm>
          <a:prstGeom prst="rect">
            <a:avLst/>
          </a:prstGeom>
        </p:spPr>
        <p:txBody>
          <a:bodyPr lIns="0" tIns="0" rIns="0" bIns="91440"/>
          <a:lstStyle>
            <a:lvl1pPr marL="0" indent="0">
              <a:lnSpc>
                <a:spcPct val="100000"/>
              </a:lnSpc>
              <a:spcBef>
                <a:spcPts val="1800"/>
              </a:spcBef>
              <a:buNone/>
              <a:defRPr sz="2000" b="1" baseline="0">
                <a:solidFill>
                  <a:schemeClr val="tx2"/>
                </a:solidFill>
              </a:defRPr>
            </a:lvl1pPr>
            <a:lvl2pPr marL="230731" indent="-230731">
              <a:lnSpc>
                <a:spcPct val="100000"/>
              </a:lnSpc>
              <a:spcBef>
                <a:spcPts val="1200"/>
              </a:spcBef>
              <a:buClrTx/>
              <a:defRPr sz="1800">
                <a:solidFill>
                  <a:schemeClr val="tx2"/>
                </a:solidFill>
              </a:defRPr>
            </a:lvl2pPr>
            <a:lvl3pPr marL="685838" indent="-23073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400">
                <a:solidFill>
                  <a:schemeClr val="tx2"/>
                </a:solidFill>
              </a:defRPr>
            </a:lvl3pPr>
            <a:lvl4pPr marL="1140946" indent="-224379">
              <a:lnSpc>
                <a:spcPct val="10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§"/>
              <a:defRPr sz="120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0C49344-5A94-4BB8-B1F8-EC9EB43874D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24600" y="1428750"/>
            <a:ext cx="5486400" cy="4743449"/>
          </a:xfrm>
          <a:prstGeom prst="rect">
            <a:avLst/>
          </a:prstGeom>
        </p:spPr>
        <p:txBody>
          <a:bodyPr lIns="0" tIns="0" rIns="0" bIns="91440"/>
          <a:lstStyle>
            <a:lvl1pPr>
              <a:defRPr lang="en-US" sz="2000" b="1" baseline="0">
                <a:solidFill>
                  <a:schemeClr val="tx2"/>
                </a:solidFill>
              </a:defRPr>
            </a:lvl1pPr>
            <a:lvl2pPr>
              <a:defRPr lang="en-US" sz="1800">
                <a:solidFill>
                  <a:schemeClr val="tx2"/>
                </a:solidFill>
              </a:defRPr>
            </a:lvl2pPr>
            <a:lvl3pPr>
              <a:defRPr lang="en-US" sz="1400">
                <a:solidFill>
                  <a:schemeClr val="tx2"/>
                </a:solidFill>
              </a:defRPr>
            </a:lvl3pPr>
            <a:lvl4pPr>
              <a:defRPr lang="en-US" sz="1200">
                <a:solidFill>
                  <a:schemeClr val="tx2"/>
                </a:solidFill>
              </a:defRPr>
            </a:lvl4pPr>
          </a:lstStyle>
          <a:p>
            <a:pPr marL="0" lvl="0" indent="0">
              <a:lnSpc>
                <a:spcPct val="10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  <a:p>
            <a:pPr marL="230731" lvl="1" indent="-230731">
              <a:lnSpc>
                <a:spcPct val="100000"/>
              </a:lnSpc>
              <a:spcBef>
                <a:spcPts val="1200"/>
              </a:spcBef>
              <a:buClrTx/>
            </a:pPr>
            <a:r>
              <a:rPr lang="en-US"/>
              <a:t>Second level</a:t>
            </a:r>
          </a:p>
          <a:p>
            <a:pPr marL="685838" lvl="2" indent="-230731">
              <a:lnSpc>
                <a:spcPct val="100000"/>
              </a:lnSpc>
              <a:spcBef>
                <a:spcPts val="600"/>
              </a:spcBef>
              <a:buClrTx/>
              <a:buChar char="–"/>
            </a:pPr>
            <a:r>
              <a:rPr lang="en-US"/>
              <a:t>Third level</a:t>
            </a:r>
          </a:p>
          <a:p>
            <a:pPr marL="1140946" lvl="3" indent="-224379">
              <a:lnSpc>
                <a:spcPct val="10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§"/>
            </a:pPr>
            <a:r>
              <a:rPr lang="en-US"/>
              <a:t>Fourth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B04F009-FA7F-1994-5E5B-AE0091D8694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34425" y="-7884"/>
            <a:ext cx="1471767" cy="59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633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0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TW 3 columns w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900"/>
            <a:ext cx="98298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200" dirty="0">
                <a:solidFill>
                  <a:schemeClr val="tx2"/>
                </a:solidFill>
                <a:latin typeface="Arial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" name="Content Placeholder 9"/>
          <p:cNvSpPr>
            <a:spLocks noGrp="1"/>
          </p:cNvSpPr>
          <p:nvPr>
            <p:ph sz="quarter" idx="13"/>
          </p:nvPr>
        </p:nvSpPr>
        <p:spPr>
          <a:xfrm>
            <a:off x="381001" y="1428750"/>
            <a:ext cx="3526327" cy="47434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tx2"/>
                </a:solidFill>
              </a:defRPr>
            </a:lvl1pPr>
            <a:lvl2pPr marL="228612" indent="-228612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2pPr>
            <a:lvl3pPr marL="685838" indent="-228612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200">
                <a:solidFill>
                  <a:schemeClr val="tx2"/>
                </a:solidFill>
              </a:defRPr>
            </a:lvl3pPr>
            <a:lvl4pPr marL="1600288" indent="-228612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514" indent="-228612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3C9CA1AB-E8E8-4338-8BB5-4C9F95D3899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32837" y="1428750"/>
            <a:ext cx="3526327" cy="4743450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1800" b="1">
                <a:solidFill>
                  <a:schemeClr val="tx2"/>
                </a:solidFill>
              </a:defRPr>
            </a:lvl1pPr>
            <a:lvl2pPr>
              <a:defRPr lang="en-US" sz="1600">
                <a:solidFill>
                  <a:schemeClr val="tx2"/>
                </a:solidFill>
              </a:defRPr>
            </a:lvl2pPr>
            <a:lvl3pPr>
              <a:defRPr lang="en-US" sz="1200">
                <a:solidFill>
                  <a:schemeClr val="tx2"/>
                </a:solidFill>
              </a:defRPr>
            </a:lvl3pPr>
          </a:lstStyle>
          <a:p>
            <a:pPr marL="0" lv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</a:pPr>
            <a:r>
              <a:rPr lang="en-US"/>
              <a:t>Click to edit Master text styles</a:t>
            </a:r>
          </a:p>
          <a:p>
            <a:pPr marL="228612" lvl="1">
              <a:lnSpc>
                <a:spcPct val="100000"/>
              </a:lnSpc>
              <a:spcBef>
                <a:spcPts val="1200"/>
              </a:spcBef>
              <a:buClrTx/>
            </a:pPr>
            <a:r>
              <a:rPr lang="en-US"/>
              <a:t>Second level</a:t>
            </a:r>
          </a:p>
          <a:p>
            <a:pPr marL="685838" lvl="2">
              <a:lnSpc>
                <a:spcPct val="100000"/>
              </a:lnSpc>
              <a:spcBef>
                <a:spcPts val="600"/>
              </a:spcBef>
              <a:buClrTx/>
              <a:buChar char="–"/>
            </a:pPr>
            <a:r>
              <a:rPr lang="en-US"/>
              <a:t>Third level</a:t>
            </a: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B6586213-13AB-4801-9939-C1924B01D7D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284231" y="1428750"/>
            <a:ext cx="3526327" cy="4743450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1800" b="1">
                <a:solidFill>
                  <a:schemeClr val="tx2"/>
                </a:solidFill>
              </a:defRPr>
            </a:lvl1pPr>
            <a:lvl2pPr>
              <a:defRPr lang="en-US" sz="1600">
                <a:solidFill>
                  <a:schemeClr val="tx2"/>
                </a:solidFill>
              </a:defRPr>
            </a:lvl2pPr>
            <a:lvl3pPr>
              <a:defRPr lang="en-US" sz="1200">
                <a:solidFill>
                  <a:schemeClr val="tx2"/>
                </a:solidFill>
              </a:defRPr>
            </a:lvl3pPr>
          </a:lstStyle>
          <a:p>
            <a:pPr marL="0" lv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</a:pPr>
            <a:r>
              <a:rPr lang="en-US"/>
              <a:t>Click to edit Master text styles</a:t>
            </a:r>
          </a:p>
          <a:p>
            <a:pPr marL="228612" lvl="1">
              <a:lnSpc>
                <a:spcPct val="100000"/>
              </a:lnSpc>
              <a:spcBef>
                <a:spcPts val="1200"/>
              </a:spcBef>
              <a:buClrTx/>
            </a:pPr>
            <a:r>
              <a:rPr lang="en-US"/>
              <a:t>Second level</a:t>
            </a:r>
          </a:p>
          <a:p>
            <a:pPr marL="685838" lvl="2">
              <a:lnSpc>
                <a:spcPct val="100000"/>
              </a:lnSpc>
              <a:spcBef>
                <a:spcPts val="600"/>
              </a:spcBef>
              <a:buClrTx/>
              <a:buChar char="–"/>
            </a:pPr>
            <a:r>
              <a:rPr lang="en-US"/>
              <a:t>Third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285AA78-BB9E-1CE2-A711-3EE31F1793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34425" y="-7884"/>
            <a:ext cx="1471767" cy="59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681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40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TW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21CDB-95CE-458B-A911-027A05894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57200"/>
            <a:ext cx="10515600" cy="39581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9524FF7-65B1-5AEA-87D4-7BC4624845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34425" y="-7884"/>
            <a:ext cx="1471767" cy="59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492123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&amp; Subtitle DAP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AA65661F-121A-A70B-1D4A-32FA4666FB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9843587" y="1389887"/>
            <a:ext cx="2554492" cy="203911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D86B47BB-8E19-CC6D-C725-0E1784AAA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744200" y="-609600"/>
            <a:ext cx="2042834" cy="2044402"/>
            <a:chOff x="7620000" y="317500"/>
            <a:chExt cx="2472704" cy="247460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A6B860C-9E10-110D-AAB6-C3E5EF1F0493}"/>
                </a:ext>
              </a:extLst>
            </p:cNvPr>
            <p:cNvGrpSpPr/>
            <p:nvPr/>
          </p:nvGrpSpPr>
          <p:grpSpPr>
            <a:xfrm>
              <a:off x="7620000" y="317500"/>
              <a:ext cx="2472704" cy="2474602"/>
              <a:chOff x="7011789" y="-134779"/>
              <a:chExt cx="2472704" cy="2474602"/>
            </a:xfrm>
          </p:grpSpPr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B4F715A6-8D1D-BC15-9683-BD8D00297D65}"/>
                  </a:ext>
                </a:extLst>
              </p:cNvPr>
              <p:cNvSpPr/>
              <p:nvPr/>
            </p:nvSpPr>
            <p:spPr>
              <a:xfrm>
                <a:off x="7556429" y="411758"/>
                <a:ext cx="1374884" cy="1374884"/>
              </a:xfrm>
              <a:custGeom>
                <a:avLst/>
                <a:gdLst>
                  <a:gd name="connsiteX0" fmla="*/ 1212631 w 1374884"/>
                  <a:gd name="connsiteY0" fmla="*/ 311223 h 1374884"/>
                  <a:gd name="connsiteX1" fmla="*/ 1191756 w 1374884"/>
                  <a:gd name="connsiteY1" fmla="*/ 330200 h 1374884"/>
                  <a:gd name="connsiteX2" fmla="*/ 1213580 w 1374884"/>
                  <a:gd name="connsiteY2" fmla="*/ 362461 h 1374884"/>
                  <a:gd name="connsiteX3" fmla="*/ 1238250 w 1374884"/>
                  <a:gd name="connsiteY3" fmla="*/ 350126 h 1374884"/>
                  <a:gd name="connsiteX4" fmla="*/ 1280948 w 1374884"/>
                  <a:gd name="connsiteY4" fmla="*/ 339689 h 1374884"/>
                  <a:gd name="connsiteX5" fmla="*/ 1325544 w 1374884"/>
                  <a:gd name="connsiteY5" fmla="*/ 431727 h 1374884"/>
                  <a:gd name="connsiteX6" fmla="*/ 1291386 w 1374884"/>
                  <a:gd name="connsiteY6" fmla="*/ 458295 h 1374884"/>
                  <a:gd name="connsiteX7" fmla="*/ 1264818 w 1374884"/>
                  <a:gd name="connsiteY7" fmla="*/ 471579 h 1374884"/>
                  <a:gd name="connsiteX8" fmla="*/ 1278102 w 1374884"/>
                  <a:gd name="connsiteY8" fmla="*/ 508584 h 1374884"/>
                  <a:gd name="connsiteX9" fmla="*/ 1306567 w 1374884"/>
                  <a:gd name="connsiteY9" fmla="*/ 502891 h 1374884"/>
                  <a:gd name="connsiteX10" fmla="*/ 1349266 w 1374884"/>
                  <a:gd name="connsiteY10" fmla="*/ 502891 h 1374884"/>
                  <a:gd name="connsiteX11" fmla="*/ 1361601 w 1374884"/>
                  <a:gd name="connsiteY11" fmla="*/ 557924 h 1374884"/>
                  <a:gd name="connsiteX12" fmla="*/ 1369191 w 1374884"/>
                  <a:gd name="connsiteY12" fmla="*/ 604418 h 1374884"/>
                  <a:gd name="connsiteX13" fmla="*/ 1329340 w 1374884"/>
                  <a:gd name="connsiteY13" fmla="*/ 620548 h 1374884"/>
                  <a:gd name="connsiteX14" fmla="*/ 1301823 w 1374884"/>
                  <a:gd name="connsiteY14" fmla="*/ 627190 h 1374884"/>
                  <a:gd name="connsiteX15" fmla="*/ 1304670 w 1374884"/>
                  <a:gd name="connsiteY15" fmla="*/ 667042 h 1374884"/>
                  <a:gd name="connsiteX16" fmla="*/ 1330289 w 1374884"/>
                  <a:gd name="connsiteY16" fmla="*/ 668940 h 1374884"/>
                  <a:gd name="connsiteX17" fmla="*/ 1374885 w 1374884"/>
                  <a:gd name="connsiteY17" fmla="*/ 682224 h 1374884"/>
                  <a:gd name="connsiteX18" fmla="*/ 1370140 w 1374884"/>
                  <a:gd name="connsiteY18" fmla="*/ 783751 h 1374884"/>
                  <a:gd name="connsiteX19" fmla="*/ 1322698 w 1374884"/>
                  <a:gd name="connsiteY19" fmla="*/ 790393 h 1374884"/>
                  <a:gd name="connsiteX20" fmla="*/ 1298028 w 1374884"/>
                  <a:gd name="connsiteY20" fmla="*/ 787546 h 1374884"/>
                  <a:gd name="connsiteX21" fmla="*/ 1289488 w 1374884"/>
                  <a:gd name="connsiteY21" fmla="*/ 828347 h 1374884"/>
                  <a:gd name="connsiteX22" fmla="*/ 1313209 w 1374884"/>
                  <a:gd name="connsiteY22" fmla="*/ 836886 h 1374884"/>
                  <a:gd name="connsiteX23" fmla="*/ 1354010 w 1374884"/>
                  <a:gd name="connsiteY23" fmla="*/ 860608 h 1374884"/>
                  <a:gd name="connsiteX24" fmla="*/ 1321749 w 1374884"/>
                  <a:gd name="connsiteY24" fmla="*/ 955493 h 1374884"/>
                  <a:gd name="connsiteX25" fmla="*/ 1273358 w 1374884"/>
                  <a:gd name="connsiteY25" fmla="*/ 949799 h 1374884"/>
                  <a:gd name="connsiteX26" fmla="*/ 1250585 w 1374884"/>
                  <a:gd name="connsiteY26" fmla="*/ 940311 h 1374884"/>
                  <a:gd name="connsiteX27" fmla="*/ 1231608 w 1374884"/>
                  <a:gd name="connsiteY27" fmla="*/ 977316 h 1374884"/>
                  <a:gd name="connsiteX28" fmla="*/ 1253432 w 1374884"/>
                  <a:gd name="connsiteY28" fmla="*/ 992498 h 1374884"/>
                  <a:gd name="connsiteX29" fmla="*/ 1286641 w 1374884"/>
                  <a:gd name="connsiteY29" fmla="*/ 1025707 h 1374884"/>
                  <a:gd name="connsiteX30" fmla="*/ 1257227 w 1374884"/>
                  <a:gd name="connsiteY30" fmla="*/ 1072201 h 1374884"/>
                  <a:gd name="connsiteX31" fmla="*/ 1230659 w 1374884"/>
                  <a:gd name="connsiteY31" fmla="*/ 1109206 h 1374884"/>
                  <a:gd name="connsiteX32" fmla="*/ 1185114 w 1374884"/>
                  <a:gd name="connsiteY32" fmla="*/ 1091178 h 1374884"/>
                  <a:gd name="connsiteX33" fmla="*/ 1165189 w 1374884"/>
                  <a:gd name="connsiteY33" fmla="*/ 1076946 h 1374884"/>
                  <a:gd name="connsiteX34" fmla="*/ 1136723 w 1374884"/>
                  <a:gd name="connsiteY34" fmla="*/ 1109206 h 1374884"/>
                  <a:gd name="connsiteX35" fmla="*/ 1153802 w 1374884"/>
                  <a:gd name="connsiteY35" fmla="*/ 1127235 h 1374884"/>
                  <a:gd name="connsiteX36" fmla="*/ 1177524 w 1374884"/>
                  <a:gd name="connsiteY36" fmla="*/ 1170882 h 1374884"/>
                  <a:gd name="connsiteX37" fmla="*/ 1103513 w 1374884"/>
                  <a:gd name="connsiteY37" fmla="*/ 1237301 h 1374884"/>
                  <a:gd name="connsiteX38" fmla="*/ 1061764 w 1374884"/>
                  <a:gd name="connsiteY38" fmla="*/ 1206938 h 1374884"/>
                  <a:gd name="connsiteX39" fmla="*/ 1046582 w 1374884"/>
                  <a:gd name="connsiteY39" fmla="*/ 1188910 h 1374884"/>
                  <a:gd name="connsiteX40" fmla="*/ 1013372 w 1374884"/>
                  <a:gd name="connsiteY40" fmla="*/ 1212631 h 1374884"/>
                  <a:gd name="connsiteX41" fmla="*/ 1021912 w 1374884"/>
                  <a:gd name="connsiteY41" fmla="*/ 1231608 h 1374884"/>
                  <a:gd name="connsiteX42" fmla="*/ 1035196 w 1374884"/>
                  <a:gd name="connsiteY42" fmla="*/ 1281897 h 1374884"/>
                  <a:gd name="connsiteX43" fmla="*/ 946004 w 1374884"/>
                  <a:gd name="connsiteY43" fmla="*/ 1324595 h 1374884"/>
                  <a:gd name="connsiteX44" fmla="*/ 914692 w 1374884"/>
                  <a:gd name="connsiteY44" fmla="*/ 1284744 h 1374884"/>
                  <a:gd name="connsiteX45" fmla="*/ 904255 w 1374884"/>
                  <a:gd name="connsiteY45" fmla="*/ 1264818 h 1374884"/>
                  <a:gd name="connsiteX46" fmla="*/ 864403 w 1374884"/>
                  <a:gd name="connsiteY46" fmla="*/ 1277153 h 1374884"/>
                  <a:gd name="connsiteX47" fmla="*/ 869147 w 1374884"/>
                  <a:gd name="connsiteY47" fmla="*/ 1299925 h 1374884"/>
                  <a:gd name="connsiteX48" fmla="*/ 869147 w 1374884"/>
                  <a:gd name="connsiteY48" fmla="*/ 1350214 h 1374884"/>
                  <a:gd name="connsiteX49" fmla="*/ 818858 w 1374884"/>
                  <a:gd name="connsiteY49" fmla="*/ 1361601 h 1374884"/>
                  <a:gd name="connsiteX50" fmla="*/ 771416 w 1374884"/>
                  <a:gd name="connsiteY50" fmla="*/ 1369191 h 1374884"/>
                  <a:gd name="connsiteX51" fmla="*/ 751490 w 1374884"/>
                  <a:gd name="connsiteY51" fmla="*/ 1322698 h 1374884"/>
                  <a:gd name="connsiteX52" fmla="*/ 746745 w 1374884"/>
                  <a:gd name="connsiteY52" fmla="*/ 1300874 h 1374884"/>
                  <a:gd name="connsiteX53" fmla="*/ 704996 w 1374884"/>
                  <a:gd name="connsiteY53" fmla="*/ 1302772 h 1374884"/>
                  <a:gd name="connsiteX54" fmla="*/ 703098 w 1374884"/>
                  <a:gd name="connsiteY54" fmla="*/ 1325544 h 1374884"/>
                  <a:gd name="connsiteX55" fmla="*/ 688866 w 1374884"/>
                  <a:gd name="connsiteY55" fmla="*/ 1374885 h 1374884"/>
                  <a:gd name="connsiteX56" fmla="*/ 590185 w 1374884"/>
                  <a:gd name="connsiteY56" fmla="*/ 1368243 h 1374884"/>
                  <a:gd name="connsiteX57" fmla="*/ 584492 w 1374884"/>
                  <a:gd name="connsiteY57" fmla="*/ 1317005 h 1374884"/>
                  <a:gd name="connsiteX58" fmla="*/ 584492 w 1374884"/>
                  <a:gd name="connsiteY58" fmla="*/ 1295181 h 1374884"/>
                  <a:gd name="connsiteX59" fmla="*/ 544640 w 1374884"/>
                  <a:gd name="connsiteY59" fmla="*/ 1286641 h 1374884"/>
                  <a:gd name="connsiteX60" fmla="*/ 537049 w 1374884"/>
                  <a:gd name="connsiteY60" fmla="*/ 1308465 h 1374884"/>
                  <a:gd name="connsiteX61" fmla="*/ 511430 w 1374884"/>
                  <a:gd name="connsiteY61" fmla="*/ 1352112 h 1374884"/>
                  <a:gd name="connsiteX62" fmla="*/ 417494 w 1374884"/>
                  <a:gd name="connsiteY62" fmla="*/ 1318902 h 1374884"/>
                  <a:gd name="connsiteX63" fmla="*/ 423187 w 1374884"/>
                  <a:gd name="connsiteY63" fmla="*/ 1269562 h 1374884"/>
                  <a:gd name="connsiteX64" fmla="*/ 431727 w 1374884"/>
                  <a:gd name="connsiteY64" fmla="*/ 1247739 h 1374884"/>
                  <a:gd name="connsiteX65" fmla="*/ 394722 w 1374884"/>
                  <a:gd name="connsiteY65" fmla="*/ 1228762 h 1374884"/>
                  <a:gd name="connsiteX66" fmla="*/ 381438 w 1374884"/>
                  <a:gd name="connsiteY66" fmla="*/ 1248687 h 1374884"/>
                  <a:gd name="connsiteX67" fmla="*/ 345382 w 1374884"/>
                  <a:gd name="connsiteY67" fmla="*/ 1282846 h 1374884"/>
                  <a:gd name="connsiteX68" fmla="*/ 305530 w 1374884"/>
                  <a:gd name="connsiteY68" fmla="*/ 1258176 h 1374884"/>
                  <a:gd name="connsiteX69" fmla="*/ 262832 w 1374884"/>
                  <a:gd name="connsiteY69" fmla="*/ 1227813 h 1374884"/>
                  <a:gd name="connsiteX70" fmla="*/ 280860 w 1374884"/>
                  <a:gd name="connsiteY70" fmla="*/ 1182268 h 1374884"/>
                  <a:gd name="connsiteX71" fmla="*/ 294144 w 1374884"/>
                  <a:gd name="connsiteY71" fmla="*/ 1161393 h 1374884"/>
                  <a:gd name="connsiteX72" fmla="*/ 262832 w 1374884"/>
                  <a:gd name="connsiteY72" fmla="*/ 1133877 h 1374884"/>
                  <a:gd name="connsiteX73" fmla="*/ 244803 w 1374884"/>
                  <a:gd name="connsiteY73" fmla="*/ 1150956 h 1374884"/>
                  <a:gd name="connsiteX74" fmla="*/ 202105 w 1374884"/>
                  <a:gd name="connsiteY74" fmla="*/ 1174677 h 1374884"/>
                  <a:gd name="connsiteX75" fmla="*/ 135686 w 1374884"/>
                  <a:gd name="connsiteY75" fmla="*/ 1098769 h 1374884"/>
                  <a:gd name="connsiteX76" fmla="*/ 166049 w 1374884"/>
                  <a:gd name="connsiteY76" fmla="*/ 1058917 h 1374884"/>
                  <a:gd name="connsiteX77" fmla="*/ 183128 w 1374884"/>
                  <a:gd name="connsiteY77" fmla="*/ 1042787 h 1374884"/>
                  <a:gd name="connsiteX78" fmla="*/ 161305 w 1374884"/>
                  <a:gd name="connsiteY78" fmla="*/ 1007679 h 1374884"/>
                  <a:gd name="connsiteX79" fmla="*/ 139481 w 1374884"/>
                  <a:gd name="connsiteY79" fmla="*/ 1019066 h 1374884"/>
                  <a:gd name="connsiteX80" fmla="*/ 92039 w 1374884"/>
                  <a:gd name="connsiteY80" fmla="*/ 1030452 h 1374884"/>
                  <a:gd name="connsiteX81" fmla="*/ 49340 w 1374884"/>
                  <a:gd name="connsiteY81" fmla="*/ 939362 h 1374884"/>
                  <a:gd name="connsiteX82" fmla="*/ 86345 w 1374884"/>
                  <a:gd name="connsiteY82" fmla="*/ 909948 h 1374884"/>
                  <a:gd name="connsiteX83" fmla="*/ 109118 w 1374884"/>
                  <a:gd name="connsiteY83" fmla="*/ 898562 h 1374884"/>
                  <a:gd name="connsiteX84" fmla="*/ 96783 w 1374884"/>
                  <a:gd name="connsiteY84" fmla="*/ 860608 h 1374884"/>
                  <a:gd name="connsiteX85" fmla="*/ 70215 w 1374884"/>
                  <a:gd name="connsiteY85" fmla="*/ 865352 h 1374884"/>
                  <a:gd name="connsiteX86" fmla="*/ 23721 w 1374884"/>
                  <a:gd name="connsiteY86" fmla="*/ 865352 h 1374884"/>
                  <a:gd name="connsiteX87" fmla="*/ 13284 w 1374884"/>
                  <a:gd name="connsiteY87" fmla="*/ 820756 h 1374884"/>
                  <a:gd name="connsiteX88" fmla="*/ 4744 w 1374884"/>
                  <a:gd name="connsiteY88" fmla="*/ 764774 h 1374884"/>
                  <a:gd name="connsiteX89" fmla="*/ 47443 w 1374884"/>
                  <a:gd name="connsiteY89" fmla="*/ 747694 h 1374884"/>
                  <a:gd name="connsiteX90" fmla="*/ 73062 w 1374884"/>
                  <a:gd name="connsiteY90" fmla="*/ 742001 h 1374884"/>
                  <a:gd name="connsiteX91" fmla="*/ 70215 w 1374884"/>
                  <a:gd name="connsiteY91" fmla="*/ 702150 h 1374884"/>
                  <a:gd name="connsiteX92" fmla="*/ 43647 w 1374884"/>
                  <a:gd name="connsiteY92" fmla="*/ 700252 h 1374884"/>
                  <a:gd name="connsiteX93" fmla="*/ 0 w 1374884"/>
                  <a:gd name="connsiteY93" fmla="*/ 687917 h 1374884"/>
                  <a:gd name="connsiteX94" fmla="*/ 6642 w 1374884"/>
                  <a:gd name="connsiteY94" fmla="*/ 587339 h 1374884"/>
                  <a:gd name="connsiteX95" fmla="*/ 50289 w 1374884"/>
                  <a:gd name="connsiteY95" fmla="*/ 580697 h 1374884"/>
                  <a:gd name="connsiteX96" fmla="*/ 77806 w 1374884"/>
                  <a:gd name="connsiteY96" fmla="*/ 582594 h 1374884"/>
                  <a:gd name="connsiteX97" fmla="*/ 86345 w 1374884"/>
                  <a:gd name="connsiteY97" fmla="*/ 541794 h 1374884"/>
                  <a:gd name="connsiteX98" fmla="*/ 60726 w 1374884"/>
                  <a:gd name="connsiteY98" fmla="*/ 534203 h 1374884"/>
                  <a:gd name="connsiteX99" fmla="*/ 21824 w 1374884"/>
                  <a:gd name="connsiteY99" fmla="*/ 511430 h 1374884"/>
                  <a:gd name="connsiteX100" fmla="*/ 57880 w 1374884"/>
                  <a:gd name="connsiteY100" fmla="*/ 413699 h 1374884"/>
                  <a:gd name="connsiteX101" fmla="*/ 98680 w 1374884"/>
                  <a:gd name="connsiteY101" fmla="*/ 418443 h 1374884"/>
                  <a:gd name="connsiteX102" fmla="*/ 127146 w 1374884"/>
                  <a:gd name="connsiteY102" fmla="*/ 428881 h 1374884"/>
                  <a:gd name="connsiteX103" fmla="*/ 145174 w 1374884"/>
                  <a:gd name="connsiteY103" fmla="*/ 393773 h 1374884"/>
                  <a:gd name="connsiteX104" fmla="*/ 120504 w 1374884"/>
                  <a:gd name="connsiteY104" fmla="*/ 376694 h 1374884"/>
                  <a:gd name="connsiteX105" fmla="*/ 92039 w 1374884"/>
                  <a:gd name="connsiteY105" fmla="*/ 347279 h 1374884"/>
                  <a:gd name="connsiteX106" fmla="*/ 117657 w 1374884"/>
                  <a:gd name="connsiteY106" fmla="*/ 306479 h 1374884"/>
                  <a:gd name="connsiteX107" fmla="*/ 150867 w 1374884"/>
                  <a:gd name="connsiteY107" fmla="*/ 260934 h 1374884"/>
                  <a:gd name="connsiteX108" fmla="*/ 188821 w 1374884"/>
                  <a:gd name="connsiteY108" fmla="*/ 276116 h 1374884"/>
                  <a:gd name="connsiteX109" fmla="*/ 213491 w 1374884"/>
                  <a:gd name="connsiteY109" fmla="*/ 293195 h 1374884"/>
                  <a:gd name="connsiteX110" fmla="*/ 239110 w 1374884"/>
                  <a:gd name="connsiteY110" fmla="*/ 263781 h 1374884"/>
                  <a:gd name="connsiteX111" fmla="*/ 219184 w 1374884"/>
                  <a:gd name="connsiteY111" fmla="*/ 240059 h 1374884"/>
                  <a:gd name="connsiteX112" fmla="*/ 199259 w 1374884"/>
                  <a:gd name="connsiteY112" fmla="*/ 204003 h 1374884"/>
                  <a:gd name="connsiteX113" fmla="*/ 276116 w 1374884"/>
                  <a:gd name="connsiteY113" fmla="*/ 135686 h 1374884"/>
                  <a:gd name="connsiteX114" fmla="*/ 309325 w 1374884"/>
                  <a:gd name="connsiteY114" fmla="*/ 160356 h 1374884"/>
                  <a:gd name="connsiteX115" fmla="*/ 328302 w 1374884"/>
                  <a:gd name="connsiteY115" fmla="*/ 183128 h 1374884"/>
                  <a:gd name="connsiteX116" fmla="*/ 361512 w 1374884"/>
                  <a:gd name="connsiteY116" fmla="*/ 161305 h 1374884"/>
                  <a:gd name="connsiteX117" fmla="*/ 349177 w 1374884"/>
                  <a:gd name="connsiteY117" fmla="*/ 133788 h 1374884"/>
                  <a:gd name="connsiteX118" fmla="*/ 337791 w 1374884"/>
                  <a:gd name="connsiteY118" fmla="*/ 92987 h 1374884"/>
                  <a:gd name="connsiteX119" fmla="*/ 430778 w 1374884"/>
                  <a:gd name="connsiteY119" fmla="*/ 48391 h 1374884"/>
                  <a:gd name="connsiteX120" fmla="*/ 456397 w 1374884"/>
                  <a:gd name="connsiteY120" fmla="*/ 81601 h 1374884"/>
                  <a:gd name="connsiteX121" fmla="*/ 468732 w 1374884"/>
                  <a:gd name="connsiteY121" fmla="*/ 109118 h 1374884"/>
                  <a:gd name="connsiteX122" fmla="*/ 507635 w 1374884"/>
                  <a:gd name="connsiteY122" fmla="*/ 97732 h 1374884"/>
                  <a:gd name="connsiteX123" fmla="*/ 501942 w 1374884"/>
                  <a:gd name="connsiteY123" fmla="*/ 65471 h 1374884"/>
                  <a:gd name="connsiteX124" fmla="*/ 501942 w 1374884"/>
                  <a:gd name="connsiteY124" fmla="*/ 25619 h 1374884"/>
                  <a:gd name="connsiteX125" fmla="*/ 552231 w 1374884"/>
                  <a:gd name="connsiteY125" fmla="*/ 13284 h 1374884"/>
                  <a:gd name="connsiteX126" fmla="*/ 603469 w 1374884"/>
                  <a:gd name="connsiteY126" fmla="*/ 4744 h 1374884"/>
                  <a:gd name="connsiteX127" fmla="*/ 619599 w 1374884"/>
                  <a:gd name="connsiteY127" fmla="*/ 41749 h 1374884"/>
                  <a:gd name="connsiteX128" fmla="*/ 625293 w 1374884"/>
                  <a:gd name="connsiteY128" fmla="*/ 73062 h 1374884"/>
                  <a:gd name="connsiteX129" fmla="*/ 665144 w 1374884"/>
                  <a:gd name="connsiteY129" fmla="*/ 72113 h 1374884"/>
                  <a:gd name="connsiteX130" fmla="*/ 667991 w 1374884"/>
                  <a:gd name="connsiteY130" fmla="*/ 40801 h 1374884"/>
                  <a:gd name="connsiteX131" fmla="*/ 678428 w 1374884"/>
                  <a:gd name="connsiteY131" fmla="*/ 0 h 1374884"/>
                  <a:gd name="connsiteX132" fmla="*/ 780904 w 1374884"/>
                  <a:gd name="connsiteY132" fmla="*/ 5693 h 1374884"/>
                  <a:gd name="connsiteX133" fmla="*/ 787546 w 1374884"/>
                  <a:gd name="connsiteY133" fmla="*/ 47443 h 1374884"/>
                  <a:gd name="connsiteX134" fmla="*/ 784699 w 1374884"/>
                  <a:gd name="connsiteY134" fmla="*/ 76857 h 1374884"/>
                  <a:gd name="connsiteX135" fmla="*/ 823602 w 1374884"/>
                  <a:gd name="connsiteY135" fmla="*/ 84448 h 1374884"/>
                  <a:gd name="connsiteX136" fmla="*/ 833091 w 1374884"/>
                  <a:gd name="connsiteY136" fmla="*/ 55982 h 1374884"/>
                  <a:gd name="connsiteX137" fmla="*/ 854914 w 1374884"/>
                  <a:gd name="connsiteY137" fmla="*/ 19926 h 1374884"/>
                  <a:gd name="connsiteX138" fmla="*/ 952646 w 1374884"/>
                  <a:gd name="connsiteY138" fmla="*/ 55033 h 1374884"/>
                  <a:gd name="connsiteX139" fmla="*/ 947902 w 1374884"/>
                  <a:gd name="connsiteY139" fmla="*/ 95834 h 1374884"/>
                  <a:gd name="connsiteX140" fmla="*/ 937464 w 1374884"/>
                  <a:gd name="connsiteY140" fmla="*/ 125248 h 1374884"/>
                  <a:gd name="connsiteX141" fmla="*/ 972572 w 1374884"/>
                  <a:gd name="connsiteY141" fmla="*/ 142328 h 1374884"/>
                  <a:gd name="connsiteX142" fmla="*/ 990600 w 1374884"/>
                  <a:gd name="connsiteY142" fmla="*/ 115760 h 1374884"/>
                  <a:gd name="connsiteX143" fmla="*/ 1019066 w 1374884"/>
                  <a:gd name="connsiteY143" fmla="*/ 88243 h 1374884"/>
                  <a:gd name="connsiteX144" fmla="*/ 1065559 w 1374884"/>
                  <a:gd name="connsiteY144" fmla="*/ 117657 h 1374884"/>
                  <a:gd name="connsiteX145" fmla="*/ 1105411 w 1374884"/>
                  <a:gd name="connsiteY145" fmla="*/ 146123 h 1374884"/>
                  <a:gd name="connsiteX146" fmla="*/ 1090229 w 1374884"/>
                  <a:gd name="connsiteY146" fmla="*/ 183128 h 1374884"/>
                  <a:gd name="connsiteX147" fmla="*/ 1073150 w 1374884"/>
                  <a:gd name="connsiteY147" fmla="*/ 208747 h 1374884"/>
                  <a:gd name="connsiteX148" fmla="*/ 1102564 w 1374884"/>
                  <a:gd name="connsiteY148" fmla="*/ 234366 h 1374884"/>
                  <a:gd name="connsiteX149" fmla="*/ 1125337 w 1374884"/>
                  <a:gd name="connsiteY149" fmla="*/ 214440 h 1374884"/>
                  <a:gd name="connsiteX150" fmla="*/ 1162342 w 1374884"/>
                  <a:gd name="connsiteY150" fmla="*/ 194514 h 1374884"/>
                  <a:gd name="connsiteX151" fmla="*/ 1230659 w 1374884"/>
                  <a:gd name="connsiteY151" fmla="*/ 271371 h 1374884"/>
                  <a:gd name="connsiteX152" fmla="*/ 1205040 w 1374884"/>
                  <a:gd name="connsiteY152" fmla="*/ 305530 h 1374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</a:cxnLst>
                <a:rect l="l" t="t" r="r" b="b"/>
                <a:pathLst>
                  <a:path w="1374884" h="1374884">
                    <a:moveTo>
                      <a:pt x="1212631" y="311223"/>
                    </a:moveTo>
                    <a:lnTo>
                      <a:pt x="1191756" y="330200"/>
                    </a:lnTo>
                    <a:cubicBezTo>
                      <a:pt x="1199347" y="340637"/>
                      <a:pt x="1205989" y="351075"/>
                      <a:pt x="1213580" y="362461"/>
                    </a:cubicBezTo>
                    <a:lnTo>
                      <a:pt x="1238250" y="350126"/>
                    </a:lnTo>
                    <a:lnTo>
                      <a:pt x="1280948" y="339689"/>
                    </a:lnTo>
                    <a:cubicBezTo>
                      <a:pt x="1298028" y="369103"/>
                      <a:pt x="1313209" y="399466"/>
                      <a:pt x="1325544" y="431727"/>
                    </a:cubicBezTo>
                    <a:lnTo>
                      <a:pt x="1291386" y="458295"/>
                    </a:lnTo>
                    <a:lnTo>
                      <a:pt x="1264818" y="471579"/>
                    </a:lnTo>
                    <a:cubicBezTo>
                      <a:pt x="1270511" y="483914"/>
                      <a:pt x="1275255" y="496249"/>
                      <a:pt x="1278102" y="508584"/>
                    </a:cubicBezTo>
                    <a:lnTo>
                      <a:pt x="1306567" y="502891"/>
                    </a:lnTo>
                    <a:lnTo>
                      <a:pt x="1349266" y="502891"/>
                    </a:lnTo>
                    <a:cubicBezTo>
                      <a:pt x="1354010" y="521868"/>
                      <a:pt x="1358754" y="539896"/>
                      <a:pt x="1361601" y="557924"/>
                    </a:cubicBezTo>
                    <a:cubicBezTo>
                      <a:pt x="1364447" y="573106"/>
                      <a:pt x="1367294" y="589236"/>
                      <a:pt x="1369191" y="604418"/>
                    </a:cubicBezTo>
                    <a:lnTo>
                      <a:pt x="1329340" y="620548"/>
                    </a:lnTo>
                    <a:lnTo>
                      <a:pt x="1301823" y="627190"/>
                    </a:lnTo>
                    <a:cubicBezTo>
                      <a:pt x="1301823" y="640474"/>
                      <a:pt x="1303721" y="653758"/>
                      <a:pt x="1304670" y="667042"/>
                    </a:cubicBezTo>
                    <a:lnTo>
                      <a:pt x="1330289" y="668940"/>
                    </a:lnTo>
                    <a:lnTo>
                      <a:pt x="1374885" y="682224"/>
                    </a:lnTo>
                    <a:cubicBezTo>
                      <a:pt x="1374885" y="716382"/>
                      <a:pt x="1374885" y="750541"/>
                      <a:pt x="1370140" y="783751"/>
                    </a:cubicBezTo>
                    <a:lnTo>
                      <a:pt x="1322698" y="790393"/>
                    </a:lnTo>
                    <a:lnTo>
                      <a:pt x="1298028" y="787546"/>
                    </a:lnTo>
                    <a:cubicBezTo>
                      <a:pt x="1295181" y="801779"/>
                      <a:pt x="1292335" y="815063"/>
                      <a:pt x="1289488" y="828347"/>
                    </a:cubicBezTo>
                    <a:lnTo>
                      <a:pt x="1313209" y="836886"/>
                    </a:lnTo>
                    <a:lnTo>
                      <a:pt x="1354010" y="860608"/>
                    </a:lnTo>
                    <a:cubicBezTo>
                      <a:pt x="1345470" y="892868"/>
                      <a:pt x="1335033" y="924181"/>
                      <a:pt x="1321749" y="955493"/>
                    </a:cubicBezTo>
                    <a:lnTo>
                      <a:pt x="1273358" y="949799"/>
                    </a:lnTo>
                    <a:lnTo>
                      <a:pt x="1250585" y="940311"/>
                    </a:lnTo>
                    <a:cubicBezTo>
                      <a:pt x="1244892" y="953595"/>
                      <a:pt x="1238250" y="965930"/>
                      <a:pt x="1231608" y="977316"/>
                    </a:cubicBezTo>
                    <a:lnTo>
                      <a:pt x="1253432" y="992498"/>
                    </a:lnTo>
                    <a:lnTo>
                      <a:pt x="1286641" y="1025707"/>
                    </a:lnTo>
                    <a:cubicBezTo>
                      <a:pt x="1277153" y="1041838"/>
                      <a:pt x="1267664" y="1057020"/>
                      <a:pt x="1257227" y="1072201"/>
                    </a:cubicBezTo>
                    <a:cubicBezTo>
                      <a:pt x="1248687" y="1085485"/>
                      <a:pt x="1239199" y="1097820"/>
                      <a:pt x="1230659" y="1109206"/>
                    </a:cubicBezTo>
                    <a:lnTo>
                      <a:pt x="1185114" y="1091178"/>
                    </a:lnTo>
                    <a:lnTo>
                      <a:pt x="1165189" y="1076946"/>
                    </a:lnTo>
                    <a:cubicBezTo>
                      <a:pt x="1156649" y="1088332"/>
                      <a:pt x="1147160" y="1098769"/>
                      <a:pt x="1136723" y="1109206"/>
                    </a:cubicBezTo>
                    <a:lnTo>
                      <a:pt x="1153802" y="1127235"/>
                    </a:lnTo>
                    <a:lnTo>
                      <a:pt x="1177524" y="1170882"/>
                    </a:lnTo>
                    <a:cubicBezTo>
                      <a:pt x="1154751" y="1195552"/>
                      <a:pt x="1130081" y="1217375"/>
                      <a:pt x="1103513" y="1237301"/>
                    </a:cubicBezTo>
                    <a:lnTo>
                      <a:pt x="1061764" y="1206938"/>
                    </a:lnTo>
                    <a:lnTo>
                      <a:pt x="1046582" y="1188910"/>
                    </a:lnTo>
                    <a:cubicBezTo>
                      <a:pt x="1036145" y="1197450"/>
                      <a:pt x="1024759" y="1205040"/>
                      <a:pt x="1013372" y="1212631"/>
                    </a:cubicBezTo>
                    <a:lnTo>
                      <a:pt x="1021912" y="1231608"/>
                    </a:lnTo>
                    <a:lnTo>
                      <a:pt x="1035196" y="1281897"/>
                    </a:lnTo>
                    <a:cubicBezTo>
                      <a:pt x="1006730" y="1298028"/>
                      <a:pt x="977316" y="1312260"/>
                      <a:pt x="946004" y="1324595"/>
                    </a:cubicBezTo>
                    <a:lnTo>
                      <a:pt x="914692" y="1284744"/>
                    </a:lnTo>
                    <a:lnTo>
                      <a:pt x="904255" y="1264818"/>
                    </a:lnTo>
                    <a:cubicBezTo>
                      <a:pt x="890971" y="1269562"/>
                      <a:pt x="877687" y="1273358"/>
                      <a:pt x="864403" y="1277153"/>
                    </a:cubicBezTo>
                    <a:lnTo>
                      <a:pt x="869147" y="1299925"/>
                    </a:lnTo>
                    <a:lnTo>
                      <a:pt x="869147" y="1350214"/>
                    </a:lnTo>
                    <a:cubicBezTo>
                      <a:pt x="853017" y="1354959"/>
                      <a:pt x="835937" y="1358754"/>
                      <a:pt x="818858" y="1361601"/>
                    </a:cubicBezTo>
                    <a:cubicBezTo>
                      <a:pt x="802728" y="1364447"/>
                      <a:pt x="787546" y="1367294"/>
                      <a:pt x="771416" y="1369191"/>
                    </a:cubicBezTo>
                    <a:lnTo>
                      <a:pt x="751490" y="1322698"/>
                    </a:lnTo>
                    <a:lnTo>
                      <a:pt x="746745" y="1300874"/>
                    </a:lnTo>
                    <a:cubicBezTo>
                      <a:pt x="732513" y="1301823"/>
                      <a:pt x="718280" y="1302772"/>
                      <a:pt x="704996" y="1302772"/>
                    </a:cubicBezTo>
                    <a:lnTo>
                      <a:pt x="703098" y="1325544"/>
                    </a:lnTo>
                    <a:lnTo>
                      <a:pt x="688866" y="1374885"/>
                    </a:lnTo>
                    <a:cubicBezTo>
                      <a:pt x="655656" y="1374885"/>
                      <a:pt x="622446" y="1372987"/>
                      <a:pt x="590185" y="1368243"/>
                    </a:cubicBezTo>
                    <a:lnTo>
                      <a:pt x="584492" y="1317005"/>
                    </a:lnTo>
                    <a:lnTo>
                      <a:pt x="584492" y="1295181"/>
                    </a:lnTo>
                    <a:cubicBezTo>
                      <a:pt x="572157" y="1292335"/>
                      <a:pt x="557924" y="1289488"/>
                      <a:pt x="544640" y="1286641"/>
                    </a:cubicBezTo>
                    <a:lnTo>
                      <a:pt x="537049" y="1308465"/>
                    </a:lnTo>
                    <a:lnTo>
                      <a:pt x="511430" y="1352112"/>
                    </a:lnTo>
                    <a:cubicBezTo>
                      <a:pt x="480118" y="1343572"/>
                      <a:pt x="448806" y="1332186"/>
                      <a:pt x="417494" y="1318902"/>
                    </a:cubicBezTo>
                    <a:lnTo>
                      <a:pt x="423187" y="1269562"/>
                    </a:lnTo>
                    <a:lnTo>
                      <a:pt x="431727" y="1247739"/>
                    </a:lnTo>
                    <a:cubicBezTo>
                      <a:pt x="418443" y="1242045"/>
                      <a:pt x="406108" y="1236352"/>
                      <a:pt x="394722" y="1228762"/>
                    </a:cubicBezTo>
                    <a:lnTo>
                      <a:pt x="381438" y="1248687"/>
                    </a:lnTo>
                    <a:lnTo>
                      <a:pt x="345382" y="1282846"/>
                    </a:lnTo>
                    <a:cubicBezTo>
                      <a:pt x="332098" y="1275255"/>
                      <a:pt x="318814" y="1266716"/>
                      <a:pt x="305530" y="1258176"/>
                    </a:cubicBezTo>
                    <a:cubicBezTo>
                      <a:pt x="291297" y="1248687"/>
                      <a:pt x="277064" y="1238250"/>
                      <a:pt x="262832" y="1227813"/>
                    </a:cubicBezTo>
                    <a:lnTo>
                      <a:pt x="280860" y="1182268"/>
                    </a:lnTo>
                    <a:lnTo>
                      <a:pt x="294144" y="1161393"/>
                    </a:lnTo>
                    <a:cubicBezTo>
                      <a:pt x="283706" y="1152854"/>
                      <a:pt x="273269" y="1143365"/>
                      <a:pt x="262832" y="1133877"/>
                    </a:cubicBezTo>
                    <a:lnTo>
                      <a:pt x="244803" y="1150956"/>
                    </a:lnTo>
                    <a:lnTo>
                      <a:pt x="202105" y="1174677"/>
                    </a:lnTo>
                    <a:cubicBezTo>
                      <a:pt x="177435" y="1150956"/>
                      <a:pt x="155612" y="1125337"/>
                      <a:pt x="135686" y="1098769"/>
                    </a:cubicBezTo>
                    <a:lnTo>
                      <a:pt x="166049" y="1058917"/>
                    </a:lnTo>
                    <a:lnTo>
                      <a:pt x="183128" y="1042787"/>
                    </a:lnTo>
                    <a:cubicBezTo>
                      <a:pt x="175537" y="1031401"/>
                      <a:pt x="167947" y="1020014"/>
                      <a:pt x="161305" y="1007679"/>
                    </a:cubicBezTo>
                    <a:lnTo>
                      <a:pt x="139481" y="1019066"/>
                    </a:lnTo>
                    <a:lnTo>
                      <a:pt x="92039" y="1030452"/>
                    </a:lnTo>
                    <a:cubicBezTo>
                      <a:pt x="75908" y="1001986"/>
                      <a:pt x="61675" y="971623"/>
                      <a:pt x="49340" y="939362"/>
                    </a:cubicBezTo>
                    <a:lnTo>
                      <a:pt x="86345" y="909948"/>
                    </a:lnTo>
                    <a:lnTo>
                      <a:pt x="109118" y="898562"/>
                    </a:lnTo>
                    <a:cubicBezTo>
                      <a:pt x="104374" y="886226"/>
                      <a:pt x="100578" y="872943"/>
                      <a:pt x="96783" y="860608"/>
                    </a:cubicBezTo>
                    <a:lnTo>
                      <a:pt x="70215" y="865352"/>
                    </a:lnTo>
                    <a:lnTo>
                      <a:pt x="23721" y="865352"/>
                    </a:lnTo>
                    <a:cubicBezTo>
                      <a:pt x="19926" y="850170"/>
                      <a:pt x="17079" y="835937"/>
                      <a:pt x="13284" y="820756"/>
                    </a:cubicBezTo>
                    <a:cubicBezTo>
                      <a:pt x="9489" y="801779"/>
                      <a:pt x="6642" y="783751"/>
                      <a:pt x="4744" y="764774"/>
                    </a:cubicBezTo>
                    <a:lnTo>
                      <a:pt x="47443" y="747694"/>
                    </a:lnTo>
                    <a:lnTo>
                      <a:pt x="73062" y="742001"/>
                    </a:lnTo>
                    <a:cubicBezTo>
                      <a:pt x="73062" y="729666"/>
                      <a:pt x="71164" y="716382"/>
                      <a:pt x="70215" y="702150"/>
                    </a:cubicBezTo>
                    <a:lnTo>
                      <a:pt x="43647" y="700252"/>
                    </a:lnTo>
                    <a:lnTo>
                      <a:pt x="0" y="687917"/>
                    </a:lnTo>
                    <a:cubicBezTo>
                      <a:pt x="0" y="653758"/>
                      <a:pt x="1898" y="620548"/>
                      <a:pt x="6642" y="587339"/>
                    </a:cubicBezTo>
                    <a:lnTo>
                      <a:pt x="50289" y="580697"/>
                    </a:lnTo>
                    <a:lnTo>
                      <a:pt x="77806" y="582594"/>
                    </a:lnTo>
                    <a:cubicBezTo>
                      <a:pt x="80652" y="569310"/>
                      <a:pt x="83499" y="556026"/>
                      <a:pt x="86345" y="541794"/>
                    </a:cubicBezTo>
                    <a:lnTo>
                      <a:pt x="60726" y="534203"/>
                    </a:lnTo>
                    <a:lnTo>
                      <a:pt x="21824" y="511430"/>
                    </a:lnTo>
                    <a:cubicBezTo>
                      <a:pt x="31312" y="478221"/>
                      <a:pt x="42698" y="445960"/>
                      <a:pt x="57880" y="413699"/>
                    </a:cubicBezTo>
                    <a:lnTo>
                      <a:pt x="98680" y="418443"/>
                    </a:lnTo>
                    <a:lnTo>
                      <a:pt x="127146" y="428881"/>
                    </a:lnTo>
                    <a:cubicBezTo>
                      <a:pt x="132839" y="416545"/>
                      <a:pt x="138532" y="405159"/>
                      <a:pt x="145174" y="393773"/>
                    </a:cubicBezTo>
                    <a:lnTo>
                      <a:pt x="120504" y="376694"/>
                    </a:lnTo>
                    <a:lnTo>
                      <a:pt x="92039" y="347279"/>
                    </a:lnTo>
                    <a:cubicBezTo>
                      <a:pt x="99629" y="333995"/>
                      <a:pt x="108169" y="319763"/>
                      <a:pt x="117657" y="306479"/>
                    </a:cubicBezTo>
                    <a:cubicBezTo>
                      <a:pt x="128095" y="290348"/>
                      <a:pt x="139481" y="276116"/>
                      <a:pt x="150867" y="260934"/>
                    </a:cubicBezTo>
                    <a:lnTo>
                      <a:pt x="188821" y="276116"/>
                    </a:lnTo>
                    <a:lnTo>
                      <a:pt x="213491" y="293195"/>
                    </a:lnTo>
                    <a:cubicBezTo>
                      <a:pt x="221082" y="282758"/>
                      <a:pt x="229622" y="273269"/>
                      <a:pt x="239110" y="263781"/>
                    </a:cubicBezTo>
                    <a:lnTo>
                      <a:pt x="219184" y="240059"/>
                    </a:lnTo>
                    <a:lnTo>
                      <a:pt x="199259" y="204003"/>
                    </a:lnTo>
                    <a:cubicBezTo>
                      <a:pt x="222980" y="179333"/>
                      <a:pt x="248599" y="156560"/>
                      <a:pt x="276116" y="135686"/>
                    </a:cubicBezTo>
                    <a:lnTo>
                      <a:pt x="309325" y="160356"/>
                    </a:lnTo>
                    <a:lnTo>
                      <a:pt x="328302" y="183128"/>
                    </a:lnTo>
                    <a:cubicBezTo>
                      <a:pt x="339689" y="174589"/>
                      <a:pt x="351075" y="166998"/>
                      <a:pt x="361512" y="161305"/>
                    </a:cubicBezTo>
                    <a:lnTo>
                      <a:pt x="349177" y="133788"/>
                    </a:lnTo>
                    <a:lnTo>
                      <a:pt x="337791" y="92987"/>
                    </a:lnTo>
                    <a:cubicBezTo>
                      <a:pt x="367205" y="75908"/>
                      <a:pt x="397568" y="61675"/>
                      <a:pt x="430778" y="48391"/>
                    </a:cubicBezTo>
                    <a:lnTo>
                      <a:pt x="456397" y="81601"/>
                    </a:lnTo>
                    <a:lnTo>
                      <a:pt x="468732" y="109118"/>
                    </a:lnTo>
                    <a:cubicBezTo>
                      <a:pt x="482016" y="105322"/>
                      <a:pt x="494351" y="101527"/>
                      <a:pt x="507635" y="97732"/>
                    </a:cubicBezTo>
                    <a:lnTo>
                      <a:pt x="501942" y="65471"/>
                    </a:lnTo>
                    <a:lnTo>
                      <a:pt x="501942" y="25619"/>
                    </a:lnTo>
                    <a:cubicBezTo>
                      <a:pt x="519021" y="20875"/>
                      <a:pt x="535152" y="17079"/>
                      <a:pt x="552231" y="13284"/>
                    </a:cubicBezTo>
                    <a:cubicBezTo>
                      <a:pt x="569310" y="9489"/>
                      <a:pt x="586390" y="7591"/>
                      <a:pt x="603469" y="4744"/>
                    </a:cubicBezTo>
                    <a:lnTo>
                      <a:pt x="619599" y="41749"/>
                    </a:lnTo>
                    <a:lnTo>
                      <a:pt x="625293" y="73062"/>
                    </a:lnTo>
                    <a:cubicBezTo>
                      <a:pt x="638576" y="73062"/>
                      <a:pt x="651860" y="72113"/>
                      <a:pt x="665144" y="72113"/>
                    </a:cubicBezTo>
                    <a:lnTo>
                      <a:pt x="667991" y="40801"/>
                    </a:lnTo>
                    <a:lnTo>
                      <a:pt x="678428" y="0"/>
                    </a:lnTo>
                    <a:cubicBezTo>
                      <a:pt x="713536" y="0"/>
                      <a:pt x="747694" y="949"/>
                      <a:pt x="780904" y="5693"/>
                    </a:cubicBezTo>
                    <a:lnTo>
                      <a:pt x="787546" y="47443"/>
                    </a:lnTo>
                    <a:lnTo>
                      <a:pt x="784699" y="76857"/>
                    </a:lnTo>
                    <a:cubicBezTo>
                      <a:pt x="797983" y="78755"/>
                      <a:pt x="811267" y="81601"/>
                      <a:pt x="823602" y="84448"/>
                    </a:cubicBezTo>
                    <a:lnTo>
                      <a:pt x="833091" y="55982"/>
                    </a:lnTo>
                    <a:lnTo>
                      <a:pt x="854914" y="19926"/>
                    </a:lnTo>
                    <a:cubicBezTo>
                      <a:pt x="888124" y="28466"/>
                      <a:pt x="920385" y="40801"/>
                      <a:pt x="952646" y="55033"/>
                    </a:cubicBezTo>
                    <a:lnTo>
                      <a:pt x="947902" y="95834"/>
                    </a:lnTo>
                    <a:lnTo>
                      <a:pt x="937464" y="125248"/>
                    </a:lnTo>
                    <a:cubicBezTo>
                      <a:pt x="949799" y="130941"/>
                      <a:pt x="961186" y="136635"/>
                      <a:pt x="972572" y="142328"/>
                    </a:cubicBezTo>
                    <a:lnTo>
                      <a:pt x="990600" y="115760"/>
                    </a:lnTo>
                    <a:lnTo>
                      <a:pt x="1019066" y="88243"/>
                    </a:lnTo>
                    <a:cubicBezTo>
                      <a:pt x="1034247" y="96783"/>
                      <a:pt x="1050378" y="107220"/>
                      <a:pt x="1065559" y="117657"/>
                    </a:cubicBezTo>
                    <a:cubicBezTo>
                      <a:pt x="1079792" y="127146"/>
                      <a:pt x="1093076" y="136635"/>
                      <a:pt x="1105411" y="146123"/>
                    </a:cubicBezTo>
                    <a:lnTo>
                      <a:pt x="1090229" y="183128"/>
                    </a:lnTo>
                    <a:lnTo>
                      <a:pt x="1073150" y="208747"/>
                    </a:lnTo>
                    <a:cubicBezTo>
                      <a:pt x="1082639" y="217287"/>
                      <a:pt x="1093076" y="225826"/>
                      <a:pt x="1102564" y="234366"/>
                    </a:cubicBezTo>
                    <a:lnTo>
                      <a:pt x="1125337" y="214440"/>
                    </a:lnTo>
                    <a:lnTo>
                      <a:pt x="1162342" y="194514"/>
                    </a:lnTo>
                    <a:cubicBezTo>
                      <a:pt x="1187961" y="218236"/>
                      <a:pt x="1210733" y="243855"/>
                      <a:pt x="1230659" y="271371"/>
                    </a:cubicBezTo>
                    <a:lnTo>
                      <a:pt x="1205040" y="305530"/>
                    </a:lnTo>
                    <a:close/>
                  </a:path>
                </a:pathLst>
              </a:custGeom>
              <a:solidFill>
                <a:srgbClr val="001E84"/>
              </a:solidFill>
              <a:ln w="94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65197677-264C-9BF2-2E57-6983C794FE01}"/>
                  </a:ext>
                </a:extLst>
              </p:cNvPr>
              <p:cNvSpPr/>
              <p:nvPr/>
            </p:nvSpPr>
            <p:spPr>
              <a:xfrm>
                <a:off x="7721529" y="574961"/>
                <a:ext cx="1053224" cy="1053224"/>
              </a:xfrm>
              <a:custGeom>
                <a:avLst/>
                <a:gdLst>
                  <a:gd name="connsiteX0" fmla="*/ 1053224 w 1053224"/>
                  <a:gd name="connsiteY0" fmla="*/ 526612 h 1053224"/>
                  <a:gd name="connsiteX1" fmla="*/ 526612 w 1053224"/>
                  <a:gd name="connsiteY1" fmla="*/ 1053224 h 1053224"/>
                  <a:gd name="connsiteX2" fmla="*/ 0 w 1053224"/>
                  <a:gd name="connsiteY2" fmla="*/ 526612 h 1053224"/>
                  <a:gd name="connsiteX3" fmla="*/ 526612 w 1053224"/>
                  <a:gd name="connsiteY3" fmla="*/ 0 h 1053224"/>
                  <a:gd name="connsiteX4" fmla="*/ 1053224 w 1053224"/>
                  <a:gd name="connsiteY4" fmla="*/ 526612 h 10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53224" h="1053224">
                    <a:moveTo>
                      <a:pt x="1053224" y="526612"/>
                    </a:moveTo>
                    <a:cubicBezTo>
                      <a:pt x="1053224" y="817452"/>
                      <a:pt x="817452" y="1053224"/>
                      <a:pt x="526612" y="1053224"/>
                    </a:cubicBezTo>
                    <a:cubicBezTo>
                      <a:pt x="235772" y="1053224"/>
                      <a:pt x="0" y="817452"/>
                      <a:pt x="0" y="526612"/>
                    </a:cubicBezTo>
                    <a:cubicBezTo>
                      <a:pt x="0" y="235772"/>
                      <a:pt x="235772" y="0"/>
                      <a:pt x="526612" y="0"/>
                    </a:cubicBezTo>
                    <a:cubicBezTo>
                      <a:pt x="817452" y="0"/>
                      <a:pt x="1053224" y="235772"/>
                      <a:pt x="1053224" y="526612"/>
                    </a:cubicBezTo>
                    <a:close/>
                  </a:path>
                </a:pathLst>
              </a:custGeom>
              <a:solidFill>
                <a:srgbClr val="0C32A4"/>
              </a:solidFill>
              <a:ln w="94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058EB7B4-7172-7977-3189-9729EC32D09C}"/>
                  </a:ext>
                </a:extLst>
              </p:cNvPr>
              <p:cNvSpPr/>
              <p:nvPr/>
            </p:nvSpPr>
            <p:spPr>
              <a:xfrm>
                <a:off x="7011789" y="-134779"/>
                <a:ext cx="2472704" cy="2474602"/>
              </a:xfrm>
              <a:custGeom>
                <a:avLst/>
                <a:gdLst>
                  <a:gd name="connsiteX0" fmla="*/ 2438546 w 2472704"/>
                  <a:gd name="connsiteY0" fmla="*/ 1534291 h 2474602"/>
                  <a:gd name="connsiteX1" fmla="*/ 2461319 w 2472704"/>
                  <a:gd name="connsiteY1" fmla="*/ 1418532 h 2474602"/>
                  <a:gd name="connsiteX2" fmla="*/ 2472705 w 2472704"/>
                  <a:gd name="connsiteY2" fmla="*/ 1301823 h 2474602"/>
                  <a:gd name="connsiteX3" fmla="*/ 2262060 w 2472704"/>
                  <a:gd name="connsiteY3" fmla="*/ 1204091 h 2474602"/>
                  <a:gd name="connsiteX4" fmla="*/ 2216515 w 2472704"/>
                  <a:gd name="connsiteY4" fmla="*/ 930822 h 2474602"/>
                  <a:gd name="connsiteX5" fmla="*/ 2383513 w 2472704"/>
                  <a:gd name="connsiteY5" fmla="*/ 769518 h 2474602"/>
                  <a:gd name="connsiteX6" fmla="*/ 2274395 w 2472704"/>
                  <a:gd name="connsiteY6" fmla="*/ 560771 h 2474602"/>
                  <a:gd name="connsiteX7" fmla="*/ 2046671 w 2472704"/>
                  <a:gd name="connsiteY7" fmla="*/ 605367 h 2474602"/>
                  <a:gd name="connsiteX8" fmla="*/ 1849310 w 2472704"/>
                  <a:gd name="connsiteY8" fmla="*/ 411801 h 2474602"/>
                  <a:gd name="connsiteX9" fmla="*/ 1890110 w 2472704"/>
                  <a:gd name="connsiteY9" fmla="*/ 183128 h 2474602"/>
                  <a:gd name="connsiteX10" fmla="*/ 1679466 w 2472704"/>
                  <a:gd name="connsiteY10" fmla="*/ 78755 h 2474602"/>
                  <a:gd name="connsiteX11" fmla="*/ 1521008 w 2472704"/>
                  <a:gd name="connsiteY11" fmla="*/ 248599 h 2474602"/>
                  <a:gd name="connsiteX12" fmla="*/ 1385322 w 2472704"/>
                  <a:gd name="connsiteY12" fmla="*/ 219184 h 2474602"/>
                  <a:gd name="connsiteX13" fmla="*/ 1246790 w 2472704"/>
                  <a:gd name="connsiteY13" fmla="*/ 207798 h 2474602"/>
                  <a:gd name="connsiteX14" fmla="*/ 1148109 w 2472704"/>
                  <a:gd name="connsiteY14" fmla="*/ 0 h 2474602"/>
                  <a:gd name="connsiteX15" fmla="*/ 916590 w 2472704"/>
                  <a:gd name="connsiteY15" fmla="*/ 38903 h 2474602"/>
                  <a:gd name="connsiteX16" fmla="*/ 889073 w 2472704"/>
                  <a:gd name="connsiteY16" fmla="*/ 269474 h 2474602"/>
                  <a:gd name="connsiteX17" fmla="*/ 644270 w 2472704"/>
                  <a:gd name="connsiteY17" fmla="*/ 397568 h 2474602"/>
                  <a:gd name="connsiteX18" fmla="*/ 439318 w 2472704"/>
                  <a:gd name="connsiteY18" fmla="*/ 288451 h 2474602"/>
                  <a:gd name="connsiteX19" fmla="*/ 274218 w 2472704"/>
                  <a:gd name="connsiteY19" fmla="*/ 456397 h 2474602"/>
                  <a:gd name="connsiteX20" fmla="*/ 387131 w 2472704"/>
                  <a:gd name="connsiteY20" fmla="*/ 659451 h 2474602"/>
                  <a:gd name="connsiteX21" fmla="*/ 263780 w 2472704"/>
                  <a:gd name="connsiteY21" fmla="*/ 907101 h 2474602"/>
                  <a:gd name="connsiteX22" fmla="*/ 34159 w 2472704"/>
                  <a:gd name="connsiteY22" fmla="*/ 939362 h 2474602"/>
                  <a:gd name="connsiteX23" fmla="*/ 11386 w 2472704"/>
                  <a:gd name="connsiteY23" fmla="*/ 1055122 h 2474602"/>
                  <a:gd name="connsiteX24" fmla="*/ 0 w 2472704"/>
                  <a:gd name="connsiteY24" fmla="*/ 1171831 h 2474602"/>
                  <a:gd name="connsiteX25" fmla="*/ 210645 w 2472704"/>
                  <a:gd name="connsiteY25" fmla="*/ 1269562 h 2474602"/>
                  <a:gd name="connsiteX26" fmla="*/ 256190 w 2472704"/>
                  <a:gd name="connsiteY26" fmla="*/ 1542831 h 2474602"/>
                  <a:gd name="connsiteX27" fmla="*/ 89192 w 2472704"/>
                  <a:gd name="connsiteY27" fmla="*/ 1704136 h 2474602"/>
                  <a:gd name="connsiteX28" fmla="*/ 198310 w 2472704"/>
                  <a:gd name="connsiteY28" fmla="*/ 1912883 h 2474602"/>
                  <a:gd name="connsiteX29" fmla="*/ 426034 w 2472704"/>
                  <a:gd name="connsiteY29" fmla="*/ 1868287 h 2474602"/>
                  <a:gd name="connsiteX30" fmla="*/ 623395 w 2472704"/>
                  <a:gd name="connsiteY30" fmla="*/ 2061852 h 2474602"/>
                  <a:gd name="connsiteX31" fmla="*/ 582594 w 2472704"/>
                  <a:gd name="connsiteY31" fmla="*/ 2290525 h 2474602"/>
                  <a:gd name="connsiteX32" fmla="*/ 793239 w 2472704"/>
                  <a:gd name="connsiteY32" fmla="*/ 2394899 h 2474602"/>
                  <a:gd name="connsiteX33" fmla="*/ 951697 w 2472704"/>
                  <a:gd name="connsiteY33" fmla="*/ 2225055 h 2474602"/>
                  <a:gd name="connsiteX34" fmla="*/ 1087383 w 2472704"/>
                  <a:gd name="connsiteY34" fmla="*/ 2254469 h 2474602"/>
                  <a:gd name="connsiteX35" fmla="*/ 1225915 w 2472704"/>
                  <a:gd name="connsiteY35" fmla="*/ 2265855 h 2474602"/>
                  <a:gd name="connsiteX36" fmla="*/ 1327442 w 2472704"/>
                  <a:gd name="connsiteY36" fmla="*/ 2474602 h 2474602"/>
                  <a:gd name="connsiteX37" fmla="*/ 1558962 w 2472704"/>
                  <a:gd name="connsiteY37" fmla="*/ 2435700 h 2474602"/>
                  <a:gd name="connsiteX38" fmla="*/ 1586478 w 2472704"/>
                  <a:gd name="connsiteY38" fmla="*/ 2205129 h 2474602"/>
                  <a:gd name="connsiteX39" fmla="*/ 1831282 w 2472704"/>
                  <a:gd name="connsiteY39" fmla="*/ 2077034 h 2474602"/>
                  <a:gd name="connsiteX40" fmla="*/ 2036233 w 2472704"/>
                  <a:gd name="connsiteY40" fmla="*/ 2186152 h 2474602"/>
                  <a:gd name="connsiteX41" fmla="*/ 2201333 w 2472704"/>
                  <a:gd name="connsiteY41" fmla="*/ 2018205 h 2474602"/>
                  <a:gd name="connsiteX42" fmla="*/ 2088420 w 2472704"/>
                  <a:gd name="connsiteY42" fmla="*/ 1815151 h 2474602"/>
                  <a:gd name="connsiteX43" fmla="*/ 2211771 w 2472704"/>
                  <a:gd name="connsiteY43" fmla="*/ 1567501 h 2474602"/>
                  <a:gd name="connsiteX44" fmla="*/ 2441393 w 2472704"/>
                  <a:gd name="connsiteY44" fmla="*/ 1535240 h 2474602"/>
                  <a:gd name="connsiteX45" fmla="*/ 2438546 w 2472704"/>
                  <a:gd name="connsiteY45" fmla="*/ 1535240 h 2474602"/>
                  <a:gd name="connsiteX46" fmla="*/ 1117746 w 2472704"/>
                  <a:gd name="connsiteY46" fmla="*/ 2026745 h 2474602"/>
                  <a:gd name="connsiteX47" fmla="*/ 445011 w 2472704"/>
                  <a:gd name="connsiteY47" fmla="*/ 1118695 h 2474602"/>
                  <a:gd name="connsiteX48" fmla="*/ 1353061 w 2472704"/>
                  <a:gd name="connsiteY48" fmla="*/ 445960 h 2474602"/>
                  <a:gd name="connsiteX49" fmla="*/ 2025796 w 2472704"/>
                  <a:gd name="connsiteY49" fmla="*/ 1354010 h 2474602"/>
                  <a:gd name="connsiteX50" fmla="*/ 1117746 w 2472704"/>
                  <a:gd name="connsiteY50" fmla="*/ 2026745 h 2474602"/>
                  <a:gd name="connsiteX51" fmla="*/ 1117746 w 2472704"/>
                  <a:gd name="connsiteY51" fmla="*/ 2026745 h 24746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2472704" h="2474602">
                    <a:moveTo>
                      <a:pt x="2438546" y="1534291"/>
                    </a:moveTo>
                    <a:cubicBezTo>
                      <a:pt x="2448035" y="1496337"/>
                      <a:pt x="2455625" y="1458383"/>
                      <a:pt x="2461319" y="1418532"/>
                    </a:cubicBezTo>
                    <a:cubicBezTo>
                      <a:pt x="2467012" y="1379629"/>
                      <a:pt x="2470807" y="1340726"/>
                      <a:pt x="2472705" y="1301823"/>
                    </a:cubicBezTo>
                    <a:lnTo>
                      <a:pt x="2262060" y="1204091"/>
                    </a:lnTo>
                    <a:cubicBezTo>
                      <a:pt x="2259213" y="1110155"/>
                      <a:pt x="2244032" y="1018117"/>
                      <a:pt x="2216515" y="930822"/>
                    </a:cubicBezTo>
                    <a:lnTo>
                      <a:pt x="2383513" y="769518"/>
                    </a:lnTo>
                    <a:cubicBezTo>
                      <a:pt x="2354098" y="696456"/>
                      <a:pt x="2317093" y="627190"/>
                      <a:pt x="2274395" y="560771"/>
                    </a:cubicBezTo>
                    <a:lnTo>
                      <a:pt x="2046671" y="605367"/>
                    </a:lnTo>
                    <a:cubicBezTo>
                      <a:pt x="1989740" y="532305"/>
                      <a:pt x="1924269" y="466835"/>
                      <a:pt x="1849310" y="411801"/>
                    </a:cubicBezTo>
                    <a:lnTo>
                      <a:pt x="1890110" y="183128"/>
                    </a:lnTo>
                    <a:cubicBezTo>
                      <a:pt x="1823691" y="142328"/>
                      <a:pt x="1753476" y="107220"/>
                      <a:pt x="1679466" y="78755"/>
                    </a:cubicBezTo>
                    <a:lnTo>
                      <a:pt x="1521008" y="248599"/>
                    </a:lnTo>
                    <a:cubicBezTo>
                      <a:pt x="1477360" y="236264"/>
                      <a:pt x="1431816" y="225826"/>
                      <a:pt x="1385322" y="219184"/>
                    </a:cubicBezTo>
                    <a:cubicBezTo>
                      <a:pt x="1338828" y="212543"/>
                      <a:pt x="1293283" y="208747"/>
                      <a:pt x="1246790" y="207798"/>
                    </a:cubicBezTo>
                    <a:lnTo>
                      <a:pt x="1148109" y="0"/>
                    </a:lnTo>
                    <a:cubicBezTo>
                      <a:pt x="1069355" y="5693"/>
                      <a:pt x="991549" y="18977"/>
                      <a:pt x="916590" y="38903"/>
                    </a:cubicBezTo>
                    <a:lnTo>
                      <a:pt x="889073" y="269474"/>
                    </a:lnTo>
                    <a:cubicBezTo>
                      <a:pt x="801779" y="300786"/>
                      <a:pt x="719229" y="344433"/>
                      <a:pt x="644270" y="397568"/>
                    </a:cubicBezTo>
                    <a:lnTo>
                      <a:pt x="439318" y="288451"/>
                    </a:lnTo>
                    <a:cubicBezTo>
                      <a:pt x="379540" y="338740"/>
                      <a:pt x="324507" y="394722"/>
                      <a:pt x="274218" y="456397"/>
                    </a:cubicBezTo>
                    <a:lnTo>
                      <a:pt x="387131" y="659451"/>
                    </a:lnTo>
                    <a:cubicBezTo>
                      <a:pt x="335893" y="735359"/>
                      <a:pt x="294144" y="817909"/>
                      <a:pt x="263780" y="907101"/>
                    </a:cubicBezTo>
                    <a:lnTo>
                      <a:pt x="34159" y="939362"/>
                    </a:lnTo>
                    <a:cubicBezTo>
                      <a:pt x="24670" y="977316"/>
                      <a:pt x="17079" y="1015270"/>
                      <a:pt x="11386" y="1055122"/>
                    </a:cubicBezTo>
                    <a:cubicBezTo>
                      <a:pt x="5693" y="1094025"/>
                      <a:pt x="1898" y="1132928"/>
                      <a:pt x="0" y="1171831"/>
                    </a:cubicBezTo>
                    <a:lnTo>
                      <a:pt x="210645" y="1269562"/>
                    </a:lnTo>
                    <a:cubicBezTo>
                      <a:pt x="213491" y="1363498"/>
                      <a:pt x="228673" y="1455537"/>
                      <a:pt x="256190" y="1542831"/>
                    </a:cubicBezTo>
                    <a:lnTo>
                      <a:pt x="89192" y="1704136"/>
                    </a:lnTo>
                    <a:cubicBezTo>
                      <a:pt x="118606" y="1777197"/>
                      <a:pt x="155612" y="1846463"/>
                      <a:pt x="198310" y="1912883"/>
                    </a:cubicBezTo>
                    <a:lnTo>
                      <a:pt x="426034" y="1868287"/>
                    </a:lnTo>
                    <a:cubicBezTo>
                      <a:pt x="482965" y="1941348"/>
                      <a:pt x="548436" y="2006819"/>
                      <a:pt x="623395" y="2061852"/>
                    </a:cubicBezTo>
                    <a:lnTo>
                      <a:pt x="582594" y="2290525"/>
                    </a:lnTo>
                    <a:cubicBezTo>
                      <a:pt x="648065" y="2331326"/>
                      <a:pt x="719229" y="2366433"/>
                      <a:pt x="793239" y="2394899"/>
                    </a:cubicBezTo>
                    <a:lnTo>
                      <a:pt x="951697" y="2225055"/>
                    </a:lnTo>
                    <a:cubicBezTo>
                      <a:pt x="995344" y="2237390"/>
                      <a:pt x="1040889" y="2247827"/>
                      <a:pt x="1087383" y="2254469"/>
                    </a:cubicBezTo>
                    <a:cubicBezTo>
                      <a:pt x="1133876" y="2261111"/>
                      <a:pt x="1179421" y="2264906"/>
                      <a:pt x="1225915" y="2265855"/>
                    </a:cubicBezTo>
                    <a:lnTo>
                      <a:pt x="1327442" y="2474602"/>
                    </a:lnTo>
                    <a:cubicBezTo>
                      <a:pt x="1406197" y="2468909"/>
                      <a:pt x="1484002" y="2455625"/>
                      <a:pt x="1558962" y="2435700"/>
                    </a:cubicBezTo>
                    <a:lnTo>
                      <a:pt x="1586478" y="2205129"/>
                    </a:lnTo>
                    <a:cubicBezTo>
                      <a:pt x="1673773" y="2173817"/>
                      <a:pt x="1756323" y="2130170"/>
                      <a:pt x="1831282" y="2077034"/>
                    </a:cubicBezTo>
                    <a:lnTo>
                      <a:pt x="2036233" y="2186152"/>
                    </a:lnTo>
                    <a:cubicBezTo>
                      <a:pt x="2096011" y="2135863"/>
                      <a:pt x="2151044" y="2079880"/>
                      <a:pt x="2201333" y="2018205"/>
                    </a:cubicBezTo>
                    <a:lnTo>
                      <a:pt x="2088420" y="1815151"/>
                    </a:lnTo>
                    <a:cubicBezTo>
                      <a:pt x="2139658" y="1739243"/>
                      <a:pt x="2181408" y="1656693"/>
                      <a:pt x="2211771" y="1567501"/>
                    </a:cubicBezTo>
                    <a:lnTo>
                      <a:pt x="2441393" y="1535240"/>
                    </a:lnTo>
                    <a:lnTo>
                      <a:pt x="2438546" y="1535240"/>
                    </a:lnTo>
                    <a:close/>
                    <a:moveTo>
                      <a:pt x="1117746" y="2026745"/>
                    </a:moveTo>
                    <a:cubicBezTo>
                      <a:pt x="681275" y="1961274"/>
                      <a:pt x="380489" y="1555166"/>
                      <a:pt x="445011" y="1118695"/>
                    </a:cubicBezTo>
                    <a:cubicBezTo>
                      <a:pt x="510482" y="682224"/>
                      <a:pt x="916590" y="381438"/>
                      <a:pt x="1353061" y="445960"/>
                    </a:cubicBezTo>
                    <a:cubicBezTo>
                      <a:pt x="1789532" y="511430"/>
                      <a:pt x="2090318" y="917539"/>
                      <a:pt x="2025796" y="1354010"/>
                    </a:cubicBezTo>
                    <a:cubicBezTo>
                      <a:pt x="1960325" y="1790481"/>
                      <a:pt x="1554217" y="2091267"/>
                      <a:pt x="1117746" y="2026745"/>
                    </a:cubicBezTo>
                    <a:lnTo>
                      <a:pt x="1117746" y="2026745"/>
                    </a:lnTo>
                    <a:close/>
                  </a:path>
                </a:pathLst>
              </a:custGeom>
              <a:solidFill>
                <a:srgbClr val="0C32A4"/>
              </a:solidFill>
              <a:ln w="94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4FD16735-5143-99EE-FBA3-51BA649F556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482588" y="1181037"/>
              <a:ext cx="747529" cy="747529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999" y="342900"/>
            <a:ext cx="10233857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0999" y="857250"/>
            <a:ext cx="10233857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rgbClr val="9FDDFF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2557AF-BD25-8A15-4CA8-268531AE2C1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fl" descr="                              Dell - Internal Use - Confidential&#10;">
            <a:extLst>
              <a:ext uri="{FF2B5EF4-FFF2-40B4-BE49-F238E27FC236}">
                <a16:creationId xmlns:a16="http://schemas.microsoft.com/office/drawing/2014/main" id="{454A673E-B5B6-D97B-55C8-58B170C6EC42}"/>
              </a:ext>
            </a:extLst>
          </p:cNvPr>
          <p:cNvSpPr txBox="1"/>
          <p:nvPr userDrawn="1"/>
        </p:nvSpPr>
        <p:spPr>
          <a:xfrm>
            <a:off x="5381061" y="6701002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indent="0" algn="ctr" defTabSz="1219170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0" u="none" baseline="0">
                <a:solidFill>
                  <a:srgbClr val="C8C9C7"/>
                </a:solidFill>
                <a:latin typeface="Arial" panose="020B0604020202020204" pitchFamily="34" charset="0"/>
              </a:rPr>
              <a:t>Copyright © Dell Inc. All Rights Reserved.</a:t>
            </a:r>
          </a:p>
        </p:txBody>
      </p:sp>
      <p:sp>
        <p:nvSpPr>
          <p:cNvPr id="6" name="TextBox 19">
            <a:extLst>
              <a:ext uri="{FF2B5EF4-FFF2-40B4-BE49-F238E27FC236}">
                <a16:creationId xmlns:a16="http://schemas.microsoft.com/office/drawing/2014/main" id="{94EAA010-47E8-D0FC-29C2-C43261CE5A82}"/>
              </a:ext>
            </a:extLst>
          </p:cNvPr>
          <p:cNvSpPr txBox="1"/>
          <p:nvPr userDrawn="1"/>
        </p:nvSpPr>
        <p:spPr>
          <a:xfrm>
            <a:off x="5120251" y="6702028"/>
            <a:ext cx="94577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00" b="0" kern="1200" smtClean="0">
                <a:solidFill>
                  <a:srgbClr val="C8C9C7"/>
                </a:solidFill>
                <a:latin typeface="Arial" panose="020B0604020202020204" pitchFamily="34" charset="0"/>
                <a:ea typeface="Arial"/>
                <a:cs typeface="Arial"/>
              </a:rPr>
              <a:pPr algn="r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00" b="0" kern="1200" err="1">
              <a:solidFill>
                <a:srgbClr val="C8C9C7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44342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900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857250"/>
            <a:ext cx="1143000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75281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TA FY26 Body Blue">
    <p:bg>
      <p:bgPr>
        <a:solidFill>
          <a:srgbClr val="0D2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999" y="342900"/>
            <a:ext cx="11430000" cy="443198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sz="3200">
                <a:solidFill>
                  <a:srgbClr val="E5F8FF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CD9EEE9-896F-9573-FF6C-E5DD9F7C2CD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80999" y="857250"/>
            <a:ext cx="1143000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6860ED-DA55-D398-4F6D-E4DF1EAEEA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3" name="fl" descr="                              Dell - Internal Use - Confidential&#10;">
            <a:extLst>
              <a:ext uri="{FF2B5EF4-FFF2-40B4-BE49-F238E27FC236}">
                <a16:creationId xmlns:a16="http://schemas.microsoft.com/office/drawing/2014/main" id="{54C9DCB4-24AF-B46E-1A19-1C628E6CD035}"/>
              </a:ext>
            </a:extLst>
          </p:cNvPr>
          <p:cNvSpPr txBox="1"/>
          <p:nvPr userDrawn="1"/>
        </p:nvSpPr>
        <p:spPr>
          <a:xfrm>
            <a:off x="5381061" y="6701002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indent="0" algn="ctr" defTabSz="1219170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0" u="none" baseline="0">
                <a:solidFill>
                  <a:srgbClr val="C8C9C7"/>
                </a:solidFill>
                <a:latin typeface="Arial" panose="020B0604020202020204" pitchFamily="34" charset="0"/>
              </a:rPr>
              <a:t>Copyright © Dell Inc. All Rights Reserved.</a:t>
            </a: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30CEAB0B-6777-4DF3-B2F6-B2784098013B}"/>
              </a:ext>
            </a:extLst>
          </p:cNvPr>
          <p:cNvSpPr txBox="1"/>
          <p:nvPr userDrawn="1"/>
        </p:nvSpPr>
        <p:spPr>
          <a:xfrm>
            <a:off x="5120251" y="6702028"/>
            <a:ext cx="94577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00" b="0" kern="1200" smtClean="0">
                <a:solidFill>
                  <a:srgbClr val="C8C9C7"/>
                </a:solidFill>
                <a:latin typeface="Arial" panose="020B0604020202020204" pitchFamily="34" charset="0"/>
                <a:ea typeface="Arial"/>
                <a:cs typeface="Arial"/>
              </a:rPr>
              <a:pPr algn="r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00" b="0" kern="1200">
              <a:solidFill>
                <a:srgbClr val="C8C9C7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Picture Placeholder 22">
            <a:extLst>
              <a:ext uri="{FF2B5EF4-FFF2-40B4-BE49-F238E27FC236}">
                <a16:creationId xmlns:a16="http://schemas.microsoft.com/office/drawing/2014/main" id="{2F6A269D-F935-2BBF-7CA8-A5489F2C86AC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11570209" y="162052"/>
            <a:ext cx="457200" cy="4572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1043974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Subtitle on blue">
    <p:bg>
      <p:bgPr>
        <a:solidFill>
          <a:srgbClr val="0D2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900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857250"/>
            <a:ext cx="1143000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142757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er no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5759" y="362518"/>
            <a:ext cx="10607040" cy="630103"/>
          </a:xfrm>
          <a:prstGeom prst="rect">
            <a:avLst/>
          </a:prstGeom>
        </p:spPr>
        <p:txBody>
          <a:bodyPr lIns="0" rIns="0"/>
          <a:lstStyle>
            <a:lvl1pPr>
              <a:defRPr>
                <a:solidFill>
                  <a:srgbClr val="007DB8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content page title</a:t>
            </a:r>
          </a:p>
        </p:txBody>
      </p:sp>
    </p:spTree>
    <p:extLst>
      <p:ext uri="{BB962C8B-B14F-4D97-AF65-F5344CB8AC3E}">
        <p14:creationId xmlns:p14="http://schemas.microsoft.com/office/powerpoint/2010/main" val="2312714005"/>
      </p:ext>
    </p:extLst>
  </p:cSld>
  <p:clrMapOvr>
    <a:masterClrMapping/>
  </p:clrMapOvr>
  <p:transition spd="med">
    <p:wipe dir="r"/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1"/>
            <a:ext cx="2743200" cy="356619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381002" y="4204927"/>
            <a:ext cx="7971108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5D8143-A159-4278-916B-DB3850ADE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3429002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1" y="1738314"/>
            <a:ext cx="7969283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688124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1"/>
            <a:ext cx="2743200" cy="356619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381002" y="4204927"/>
            <a:ext cx="7971108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5D8143-A159-4278-916B-DB3850ADE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3429002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1" y="1738314"/>
            <a:ext cx="7969283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effectLst>
                  <a:glow rad="127000">
                    <a:srgbClr val="0D32A4"/>
                  </a:glow>
                </a:effectLst>
                <a:latin typeface="Arial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155449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59" y="5090336"/>
            <a:ext cx="9715500" cy="747897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lnSpc>
                <a:spcPct val="90000"/>
              </a:lnSpc>
              <a:defRPr sz="5400">
                <a:solidFill>
                  <a:srgbClr val="E5F8FF"/>
                </a:solidFill>
                <a:latin typeface="Arial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E00A8F-8F29-4705-8469-E9075A8C1B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43902" y="914400"/>
            <a:ext cx="3467100" cy="2514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defRPr sz="2000">
                <a:solidFill>
                  <a:schemeClr val="tx2"/>
                </a:solidFill>
              </a:defRPr>
            </a:lvl1pPr>
            <a:lvl2pPr marL="741325" indent="-284149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Arial" panose="020B0604020202020204" pitchFamily="34" charset="0"/>
              <a:buChar char="–"/>
              <a:defRPr sz="1800">
                <a:solidFill>
                  <a:schemeClr val="tx2"/>
                </a:solidFill>
              </a:defRPr>
            </a:lvl2pPr>
            <a:lvl3pPr marL="1142914" indent="-228584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98825901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2" y="4343401"/>
            <a:ext cx="8027895" cy="1495795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B0BFDB-C4BC-4E6F-8090-A00E82B41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1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30D4F-5FE4-4AA6-812B-A00AFC98112E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1066802" y="349479"/>
            <a:ext cx="7315201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67" indent="0">
              <a:buNone/>
              <a:defRPr/>
            </a:lvl2pPr>
            <a:lvl3pPr marL="914332" indent="0">
              <a:buNone/>
              <a:defRPr/>
            </a:lvl3pPr>
            <a:lvl4pPr marL="1371498" indent="0">
              <a:buNone/>
              <a:defRPr/>
            </a:lvl4pPr>
            <a:lvl5pPr marL="1828664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45798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4">
          <p15:clr>
            <a:srgbClr val="FBAE4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1185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5F8FF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2" y="400051"/>
            <a:ext cx="83439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84" indent="-228584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50" indent="-228584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20" indent="-15238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080" indent="-22858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247" indent="-22858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1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2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832290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blue w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1185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5F8FF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1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0C7FB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2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8FAF2F2-81F0-496C-EB9C-AD35CB4996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09902" y="0"/>
            <a:ext cx="918210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0487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2370DD2-DBFE-499C-8B5D-257216661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486" y="800100"/>
            <a:ext cx="3999017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4438651" y="2228851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552451" y="2228851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8324851" y="2228851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E98A6F-4362-4A68-979C-B344868D9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1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46436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558" y="3438305"/>
            <a:ext cx="9201151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rgbClr val="E5F8FF"/>
                </a:solidFill>
                <a:latin typeface="Arial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CBAE8D-A442-4706-952E-6CCFA561B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98556" y="2914651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37739890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w/pattern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3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61E767C-1F50-4D42-AF6A-E15CED75F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1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C32A4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411331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w/photo half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0D32A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3829051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C32A4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3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22707C3E-AA17-F74E-2CC0-F61663C5E36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3829051"/>
            <a:ext cx="5715000" cy="23431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2"/>
                </a:solidFill>
              </a:defRPr>
            </a:lvl1pPr>
            <a:lvl2pPr marL="228584" indent="-228584">
              <a:lnSpc>
                <a:spcPct val="100000"/>
              </a:lnSpc>
              <a:spcBef>
                <a:spcPts val="1200"/>
              </a:spcBef>
              <a:buClr>
                <a:srgbClr val="80C7FB"/>
              </a:buClr>
              <a:buFont typeface="Arial" panose="020B0604020202020204" pitchFamily="34" charset="0"/>
              <a:buChar char="•"/>
              <a:defRPr sz="1600" b="0">
                <a:solidFill>
                  <a:schemeClr val="tx2"/>
                </a:solidFill>
              </a:defRPr>
            </a:lvl2pPr>
            <a:lvl3pPr marL="685750" indent="-228584">
              <a:lnSpc>
                <a:spcPct val="100000"/>
              </a:lnSpc>
              <a:spcBef>
                <a:spcPts val="600"/>
              </a:spcBef>
              <a:buClr>
                <a:srgbClr val="80C7FB"/>
              </a:buClr>
              <a:buFont typeface="Arial" panose="020B0604020202020204" pitchFamily="34" charset="0"/>
              <a:buChar char="–"/>
              <a:defRPr sz="1200" b="0">
                <a:solidFill>
                  <a:schemeClr val="tx2"/>
                </a:solidFill>
              </a:defRPr>
            </a:lvl3pPr>
            <a:lvl4pPr marL="1600080" indent="-22858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247" indent="-22858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EC10F5B-4C21-AEA3-115E-942A040690DC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2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826717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902"/>
            <a:ext cx="11430000" cy="443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949324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902"/>
            <a:ext cx="11430000" cy="443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857251"/>
            <a:ext cx="1143000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777214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902"/>
            <a:ext cx="11430000" cy="443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11430000" cy="4572000"/>
          </a:xfrm>
          <a:prstGeom prst="rect">
            <a:avLst/>
          </a:prstGeom>
        </p:spPr>
        <p:txBody>
          <a:bodyPr lIns="0" tIns="0" rIns="0" bIns="0"/>
          <a:lstStyle>
            <a:lvl1pPr marL="228584" indent="-228584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50" indent="-228584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20" indent="-15238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080" indent="-22858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247" indent="-22858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31009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2"/>
            <a:ext cx="11430000" cy="443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5489" y="857251"/>
            <a:ext cx="11425529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385489" y="1600200"/>
            <a:ext cx="11425529" cy="4572000"/>
          </a:xfrm>
          <a:prstGeom prst="rect">
            <a:avLst/>
          </a:prstGeom>
        </p:spPr>
        <p:txBody>
          <a:bodyPr lIns="0" tIns="0" rIns="0" bIns="0"/>
          <a:lstStyle>
            <a:lvl1pPr marL="228584" indent="-228584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50" indent="-228584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20" indent="-15238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080" indent="-22858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247" indent="-22858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068784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902"/>
            <a:ext cx="11430000" cy="443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200" dirty="0">
                <a:solidFill>
                  <a:schemeClr val="bg1"/>
                </a:solidFill>
                <a:latin typeface="Arial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0"/>
          </p:nvPr>
        </p:nvSpPr>
        <p:spPr>
          <a:xfrm>
            <a:off x="381000" y="1600200"/>
            <a:ext cx="5486400" cy="45720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defRPr sz="2400">
                <a:solidFill>
                  <a:schemeClr val="bg2"/>
                </a:solidFill>
              </a:defRPr>
            </a:lvl1pPr>
            <a:lvl2pPr marL="685750" indent="-228584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</a:defRPr>
            </a:lvl2pPr>
            <a:lvl3pPr marL="1142914" indent="-228584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400">
                <a:solidFill>
                  <a:schemeClr val="bg2"/>
                </a:solidFill>
              </a:defRPr>
            </a:lvl3pPr>
            <a:lvl4pPr marL="1600080" indent="-22858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247" indent="-22858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1"/>
          </p:nvPr>
        </p:nvSpPr>
        <p:spPr>
          <a:xfrm>
            <a:off x="6324600" y="1600200"/>
            <a:ext cx="5486400" cy="45720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defRPr sz="2400">
                <a:solidFill>
                  <a:schemeClr val="bg2"/>
                </a:solidFill>
              </a:defRPr>
            </a:lvl1pPr>
            <a:lvl2pPr marL="685750" indent="-228584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</a:defRPr>
            </a:lvl2pPr>
            <a:lvl3pPr marL="1142914" indent="-228584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400">
                <a:solidFill>
                  <a:schemeClr val="bg2"/>
                </a:solidFill>
              </a:defRPr>
            </a:lvl3pPr>
            <a:lvl4pPr marL="1600080" indent="-22858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247" indent="-22858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9627503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w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902"/>
            <a:ext cx="11430000" cy="443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200" dirty="0">
                <a:solidFill>
                  <a:schemeClr val="bg1"/>
                </a:solidFill>
                <a:latin typeface="Arial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F1CEAD-C06E-4DD6-958D-A69C28387D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374371"/>
            <a:ext cx="5486400" cy="4797829"/>
          </a:xfrm>
          <a:prstGeom prst="rect">
            <a:avLst/>
          </a:prstGeom>
        </p:spPr>
        <p:txBody>
          <a:bodyPr lIns="0" tIns="0" rIns="0" bIns="91440"/>
          <a:lstStyle>
            <a:lvl1pPr marL="0" indent="0">
              <a:lnSpc>
                <a:spcPct val="100000"/>
              </a:lnSpc>
              <a:spcBef>
                <a:spcPts val="1800"/>
              </a:spcBef>
              <a:buNone/>
              <a:defRPr sz="2000" b="1" baseline="0">
                <a:solidFill>
                  <a:schemeClr val="bg1"/>
                </a:solidFill>
              </a:defRPr>
            </a:lvl1pPr>
            <a:lvl2pPr marL="230701" indent="-230701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defRPr sz="1800">
                <a:solidFill>
                  <a:schemeClr val="bg2"/>
                </a:solidFill>
              </a:defRPr>
            </a:lvl2pPr>
            <a:lvl3pPr marL="685750" indent="-230701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400">
                <a:solidFill>
                  <a:schemeClr val="bg2"/>
                </a:solidFill>
              </a:defRPr>
            </a:lvl3pPr>
            <a:lvl4pPr marL="1140798" indent="-224350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200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0C49344-5A94-4BB8-B1F8-EC9EB43874D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24600" y="1374371"/>
            <a:ext cx="5486400" cy="4797829"/>
          </a:xfrm>
          <a:prstGeom prst="rect">
            <a:avLst/>
          </a:prstGeom>
        </p:spPr>
        <p:txBody>
          <a:bodyPr lIns="0" tIns="0" rIns="0" bIns="91440"/>
          <a:lstStyle>
            <a:lvl1pPr marL="0" indent="0">
              <a:lnSpc>
                <a:spcPct val="100000"/>
              </a:lnSpc>
              <a:spcBef>
                <a:spcPts val="1800"/>
              </a:spcBef>
              <a:buNone/>
              <a:defRPr sz="2000" b="1" baseline="0">
                <a:solidFill>
                  <a:schemeClr val="bg1"/>
                </a:solidFill>
              </a:defRPr>
            </a:lvl1pPr>
            <a:lvl2pPr marL="230701" indent="-230701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defRPr sz="1800">
                <a:solidFill>
                  <a:schemeClr val="bg2"/>
                </a:solidFill>
              </a:defRPr>
            </a:lvl2pPr>
            <a:lvl3pPr marL="685750" indent="-230701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400">
                <a:solidFill>
                  <a:schemeClr val="bg2"/>
                </a:solidFill>
              </a:defRPr>
            </a:lvl3pPr>
            <a:lvl4pPr marL="1140798" indent="-224350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200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039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00">
          <p15:clr>
            <a:srgbClr val="FBAE40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w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902"/>
            <a:ext cx="11430000" cy="443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200" dirty="0">
                <a:solidFill>
                  <a:schemeClr val="bg1"/>
                </a:solidFill>
                <a:latin typeface="Arial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" name="Content Placeholder 9"/>
          <p:cNvSpPr>
            <a:spLocks noGrp="1"/>
          </p:cNvSpPr>
          <p:nvPr>
            <p:ph sz="quarter" idx="13"/>
          </p:nvPr>
        </p:nvSpPr>
        <p:spPr>
          <a:xfrm>
            <a:off x="381003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bg1"/>
                </a:solidFill>
              </a:defRPr>
            </a:lvl1pPr>
            <a:lvl2pPr marL="228584" indent="-228584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2pPr>
            <a:lvl3pPr marL="685750" indent="-228584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200">
                <a:solidFill>
                  <a:schemeClr val="bg2"/>
                </a:solidFill>
              </a:defRPr>
            </a:lvl3pPr>
            <a:lvl4pPr marL="1600080" indent="-22858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247" indent="-22858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3C9CA1AB-E8E8-4338-8BB5-4C9F95D3899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32839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bg1"/>
                </a:solidFill>
              </a:defRPr>
            </a:lvl1pPr>
            <a:lvl2pPr marL="228584" indent="-228584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2pPr>
            <a:lvl3pPr marL="685750" indent="-228584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200">
                <a:solidFill>
                  <a:schemeClr val="bg2"/>
                </a:solidFill>
              </a:defRPr>
            </a:lvl3pPr>
            <a:lvl4pPr marL="1600080" indent="-22858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247" indent="-22858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B6586213-13AB-4801-9939-C1924B01D7D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284233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bg1"/>
                </a:solidFill>
              </a:defRPr>
            </a:lvl1pPr>
            <a:lvl2pPr marL="228584" indent="-228584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2pPr>
            <a:lvl3pPr marL="685750" indent="-228584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200">
                <a:solidFill>
                  <a:schemeClr val="bg2"/>
                </a:solidFill>
              </a:defRPr>
            </a:lvl3pPr>
            <a:lvl4pPr marL="1600080" indent="-22858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247" indent="-22858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540869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8">
          <p15:clr>
            <a:srgbClr val="FBAE40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21CDB-95CE-458B-A911-027A05894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57200"/>
            <a:ext cx="10515600" cy="39581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9024659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End log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0B410-C7E4-4036-89E5-3C58E91B2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57200"/>
            <a:ext cx="10515600" cy="395816"/>
          </a:xfrm>
          <a:prstGeom prst="rect">
            <a:avLst/>
          </a:prstGeom>
        </p:spPr>
        <p:txBody>
          <a:bodyPr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5BC7EE9C-562A-4519-B67A-EB99114D5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1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pic>
        <p:nvPicPr>
          <p:cNvPr id="210" name="Picture 209">
            <a:extLst>
              <a:ext uri="{FF2B5EF4-FFF2-40B4-BE49-F238E27FC236}">
                <a16:creationId xmlns:a16="http://schemas.microsoft.com/office/drawing/2014/main" id="{9F395D62-9AFB-429C-85A8-BAAB83043A5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1"/>
            <a:ext cx="2743200" cy="35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0368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175" y="362515"/>
            <a:ext cx="10607040" cy="853440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/>
          </p:nvPr>
        </p:nvSpPr>
        <p:spPr>
          <a:xfrm>
            <a:off x="486176" y="1706880"/>
            <a:ext cx="10565848" cy="4267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Arial" pitchFamily="2" charset="0"/>
              </a:defRPr>
            </a:lvl1pPr>
            <a:lvl2pPr marL="573018" indent="-231748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Aria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Aria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400" baseline="0">
                <a:solidFill>
                  <a:schemeClr val="tx1"/>
                </a:solidFill>
                <a:latin typeface="Aria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Aria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43516840"/>
      </p:ext>
    </p:extLst>
  </p:cSld>
  <p:clrMapOvr>
    <a:masterClrMapping/>
  </p:clrMapOvr>
  <p:transition/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ue wave box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430000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33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381000" y="1143000"/>
            <a:ext cx="3657600" cy="4876800"/>
          </a:xfrm>
          <a:prstGeom prst="rect">
            <a:avLst/>
          </a:prstGeom>
          <a:gradFill>
            <a:gsLst>
              <a:gs pos="0">
                <a:schemeClr val="accent6"/>
              </a:gs>
              <a:gs pos="47000">
                <a:schemeClr val="bg1"/>
              </a:gs>
              <a:gs pos="100000">
                <a:schemeClr val="accent1"/>
              </a:gs>
            </a:gsLst>
            <a:lin ang="2700000" scaled="0"/>
          </a:gradFill>
        </p:spPr>
        <p:txBody>
          <a:bodyPr lIns="182880" tIns="182880" rIns="137160" bIns="0"/>
          <a:lstStyle>
            <a:lvl1pPr marL="0" indent="0">
              <a:lnSpc>
                <a:spcPct val="100000"/>
              </a:lnSpc>
              <a:spcBef>
                <a:spcPts val="2400"/>
              </a:spcBef>
              <a:buClr>
                <a:schemeClr val="tx2"/>
              </a:buClr>
              <a:buFont typeface="Arial" panose="020B0604020202020204" pitchFamily="34" charset="0"/>
              <a:buNone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228578" indent="-228578">
              <a:lnSpc>
                <a:spcPct val="100000"/>
              </a:lnSpc>
              <a:spcBef>
                <a:spcPts val="1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867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609539" indent="-228578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040" indent="-228578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195" indent="-228578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9"/>
          <p:cNvSpPr>
            <a:spLocks noGrp="1"/>
          </p:cNvSpPr>
          <p:nvPr>
            <p:ph sz="quarter" idx="13"/>
          </p:nvPr>
        </p:nvSpPr>
        <p:spPr>
          <a:xfrm>
            <a:off x="4572000" y="1143000"/>
            <a:ext cx="7239000" cy="487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buNone/>
              <a:defRPr sz="2400">
                <a:solidFill>
                  <a:schemeClr val="bg1"/>
                </a:solidFill>
                <a:latin typeface="Arial"/>
              </a:defRPr>
            </a:lvl1pPr>
            <a:lvl2pPr marL="228578" indent="-228578">
              <a:lnSpc>
                <a:spcPct val="100000"/>
              </a:lnSpc>
              <a:spcBef>
                <a:spcPts val="8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867">
                <a:solidFill>
                  <a:schemeClr val="bg2"/>
                </a:solidFill>
                <a:latin typeface="Arial"/>
              </a:defRPr>
            </a:lvl2pPr>
            <a:lvl3pPr marL="531231" indent="-224345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600">
                <a:solidFill>
                  <a:schemeClr val="bg2"/>
                </a:solidFill>
              </a:defRPr>
            </a:lvl3pPr>
            <a:lvl4pPr marL="1600040" indent="-228578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195" indent="-228578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210100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Top bar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484" y="342902"/>
            <a:ext cx="7237517" cy="443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A8A050-048C-CFC3-6C46-F2D6838033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fl" descr="                              Dell - Internal Use - Confidential&#10;">
            <a:extLst>
              <a:ext uri="{FF2B5EF4-FFF2-40B4-BE49-F238E27FC236}">
                <a16:creationId xmlns:a16="http://schemas.microsoft.com/office/drawing/2014/main" id="{5A3B1B31-3139-2F42-550C-BC67A0DCE019}"/>
              </a:ext>
            </a:extLst>
          </p:cNvPr>
          <p:cNvSpPr txBox="1"/>
          <p:nvPr userDrawn="1"/>
        </p:nvSpPr>
        <p:spPr>
          <a:xfrm>
            <a:off x="5381065" y="6701005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indent="0" algn="ctr" defTabSz="1219110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0" u="none" baseline="0">
                <a:solidFill>
                  <a:srgbClr val="808080"/>
                </a:solidFill>
                <a:latin typeface="Arial" panose="020B0604020202020204" pitchFamily="34" charset="0"/>
              </a:rPr>
              <a:t>Copyright © Dell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713324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&amp; Sub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430000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33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838201"/>
            <a:ext cx="11430000" cy="2872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381000" y="1600200"/>
            <a:ext cx="11430000" cy="4419600"/>
          </a:xfrm>
          <a:prstGeom prst="rect">
            <a:avLst/>
          </a:prstGeom>
        </p:spPr>
        <p:txBody>
          <a:bodyPr lIns="0" tIns="0" rIns="0" bIns="0"/>
          <a:lstStyle>
            <a:lvl1pPr marL="228584" indent="-228584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50" indent="-22858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20" indent="-152388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67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080" indent="-22858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247" indent="-22858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52626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9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381001" y="4204927"/>
            <a:ext cx="7971108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5D8143-A159-4278-916B-DB3850ADE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3429001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1738313"/>
            <a:ext cx="7969283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862456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de bar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1184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5F8FF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1" y="400051"/>
            <a:ext cx="83439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89" indent="-228589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66" indent="-228589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47" indent="-152392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20" indent="-228589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298" indent="-228589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1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1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6742385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op bar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2370DD2-DBFE-499C-8B5D-257216661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58726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485" y="800100"/>
            <a:ext cx="3999017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4438651" y="2228851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552451" y="2228851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8324851" y="2228851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E98A6F-4362-4A68-979C-B344868D9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1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2232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lumns w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901"/>
            <a:ext cx="11430000" cy="443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200" dirty="0">
                <a:solidFill>
                  <a:schemeClr val="bg1"/>
                </a:solidFill>
                <a:latin typeface="Arial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" name="Content Placeholder 9"/>
          <p:cNvSpPr>
            <a:spLocks noGrp="1"/>
          </p:cNvSpPr>
          <p:nvPr>
            <p:ph sz="quarter" idx="13"/>
          </p:nvPr>
        </p:nvSpPr>
        <p:spPr>
          <a:xfrm>
            <a:off x="381002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bg1"/>
                </a:solidFill>
              </a:defRPr>
            </a:lvl1pPr>
            <a:lvl2pPr marL="228589" indent="-228589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2pPr>
            <a:lvl3pPr marL="685766" indent="-228589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200">
                <a:solidFill>
                  <a:schemeClr val="bg2"/>
                </a:solidFill>
              </a:defRPr>
            </a:lvl3pPr>
            <a:lvl4pPr marL="1600120" indent="-228589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298" indent="-228589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3C9CA1AB-E8E8-4338-8BB5-4C9F95D3899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32838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bg1"/>
                </a:solidFill>
              </a:defRPr>
            </a:lvl1pPr>
            <a:lvl2pPr marL="228589" indent="-228589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2pPr>
            <a:lvl3pPr marL="685766" indent="-228589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200">
                <a:solidFill>
                  <a:schemeClr val="bg2"/>
                </a:solidFill>
              </a:defRPr>
            </a:lvl3pPr>
            <a:lvl4pPr marL="1600120" indent="-228589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298" indent="-228589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B6586213-13AB-4801-9939-C1924B01D7D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284231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bg1"/>
                </a:solidFill>
              </a:defRPr>
            </a:lvl1pPr>
            <a:lvl2pPr marL="228589" indent="-228589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2pPr>
            <a:lvl3pPr marL="685766" indent="-228589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200">
                <a:solidFill>
                  <a:schemeClr val="bg2"/>
                </a:solidFill>
              </a:defRPr>
            </a:lvl3pPr>
            <a:lvl4pPr marL="1600120" indent="-228589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298" indent="-228589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21521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96">
          <p15:clr>
            <a:srgbClr val="FBAE4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430000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33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198961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subtitle blue bkg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430000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F479E468-6868-49F5-A2F3-67A0B4D943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855741"/>
            <a:ext cx="11430000" cy="2872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fl" descr="                              Dell - Internal Use - Confidential&#10;">
            <a:extLst>
              <a:ext uri="{FF2B5EF4-FFF2-40B4-BE49-F238E27FC236}">
                <a16:creationId xmlns:a16="http://schemas.microsoft.com/office/drawing/2014/main" id="{9CC4FEB6-042A-C44B-105B-FC59DF2B5D59}"/>
              </a:ext>
            </a:extLst>
          </p:cNvPr>
          <p:cNvSpPr txBox="1"/>
          <p:nvPr userDrawn="1"/>
        </p:nvSpPr>
        <p:spPr>
          <a:xfrm>
            <a:off x="5381063" y="6701003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indent="0" algn="ctr" defTabSz="1219140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0" u="none" baseline="0">
                <a:solidFill>
                  <a:schemeClr val="tx2"/>
                </a:solidFill>
                <a:latin typeface="Arial" panose="020B0604020202020204" pitchFamily="34" charset="0"/>
              </a:rPr>
              <a:t>Copyright © Dell Inc. All Rights Reserved.</a:t>
            </a:r>
          </a:p>
        </p:txBody>
      </p:sp>
      <p:sp>
        <p:nvSpPr>
          <p:cNvPr id="8" name="TextBox 19">
            <a:extLst>
              <a:ext uri="{FF2B5EF4-FFF2-40B4-BE49-F238E27FC236}">
                <a16:creationId xmlns:a16="http://schemas.microsoft.com/office/drawing/2014/main" id="{0EB5D8FF-E191-5887-1D35-7B46E1BCD755}"/>
              </a:ext>
            </a:extLst>
          </p:cNvPr>
          <p:cNvSpPr txBox="1"/>
          <p:nvPr userDrawn="1"/>
        </p:nvSpPr>
        <p:spPr>
          <a:xfrm>
            <a:off x="5120250" y="6702030"/>
            <a:ext cx="94578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00" b="0" kern="1200" smtClean="0">
                <a:solidFill>
                  <a:schemeClr val="tx2"/>
                </a:solidFill>
                <a:latin typeface="Arial" panose="020B0604020202020204" pitchFamily="34" charset="0"/>
                <a:ea typeface="Arial"/>
                <a:cs typeface="Arial"/>
              </a:rPr>
              <a:pPr algn="r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00" b="0" kern="1200" err="1">
              <a:solidFill>
                <a:schemeClr val="tx2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0151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102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95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59" Type="http://schemas.openxmlformats.org/officeDocument/2006/relationships/slideLayout" Target="../slideLayouts/slideLayout59.xml"/><Relationship Id="rId103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6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04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105" Type="http://schemas.openxmlformats.org/officeDocument/2006/relationships/image" Target="../media/image2.png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slideLayout" Target="../slideLayouts/slideLayout46.xml"/><Relationship Id="rId67" Type="http://schemas.openxmlformats.org/officeDocument/2006/relationships/slideLayout" Target="../slideLayouts/slideLayout67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15.xml"/><Relationship Id="rId18" Type="http://schemas.openxmlformats.org/officeDocument/2006/relationships/slideLayout" Target="../slideLayouts/slideLayout120.xml"/><Relationship Id="rId26" Type="http://schemas.openxmlformats.org/officeDocument/2006/relationships/slideLayout" Target="../slideLayouts/slideLayout128.xml"/><Relationship Id="rId3" Type="http://schemas.openxmlformats.org/officeDocument/2006/relationships/slideLayout" Target="../slideLayouts/slideLayout105.xml"/><Relationship Id="rId21" Type="http://schemas.openxmlformats.org/officeDocument/2006/relationships/slideLayout" Target="../slideLayouts/slideLayout123.xml"/><Relationship Id="rId34" Type="http://schemas.openxmlformats.org/officeDocument/2006/relationships/image" Target="../media/image103.png"/><Relationship Id="rId7" Type="http://schemas.openxmlformats.org/officeDocument/2006/relationships/slideLayout" Target="../slideLayouts/slideLayout109.xml"/><Relationship Id="rId12" Type="http://schemas.openxmlformats.org/officeDocument/2006/relationships/slideLayout" Target="../slideLayouts/slideLayout114.xml"/><Relationship Id="rId17" Type="http://schemas.openxmlformats.org/officeDocument/2006/relationships/slideLayout" Target="../slideLayouts/slideLayout119.xml"/><Relationship Id="rId25" Type="http://schemas.openxmlformats.org/officeDocument/2006/relationships/slideLayout" Target="../slideLayouts/slideLayout127.xml"/><Relationship Id="rId33" Type="http://schemas.openxmlformats.org/officeDocument/2006/relationships/image" Target="../media/image102.emf"/><Relationship Id="rId2" Type="http://schemas.openxmlformats.org/officeDocument/2006/relationships/slideLayout" Target="../slideLayouts/slideLayout104.xml"/><Relationship Id="rId16" Type="http://schemas.openxmlformats.org/officeDocument/2006/relationships/slideLayout" Target="../slideLayouts/slideLayout118.xml"/><Relationship Id="rId20" Type="http://schemas.openxmlformats.org/officeDocument/2006/relationships/slideLayout" Target="../slideLayouts/slideLayout122.xml"/><Relationship Id="rId29" Type="http://schemas.openxmlformats.org/officeDocument/2006/relationships/slideLayout" Target="../slideLayouts/slideLayout131.xml"/><Relationship Id="rId1" Type="http://schemas.openxmlformats.org/officeDocument/2006/relationships/slideLayout" Target="../slideLayouts/slideLayout103.xml"/><Relationship Id="rId6" Type="http://schemas.openxmlformats.org/officeDocument/2006/relationships/slideLayout" Target="../slideLayouts/slideLayout108.xml"/><Relationship Id="rId11" Type="http://schemas.openxmlformats.org/officeDocument/2006/relationships/slideLayout" Target="../slideLayouts/slideLayout113.xml"/><Relationship Id="rId24" Type="http://schemas.openxmlformats.org/officeDocument/2006/relationships/slideLayout" Target="../slideLayouts/slideLayout126.xml"/><Relationship Id="rId32" Type="http://schemas.openxmlformats.org/officeDocument/2006/relationships/oleObject" Target="../embeddings/oleObject1.bin"/><Relationship Id="rId5" Type="http://schemas.openxmlformats.org/officeDocument/2006/relationships/slideLayout" Target="../slideLayouts/slideLayout107.xml"/><Relationship Id="rId15" Type="http://schemas.openxmlformats.org/officeDocument/2006/relationships/slideLayout" Target="../slideLayouts/slideLayout117.xml"/><Relationship Id="rId23" Type="http://schemas.openxmlformats.org/officeDocument/2006/relationships/slideLayout" Target="../slideLayouts/slideLayout125.xml"/><Relationship Id="rId28" Type="http://schemas.openxmlformats.org/officeDocument/2006/relationships/slideLayout" Target="../slideLayouts/slideLayout130.xml"/><Relationship Id="rId10" Type="http://schemas.openxmlformats.org/officeDocument/2006/relationships/slideLayout" Target="../slideLayouts/slideLayout112.xml"/><Relationship Id="rId19" Type="http://schemas.openxmlformats.org/officeDocument/2006/relationships/slideLayout" Target="../slideLayouts/slideLayout121.xml"/><Relationship Id="rId31" Type="http://schemas.openxmlformats.org/officeDocument/2006/relationships/tags" Target="../tags/tag1.xml"/><Relationship Id="rId4" Type="http://schemas.openxmlformats.org/officeDocument/2006/relationships/slideLayout" Target="../slideLayouts/slideLayout106.xml"/><Relationship Id="rId9" Type="http://schemas.openxmlformats.org/officeDocument/2006/relationships/slideLayout" Target="../slideLayouts/slideLayout111.xml"/><Relationship Id="rId14" Type="http://schemas.openxmlformats.org/officeDocument/2006/relationships/slideLayout" Target="../slideLayouts/slideLayout116.xml"/><Relationship Id="rId22" Type="http://schemas.openxmlformats.org/officeDocument/2006/relationships/slideLayout" Target="../slideLayouts/slideLayout124.xml"/><Relationship Id="rId27" Type="http://schemas.openxmlformats.org/officeDocument/2006/relationships/slideLayout" Target="../slideLayouts/slideLayout129.xml"/><Relationship Id="rId30" Type="http://schemas.openxmlformats.org/officeDocument/2006/relationships/theme" Target="../theme/theme2.xml"/><Relationship Id="rId8" Type="http://schemas.openxmlformats.org/officeDocument/2006/relationships/slideLayout" Target="../slideLayouts/slideLayout1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D2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B289E9-8E28-CF2D-AF60-9C5C67646340}"/>
              </a:ext>
            </a:extLst>
          </p:cNvPr>
          <p:cNvPicPr>
            <a:picLocks noChangeAspect="1"/>
          </p:cNvPicPr>
          <p:nvPr userDrawn="1"/>
        </p:nvPicPr>
        <p:blipFill>
          <a:blip r:embed="rId104"/>
          <a:srcRect/>
          <a:stretch/>
        </p:blipFill>
        <p:spPr>
          <a:xfrm>
            <a:off x="10403079" y="6452917"/>
            <a:ext cx="1438656" cy="184678"/>
          </a:xfrm>
          <a:prstGeom prst="rect">
            <a:avLst/>
          </a:prstGeom>
        </p:spPr>
      </p:pic>
      <p:sp>
        <p:nvSpPr>
          <p:cNvPr id="3" name="fl" descr="                              Dell - Internal Use - Confidential&#10;">
            <a:extLst>
              <a:ext uri="{FF2B5EF4-FFF2-40B4-BE49-F238E27FC236}">
                <a16:creationId xmlns:a16="http://schemas.microsoft.com/office/drawing/2014/main" id="{89734163-C109-BE4E-AE6F-DB4FB77A5B05}"/>
              </a:ext>
            </a:extLst>
          </p:cNvPr>
          <p:cNvSpPr txBox="1"/>
          <p:nvPr userDrawn="1"/>
        </p:nvSpPr>
        <p:spPr>
          <a:xfrm>
            <a:off x="5381061" y="6701003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lvl="0" indent="0" algn="ctr" defTabSz="1219268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/>
              </a:rPr>
              <a:t>Copyright © Dell Inc. All Rights Reserved.</a:t>
            </a:r>
          </a:p>
        </p:txBody>
      </p:sp>
      <p:sp>
        <p:nvSpPr>
          <p:cNvPr id="5" name="TextBox 19">
            <a:extLst>
              <a:ext uri="{FF2B5EF4-FFF2-40B4-BE49-F238E27FC236}">
                <a16:creationId xmlns:a16="http://schemas.microsoft.com/office/drawing/2014/main" id="{34B65A5C-7ED2-CE15-97B5-19776DD390F1}"/>
              </a:ext>
            </a:extLst>
          </p:cNvPr>
          <p:cNvSpPr txBox="1"/>
          <p:nvPr userDrawn="1"/>
        </p:nvSpPr>
        <p:spPr>
          <a:xfrm>
            <a:off x="5120251" y="6702028"/>
            <a:ext cx="94578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9pPr>
          </a:lstStyle>
          <a:p>
            <a:pPr marL="0" marR="0" lvl="0" indent="0" algn="r" defTabSz="914231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672CB"/>
              </a:buClr>
              <a:buSzTx/>
              <a:buFontTx/>
              <a:buNone/>
              <a:tabLst/>
              <a:defRPr/>
            </a:pPr>
            <a:fld id="{58EC7406-F4CC-4ABF-902E-2AF4E70E5C0F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/>
              </a:rPr>
              <a:pPr marL="0" marR="0" lvl="0" indent="0" algn="r" defTabSz="914231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672CB"/>
                </a:buClr>
                <a:buSzTx/>
                <a:buFontTx/>
                <a:buNone/>
                <a:tabLst/>
                <a:defRPr/>
              </a:pPr>
              <a:t>‹#›</a:t>
            </a:fld>
            <a:endParaRPr kumimoji="0" lang="en-US" sz="600" b="0" i="0" u="none" strike="noStrike" kern="1200" cap="none" spc="0" normalizeH="0" baseline="0" noProof="0" err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Arial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CCC885-E0F7-4DA2-B68D-0FB62BE1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05">
            <a:extLst>
              <a:ext uri="{BEBA8EAE-BF5A-486C-A8C5-ECC9F3942E4B}">
                <a14:imgProps xmlns:a14="http://schemas.microsoft.com/office/drawing/2010/main">
                  <a14:imgLayer r:embed="rId10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79" y="6451744"/>
            <a:ext cx="1438656" cy="18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253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2" r:id="rId1"/>
    <p:sldLayoutId id="2147484083" r:id="rId2"/>
    <p:sldLayoutId id="2147484084" r:id="rId3"/>
    <p:sldLayoutId id="2147484087" r:id="rId4"/>
    <p:sldLayoutId id="2147484628" r:id="rId5"/>
    <p:sldLayoutId id="2147484629" r:id="rId6"/>
    <p:sldLayoutId id="2147484630" r:id="rId7"/>
    <p:sldLayoutId id="2147484631" r:id="rId8"/>
    <p:sldLayoutId id="2147484632" r:id="rId9"/>
    <p:sldLayoutId id="2147484633" r:id="rId10"/>
    <p:sldLayoutId id="2147484634" r:id="rId11"/>
    <p:sldLayoutId id="2147484635" r:id="rId12"/>
    <p:sldLayoutId id="2147484636" r:id="rId13"/>
    <p:sldLayoutId id="2147484637" r:id="rId14"/>
    <p:sldLayoutId id="2147484638" r:id="rId15"/>
    <p:sldLayoutId id="2147484639" r:id="rId16"/>
    <p:sldLayoutId id="2147484640" r:id="rId17"/>
    <p:sldLayoutId id="2147484641" r:id="rId18"/>
    <p:sldLayoutId id="2147484642" r:id="rId19"/>
    <p:sldLayoutId id="2147484643" r:id="rId20"/>
    <p:sldLayoutId id="2147484644" r:id="rId21"/>
    <p:sldLayoutId id="2147484645" r:id="rId22"/>
    <p:sldLayoutId id="2147484646" r:id="rId23"/>
    <p:sldLayoutId id="2147484647" r:id="rId24"/>
    <p:sldLayoutId id="2147484648" r:id="rId25"/>
    <p:sldLayoutId id="2147484649" r:id="rId26"/>
    <p:sldLayoutId id="2147484650" r:id="rId27"/>
    <p:sldLayoutId id="2147484651" r:id="rId28"/>
    <p:sldLayoutId id="2147484652" r:id="rId29"/>
    <p:sldLayoutId id="2147484653" r:id="rId30"/>
    <p:sldLayoutId id="2147484654" r:id="rId31"/>
    <p:sldLayoutId id="2147484655" r:id="rId32"/>
    <p:sldLayoutId id="2147484656" r:id="rId33"/>
    <p:sldLayoutId id="2147484657" r:id="rId34"/>
    <p:sldLayoutId id="2147484658" r:id="rId35"/>
    <p:sldLayoutId id="2147484659" r:id="rId36"/>
    <p:sldLayoutId id="2147484660" r:id="rId37"/>
    <p:sldLayoutId id="2147484661" r:id="rId38"/>
    <p:sldLayoutId id="2147484662" r:id="rId39"/>
    <p:sldLayoutId id="2147484663" r:id="rId40"/>
    <p:sldLayoutId id="2147484664" r:id="rId41"/>
    <p:sldLayoutId id="2147484665" r:id="rId42"/>
    <p:sldLayoutId id="2147484666" r:id="rId43"/>
    <p:sldLayoutId id="2147484667" r:id="rId44"/>
    <p:sldLayoutId id="2147484668" r:id="rId45"/>
    <p:sldLayoutId id="2147484669" r:id="rId46"/>
    <p:sldLayoutId id="2147484670" r:id="rId47"/>
    <p:sldLayoutId id="2147484671" r:id="rId48"/>
    <p:sldLayoutId id="2147484672" r:id="rId49"/>
    <p:sldLayoutId id="2147484673" r:id="rId50"/>
    <p:sldLayoutId id="2147484674" r:id="rId51"/>
    <p:sldLayoutId id="2147484675" r:id="rId52"/>
    <p:sldLayoutId id="2147484676" r:id="rId53"/>
    <p:sldLayoutId id="2147484677" r:id="rId54"/>
    <p:sldLayoutId id="2147484678" r:id="rId55"/>
    <p:sldLayoutId id="2147484679" r:id="rId56"/>
    <p:sldLayoutId id="2147484680" r:id="rId57"/>
    <p:sldLayoutId id="2147484681" r:id="rId58"/>
    <p:sldLayoutId id="2147484682" r:id="rId59"/>
    <p:sldLayoutId id="2147484683" r:id="rId60"/>
    <p:sldLayoutId id="2147484684" r:id="rId61"/>
    <p:sldLayoutId id="2147484685" r:id="rId62"/>
    <p:sldLayoutId id="2147484686" r:id="rId63"/>
    <p:sldLayoutId id="2147484687" r:id="rId64"/>
    <p:sldLayoutId id="2147484688" r:id="rId65"/>
    <p:sldLayoutId id="2147484689" r:id="rId66"/>
    <p:sldLayoutId id="2147484690" r:id="rId67"/>
    <p:sldLayoutId id="2147484691" r:id="rId68"/>
    <p:sldLayoutId id="2147484692" r:id="rId69"/>
    <p:sldLayoutId id="2147484693" r:id="rId70"/>
    <p:sldLayoutId id="2147484694" r:id="rId71"/>
    <p:sldLayoutId id="2147484695" r:id="rId72"/>
    <p:sldLayoutId id="2147484696" r:id="rId73"/>
    <p:sldLayoutId id="2147484697" r:id="rId74"/>
    <p:sldLayoutId id="2147484698" r:id="rId75"/>
    <p:sldLayoutId id="2147484699" r:id="rId76"/>
    <p:sldLayoutId id="2147484700" r:id="rId77"/>
    <p:sldLayoutId id="2147484701" r:id="rId78"/>
    <p:sldLayoutId id="2147484702" r:id="rId79"/>
    <p:sldLayoutId id="2147484703" r:id="rId80"/>
    <p:sldLayoutId id="2147484704" r:id="rId81"/>
    <p:sldLayoutId id="2147484705" r:id="rId82"/>
    <p:sldLayoutId id="2147484706" r:id="rId83"/>
    <p:sldLayoutId id="2147484707" r:id="rId84"/>
    <p:sldLayoutId id="2147484708" r:id="rId85"/>
    <p:sldLayoutId id="2147484709" r:id="rId86"/>
    <p:sldLayoutId id="2147484710" r:id="rId87"/>
    <p:sldLayoutId id="2147484711" r:id="rId88"/>
    <p:sldLayoutId id="2147484712" r:id="rId89"/>
    <p:sldLayoutId id="2147484713" r:id="rId90"/>
    <p:sldLayoutId id="2147484714" r:id="rId91"/>
    <p:sldLayoutId id="2147484715" r:id="rId92"/>
    <p:sldLayoutId id="2147484716" r:id="rId93"/>
    <p:sldLayoutId id="2147484717" r:id="rId94"/>
    <p:sldLayoutId id="2147484718" r:id="rId95"/>
    <p:sldLayoutId id="2147484719" r:id="rId96"/>
    <p:sldLayoutId id="2147484720" r:id="rId97"/>
    <p:sldLayoutId id="2147484721" r:id="rId98"/>
    <p:sldLayoutId id="2147484722" r:id="rId99"/>
    <p:sldLayoutId id="2147485387" r:id="rId100"/>
    <p:sldLayoutId id="2147485388" r:id="rId101"/>
    <p:sldLayoutId id="2147485389" r:id="rId102"/>
  </p:sldLayoutIdLst>
  <p:txStyles>
    <p:titleStyle>
      <a:lvl1pPr algn="l" defTabSz="91445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marL="228612" indent="-228612" algn="l" defTabSz="91445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/>
          <a:ea typeface="Arial"/>
          <a:cs typeface="Arial"/>
        </a:defRPr>
      </a:lvl1pPr>
      <a:lvl2pPr marL="685838" indent="-228612" algn="l" defTabSz="91445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/>
          <a:ea typeface="Arial"/>
          <a:cs typeface="Arial"/>
        </a:defRPr>
      </a:lvl2pPr>
      <a:lvl3pPr marL="1143062" indent="-228612" algn="l" defTabSz="91445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/>
          <a:ea typeface="Arial"/>
          <a:cs typeface="Arial"/>
        </a:defRPr>
      </a:lvl3pPr>
      <a:lvl4pPr marL="1600288" indent="-228612" algn="l" defTabSz="91445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4pPr>
      <a:lvl5pPr marL="2057514" indent="-228612" algn="l" defTabSz="91445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5pPr>
      <a:lvl6pPr marL="2514738" indent="-228612" algn="l" defTabSz="91445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6pPr>
      <a:lvl7pPr marL="2971964" indent="-228612" algn="l" defTabSz="91445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7pPr>
      <a:lvl8pPr marL="3429188" indent="-228612" algn="l" defTabSz="91445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8pPr>
      <a:lvl9pPr marL="3886414" indent="-228612" algn="l" defTabSz="91445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defPPr>
        <a:defRPr lang="en-US"/>
      </a:defPPr>
      <a:lvl1pPr marL="0" algn="l" defTabSz="91445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1pPr>
      <a:lvl2pPr marL="457226" algn="l" defTabSz="91445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2pPr>
      <a:lvl3pPr marL="914450" algn="l" defTabSz="91445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3pPr>
      <a:lvl4pPr marL="1371676" algn="l" defTabSz="91445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4pPr>
      <a:lvl5pPr marL="1828900" algn="l" defTabSz="91445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5pPr>
      <a:lvl6pPr marL="2286126" algn="l" defTabSz="91445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6pPr>
      <a:lvl7pPr marL="2743350" algn="l" defTabSz="91445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7pPr>
      <a:lvl8pPr marL="3200576" algn="l" defTabSz="91445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8pPr>
      <a:lvl9pPr marL="3657802" algn="l" defTabSz="91445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600">
          <p15:clr>
            <a:srgbClr val="F26B43"/>
          </p15:clr>
        </p15:guide>
        <p15:guide id="2" orient="horz" pos="900">
          <p15:clr>
            <a:srgbClr val="F26B43"/>
          </p15:clr>
        </p15:guide>
        <p15:guide id="3" pos="100">
          <p15:clr>
            <a:srgbClr val="F26B43"/>
          </p15:clr>
        </p15:guide>
        <p15:guide id="4" pos="310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B81EE771-BCC6-F6D9-0FA9-1E4B2E88C24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1"/>
            </p:custDataLst>
            <p:extLst>
              <p:ext uri="{D42A27DB-BD31-4B8C-83A1-F6EECF244321}">
                <p14:modId xmlns:p14="http://schemas.microsoft.com/office/powerpoint/2010/main" val="139930941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2" imgW="416" imgH="416" progId="TCLayout.ActiveDocument.1">
                  <p:embed/>
                </p:oleObj>
              </mc:Choice>
              <mc:Fallback>
                <p:oleObj name="think-cell Slide" r:id="rId32" imgW="416" imgH="41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81EE771-BCC6-F6D9-0FA9-1E4B2E88C2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79" y="6451744"/>
            <a:ext cx="1438656" cy="187024"/>
          </a:xfrm>
          <a:prstGeom prst="rect">
            <a:avLst/>
          </a:prstGeom>
        </p:spPr>
      </p:pic>
      <p:sp>
        <p:nvSpPr>
          <p:cNvPr id="7" name="fl" descr="                              Dell - Internal Use - Confidential&#10;"/>
          <p:cNvSpPr txBox="1"/>
          <p:nvPr userDrawn="1"/>
        </p:nvSpPr>
        <p:spPr>
          <a:xfrm>
            <a:off x="5383202" y="6701004"/>
            <a:ext cx="1425604" cy="83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algn="ctr" defTabSz="1219110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/>
              </a:rPr>
              <a:t>Copyright © Dell Inc. All Rights Reserved.</a:t>
            </a:r>
          </a:p>
        </p:txBody>
      </p:sp>
      <p:sp>
        <p:nvSpPr>
          <p:cNvPr id="6" name="TextBox 19"/>
          <p:cNvSpPr txBox="1"/>
          <p:nvPr userDrawn="1"/>
        </p:nvSpPr>
        <p:spPr>
          <a:xfrm>
            <a:off x="5120786" y="6702031"/>
            <a:ext cx="94044" cy="831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Arial"/>
                <a:cs typeface="Arial"/>
              </a:defRPr>
            </a:lvl9pPr>
          </a:lstStyle>
          <a:p>
            <a:pPr marL="0" marR="0" lvl="0" indent="0" algn="r" defTabSz="91433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672CB"/>
              </a:buClr>
              <a:buSzTx/>
              <a:buFontTx/>
              <a:buNone/>
              <a:tabLst/>
              <a:defRPr/>
            </a:pPr>
            <a:fld id="{58EC7406-F4CC-4ABF-902E-2AF4E70E5C0F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/>
              </a:rPr>
              <a:pPr marL="0" marR="0" lvl="0" indent="0" algn="r" defTabSz="91433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672CB"/>
                </a:buClr>
                <a:buSzTx/>
                <a:buFontTx/>
                <a:buNone/>
                <a:tabLst/>
                <a:defRPr/>
              </a:pPr>
              <a:t>‹#›</a:t>
            </a:fld>
            <a:endParaRPr kumimoji="0" lang="en-US" sz="600" b="0" i="0" u="none" strike="noStrike" kern="1200" cap="none" spc="0" normalizeH="0" baseline="0" noProof="0" err="1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2" name="MSIPCMContentMarking" descr="{&quot;HashCode&quot;:-1876667767,&quot;Placement&quot;:&quot;Footer&quot;,&quot;Top&quot;:388.380066,&quot;Left&quot;:0.0,&quot;SlideWidth&quot;:720,&quot;SlideHeight&quot;:405}">
            <a:extLst>
              <a:ext uri="{FF2B5EF4-FFF2-40B4-BE49-F238E27FC236}">
                <a16:creationId xmlns:a16="http://schemas.microsoft.com/office/drawing/2014/main" id="{64C6B18B-BF44-2BA7-FACE-900691FFAFC1}"/>
              </a:ext>
            </a:extLst>
          </p:cNvPr>
          <p:cNvSpPr txBox="1"/>
          <p:nvPr userDrawn="1"/>
        </p:nvSpPr>
        <p:spPr>
          <a:xfrm>
            <a:off x="1" y="6645502"/>
            <a:ext cx="1580011" cy="14356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Arial" panose="020F0502020204030204" pitchFamily="34" charset="0"/>
                <a:ea typeface="Arial"/>
                <a:cs typeface="Arial"/>
              </a:rPr>
              <a:t>Internal Use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99614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91" r:id="rId1"/>
    <p:sldLayoutId id="2147484292" r:id="rId2"/>
    <p:sldLayoutId id="2147484293" r:id="rId3"/>
    <p:sldLayoutId id="2147484294" r:id="rId4"/>
    <p:sldLayoutId id="2147484295" r:id="rId5"/>
    <p:sldLayoutId id="2147484296" r:id="rId6"/>
    <p:sldLayoutId id="2147484297" r:id="rId7"/>
    <p:sldLayoutId id="2147484298" r:id="rId8"/>
    <p:sldLayoutId id="2147484299" r:id="rId9"/>
    <p:sldLayoutId id="2147484300" r:id="rId10"/>
    <p:sldLayoutId id="2147484301" r:id="rId11"/>
    <p:sldLayoutId id="2147484302" r:id="rId12"/>
    <p:sldLayoutId id="2147484303" r:id="rId13"/>
    <p:sldLayoutId id="2147484304" r:id="rId14"/>
    <p:sldLayoutId id="2147484305" r:id="rId15"/>
    <p:sldLayoutId id="2147484306" r:id="rId16"/>
    <p:sldLayoutId id="2147484307" r:id="rId17"/>
    <p:sldLayoutId id="2147484308" r:id="rId18"/>
    <p:sldLayoutId id="2147484309" r:id="rId19"/>
    <p:sldLayoutId id="2147484310" r:id="rId20"/>
    <p:sldLayoutId id="2147484311" r:id="rId21"/>
    <p:sldLayoutId id="2147484312" r:id="rId22"/>
    <p:sldLayoutId id="2147484313" r:id="rId23"/>
    <p:sldLayoutId id="2147484314" r:id="rId24"/>
    <p:sldLayoutId id="2147484315" r:id="rId25"/>
    <p:sldLayoutId id="2147484316" r:id="rId26"/>
    <p:sldLayoutId id="2147484317" r:id="rId27"/>
    <p:sldLayoutId id="2147484318" r:id="rId28"/>
    <p:sldLayoutId id="2147484319" r:id="rId29"/>
  </p:sldLayoutIdLst>
  <p:hf hdr="0" ftr="0" dt="0"/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/>
          <a:ea typeface="Arial"/>
          <a:cs typeface="Arial"/>
        </a:defRPr>
      </a:lvl1pPr>
      <a:lvl2pPr marL="514324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2pPr>
      <a:lvl3pPr marL="857207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/>
          <a:ea typeface="Arial"/>
          <a:cs typeface="Arial"/>
        </a:defRPr>
      </a:lvl3pPr>
      <a:lvl4pPr marL="1200090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Arial"/>
          <a:ea typeface="Arial"/>
          <a:cs typeface="Arial"/>
        </a:defRPr>
      </a:lvl4pPr>
      <a:lvl5pPr marL="1542973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Arial"/>
          <a:ea typeface="Arial"/>
          <a:cs typeface="Arial"/>
        </a:defRPr>
      </a:lvl5pPr>
      <a:lvl6pPr marL="188585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Arial"/>
          <a:ea typeface="Arial"/>
          <a:cs typeface="Arial"/>
        </a:defRPr>
      </a:lvl6pPr>
      <a:lvl7pPr marL="2228739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Arial"/>
          <a:ea typeface="Arial"/>
          <a:cs typeface="Arial"/>
        </a:defRPr>
      </a:lvl7pPr>
      <a:lvl8pPr marL="2571622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Arial"/>
          <a:ea typeface="Arial"/>
          <a:cs typeface="Arial"/>
        </a:defRPr>
      </a:lvl8pPr>
      <a:lvl9pPr marL="2914504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defPPr>
        <a:defRPr lang="en-US"/>
      </a:defPPr>
      <a:lvl1pPr marL="0" algn="l" defTabSz="685766" rtl="0" eaLnBrk="1" latinLnBrk="0" hangingPunct="1">
        <a:defRPr sz="1351" kern="1200">
          <a:solidFill>
            <a:schemeClr val="tx1"/>
          </a:solidFill>
          <a:latin typeface="Arial"/>
          <a:ea typeface="Arial"/>
          <a:cs typeface="Arial"/>
        </a:defRPr>
      </a:lvl1pPr>
      <a:lvl2pPr marL="342883" algn="l" defTabSz="685766" rtl="0" eaLnBrk="1" latinLnBrk="0" hangingPunct="1">
        <a:defRPr sz="1351" kern="1200">
          <a:solidFill>
            <a:schemeClr val="tx1"/>
          </a:solidFill>
          <a:latin typeface="Arial"/>
          <a:ea typeface="Arial"/>
          <a:cs typeface="Arial"/>
        </a:defRPr>
      </a:lvl2pPr>
      <a:lvl3pPr marL="685766" algn="l" defTabSz="685766" rtl="0" eaLnBrk="1" latinLnBrk="0" hangingPunct="1">
        <a:defRPr sz="1351" kern="1200">
          <a:solidFill>
            <a:schemeClr val="tx1"/>
          </a:solidFill>
          <a:latin typeface="Arial"/>
          <a:ea typeface="Arial"/>
          <a:cs typeface="Arial"/>
        </a:defRPr>
      </a:lvl3pPr>
      <a:lvl4pPr marL="1028649" algn="l" defTabSz="685766" rtl="0" eaLnBrk="1" latinLnBrk="0" hangingPunct="1">
        <a:defRPr sz="1351" kern="1200">
          <a:solidFill>
            <a:schemeClr val="tx1"/>
          </a:solidFill>
          <a:latin typeface="Arial"/>
          <a:ea typeface="Arial"/>
          <a:cs typeface="Arial"/>
        </a:defRPr>
      </a:lvl4pPr>
      <a:lvl5pPr marL="1371532" algn="l" defTabSz="685766" rtl="0" eaLnBrk="1" latinLnBrk="0" hangingPunct="1">
        <a:defRPr sz="1351" kern="1200">
          <a:solidFill>
            <a:schemeClr val="tx1"/>
          </a:solidFill>
          <a:latin typeface="Arial"/>
          <a:ea typeface="Arial"/>
          <a:cs typeface="Arial"/>
        </a:defRPr>
      </a:lvl5pPr>
      <a:lvl6pPr marL="1714414" algn="l" defTabSz="685766" rtl="0" eaLnBrk="1" latinLnBrk="0" hangingPunct="1">
        <a:defRPr sz="1351" kern="1200">
          <a:solidFill>
            <a:schemeClr val="tx1"/>
          </a:solidFill>
          <a:latin typeface="Arial"/>
          <a:ea typeface="Arial"/>
          <a:cs typeface="Arial"/>
        </a:defRPr>
      </a:lvl6pPr>
      <a:lvl7pPr marL="2057297" algn="l" defTabSz="685766" rtl="0" eaLnBrk="1" latinLnBrk="0" hangingPunct="1">
        <a:defRPr sz="1351" kern="1200">
          <a:solidFill>
            <a:schemeClr val="tx1"/>
          </a:solidFill>
          <a:latin typeface="Arial"/>
          <a:ea typeface="Arial"/>
          <a:cs typeface="Arial"/>
        </a:defRPr>
      </a:lvl7pPr>
      <a:lvl8pPr marL="2400180" algn="l" defTabSz="685766" rtl="0" eaLnBrk="1" latinLnBrk="0" hangingPunct="1">
        <a:defRPr sz="1351" kern="1200">
          <a:solidFill>
            <a:schemeClr val="tx1"/>
          </a:solidFill>
          <a:latin typeface="Arial"/>
          <a:ea typeface="Arial"/>
          <a:cs typeface="Arial"/>
        </a:defRPr>
      </a:lvl8pPr>
      <a:lvl9pPr marL="2743063" algn="l" defTabSz="685766" rtl="0" eaLnBrk="1" latinLnBrk="0" hangingPunct="1">
        <a:defRPr sz="1351" kern="1200">
          <a:solidFill>
            <a:schemeClr val="tx1"/>
          </a:solidFill>
          <a:latin typeface="Arial"/>
          <a:ea typeface="Arial"/>
          <a:cs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120">
          <p15:clr>
            <a:srgbClr val="F26B43"/>
          </p15:clr>
        </p15:guide>
        <p15:guide id="2" orient="horz" pos="2880">
          <p15:clr>
            <a:srgbClr val="F26B43"/>
          </p15:clr>
        </p15:guide>
        <p15:guide id="3" pos="320">
          <p15:clr>
            <a:srgbClr val="F26B43"/>
          </p15:clr>
        </p15:guide>
        <p15:guide id="4" pos="99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548" y="2722652"/>
            <a:ext cx="6024595" cy="1412694"/>
          </a:xfrm>
        </p:spPr>
        <p:txBody>
          <a:bodyPr/>
          <a:lstStyle/>
          <a:p>
            <a:pPr>
              <a:defRPr sz="3400" b="1"/>
            </a:pPr>
            <a:r>
              <a:rPr dirty="0">
                <a:solidFill>
                  <a:schemeClr val="tx1"/>
                </a:solidFill>
                <a:latin typeface="Arial"/>
              </a:rPr>
              <a:t>TOSCA &amp; Blueprinting</a:t>
            </a:r>
          </a:p>
          <a:p>
            <a:pPr>
              <a:defRPr sz="3400" b="1"/>
            </a:pPr>
            <a:r>
              <a:rPr dirty="0">
                <a:solidFill>
                  <a:schemeClr val="tx1"/>
                </a:solidFill>
                <a:latin typeface="Arial"/>
              </a:rPr>
              <a:t>for the Dell Automation</a:t>
            </a:r>
          </a:p>
          <a:p>
            <a:pPr>
              <a:defRPr sz="3400" b="1"/>
            </a:pPr>
            <a:r>
              <a:rPr dirty="0">
                <a:solidFill>
                  <a:schemeClr val="tx1"/>
                </a:solidFill>
                <a:latin typeface="Arial"/>
              </a:rPr>
              <a:t>Platform Orchestrator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343549" y="4175644"/>
            <a:ext cx="5714894" cy="1479767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  <a:defRPr sz="1600"/>
            </a:pPr>
            <a:r>
              <a:rPr dirty="0"/>
              <a:t>A practical introduction to the Topology and Orchestration</a:t>
            </a:r>
            <a:r>
              <a:rPr lang="en-US" dirty="0"/>
              <a:t> </a:t>
            </a:r>
            <a:r>
              <a:rPr dirty="0"/>
              <a:t>Specification for Cloud Applications (TOSCA)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427" y="3262800"/>
            <a:ext cx="6582887" cy="332399"/>
          </a:xfrm>
        </p:spPr>
        <p:txBody>
          <a:bodyPr/>
          <a:lstStyle/>
          <a:p>
            <a:pPr>
              <a:defRPr sz="2400" b="1"/>
            </a:pPr>
            <a:r>
              <a:rPr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496182" y="1428750"/>
            <a:ext cx="8933818" cy="4514850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  <a:latin typeface="Arial"/>
              </a:defRPr>
            </a:pPr>
            <a:r>
              <a:rPr dirty="0">
                <a:solidFill>
                  <a:srgbClr val="FFFFFF"/>
                </a:solidFill>
                <a:latin typeface="Arial"/>
              </a:rPr>
              <a:t>1.  What is TOSCA?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  <a:latin typeface="Arial"/>
              </a:defRPr>
            </a:pPr>
            <a:r>
              <a:rPr dirty="0">
                <a:solidFill>
                  <a:srgbClr val="FFFFFF"/>
                </a:solidFill>
                <a:latin typeface="Arial"/>
              </a:rPr>
              <a:t>2.  Why TOSCA Matters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  <a:latin typeface="Arial"/>
              </a:defRPr>
            </a:pPr>
            <a:r>
              <a:rPr dirty="0">
                <a:solidFill>
                  <a:srgbClr val="FFFFFF"/>
                </a:solidFill>
                <a:latin typeface="Arial"/>
              </a:rPr>
              <a:t>3.  TOSCA Core Concepts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  <a:latin typeface="Arial"/>
              </a:defRPr>
            </a:pPr>
            <a:r>
              <a:rPr dirty="0">
                <a:solidFill>
                  <a:srgbClr val="FFFFFF"/>
                </a:solidFill>
                <a:latin typeface="Arial"/>
              </a:rPr>
              <a:t>4.  Dell Automation Platform Overview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  <a:latin typeface="Arial"/>
              </a:defRPr>
            </a:pPr>
            <a:r>
              <a:rPr dirty="0">
                <a:solidFill>
                  <a:srgbClr val="FFFFFF"/>
                </a:solidFill>
                <a:latin typeface="Arial"/>
              </a:rPr>
              <a:t>5.  Blueprints </a:t>
            </a:r>
            <a:r>
              <a:rPr lang="en-US" dirty="0">
                <a:solidFill>
                  <a:srgbClr val="FFFFFF"/>
                </a:solidFill>
              </a:rPr>
              <a:t>in the Dell Automation Platform</a:t>
            </a:r>
            <a:endParaRPr dirty="0">
              <a:solidFill>
                <a:srgbClr val="FFFFFF"/>
              </a:solidFill>
              <a:latin typeface="Arial"/>
            </a:endParaRP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  <a:latin typeface="Arial"/>
              </a:defRPr>
            </a:pPr>
            <a:r>
              <a:rPr dirty="0">
                <a:solidFill>
                  <a:srgbClr val="FFFFFF"/>
                </a:solidFill>
                <a:latin typeface="Arial"/>
              </a:rPr>
              <a:t>6.  Blueprint YAML Structure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  <a:latin typeface="Arial"/>
              </a:defRPr>
            </a:pPr>
            <a:r>
              <a:rPr dirty="0">
                <a:solidFill>
                  <a:srgbClr val="FFFFFF"/>
                </a:solidFill>
                <a:latin typeface="Arial"/>
              </a:rPr>
              <a:t>7.  Inputs &amp; Constraints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  <a:latin typeface="Arial"/>
              </a:defRPr>
            </a:pPr>
            <a:r>
              <a:rPr dirty="0">
                <a:solidFill>
                  <a:srgbClr val="FFFFFF"/>
                </a:solidFill>
                <a:latin typeface="Arial"/>
              </a:rPr>
              <a:t>8.  Node Types Hierarchy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  <a:latin typeface="Arial"/>
              </a:defRPr>
            </a:pPr>
            <a:r>
              <a:rPr dirty="0">
                <a:solidFill>
                  <a:srgbClr val="FFFFFF"/>
                </a:solidFill>
                <a:latin typeface="Arial"/>
              </a:rPr>
              <a:t>9.  Node Templates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  <a:latin typeface="Arial"/>
              </a:defRPr>
            </a:pPr>
            <a:r>
              <a:rPr dirty="0">
                <a:solidFill>
                  <a:srgbClr val="FFFFFF"/>
                </a:solidFill>
                <a:latin typeface="Arial"/>
              </a:rPr>
              <a:t>10.  Relationships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  <a:latin typeface="Arial"/>
              </a:defRPr>
            </a:pPr>
            <a:r>
              <a:rPr dirty="0">
                <a:solidFill>
                  <a:srgbClr val="FFFFFF"/>
                </a:solidFill>
                <a:latin typeface="Arial"/>
              </a:rPr>
              <a:t>11.  Lifecycle Operations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  <a:latin typeface="Arial"/>
              </a:defRPr>
            </a:pPr>
            <a:r>
              <a:rPr dirty="0">
                <a:solidFill>
                  <a:srgbClr val="FFFFFF"/>
                </a:solidFill>
                <a:latin typeface="Arial"/>
              </a:rPr>
              <a:t>12.  Intrinsic Functions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  <a:latin typeface="Arial"/>
              </a:defRPr>
            </a:pPr>
            <a:r>
              <a:rPr dirty="0">
                <a:solidFill>
                  <a:srgbClr val="FFFFFF"/>
                </a:solidFill>
                <a:latin typeface="Arial"/>
              </a:rPr>
              <a:t>13.  Capabilities &amp; Outputs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  <a:latin typeface="Arial"/>
              </a:defRPr>
            </a:pPr>
            <a:r>
              <a:rPr dirty="0">
                <a:solidFill>
                  <a:srgbClr val="FFFFFF"/>
                </a:solidFill>
                <a:latin typeface="Arial"/>
              </a:rPr>
              <a:t>14.  Plugin Ecosystem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  <a:latin typeface="Arial"/>
              </a:defRPr>
            </a:pPr>
            <a:r>
              <a:rPr dirty="0">
                <a:solidFill>
                  <a:srgbClr val="FFFFFF"/>
                </a:solidFill>
                <a:latin typeface="Arial"/>
              </a:rPr>
              <a:t>15.  Complete Blueprint Example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  <a:latin typeface="Arial"/>
              </a:defRPr>
            </a:pPr>
            <a:r>
              <a:rPr dirty="0">
                <a:solidFill>
                  <a:srgbClr val="FFFFFF"/>
                </a:solidFill>
                <a:latin typeface="Arial"/>
              </a:rPr>
              <a:t>16.  Key Takeaways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dirty="0">
                <a:solidFill>
                  <a:srgbClr val="0070C0"/>
                </a:solidFill>
                <a:latin typeface="Arial"/>
              </a:rPr>
              <a:t>What is TOSCA?</a:t>
            </a:r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1726F150-6468-F486-DCD1-8B5C92EC88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81001" y="940402"/>
            <a:ext cx="6019799" cy="52870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900" b="1">
                <a:solidFill>
                  <a:srgbClr val="003B64"/>
                </a:solidFill>
                <a:latin typeface="Arial"/>
              </a:defRPr>
            </a:pPr>
            <a:r>
              <a:rPr dirty="0">
                <a:cs typeface="Arial" panose="020B0604020202020204" pitchFamily="34" charset="0"/>
              </a:rPr>
              <a:t>Topology and Orchestration Specification for Cloud Applications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333333"/>
                </a:solidFill>
                <a:latin typeface="Arial"/>
              </a:defRPr>
            </a:pPr>
            <a:endParaRPr dirty="0">
              <a:cs typeface="Arial" panose="020B0604020202020204" pitchFamily="34" charset="0"/>
            </a:endParaRPr>
          </a:p>
          <a:p>
            <a:pPr algn="l">
              <a:spcBef>
                <a:spcPts val="800"/>
              </a:spcBef>
              <a:defRPr sz="1500" b="0">
                <a:solidFill>
                  <a:srgbClr val="333333"/>
                </a:solidFill>
                <a:latin typeface="Arial"/>
              </a:defRPr>
            </a:pPr>
            <a:r>
              <a:rPr dirty="0">
                <a:solidFill>
                  <a:schemeClr val="accent1"/>
                </a:solidFill>
                <a:cs typeface="Arial" panose="020B0604020202020204" pitchFamily="34" charset="0"/>
              </a:rPr>
              <a:t>TOSCA is an open standard defined by OASIS that provides a language for describing:</a:t>
            </a:r>
          </a:p>
          <a:p>
            <a:pPr>
              <a:spcBef>
                <a:spcPts val="400"/>
              </a:spcBef>
              <a:defRPr sz="1400">
                <a:solidFill>
                  <a:srgbClr val="666666"/>
                </a:solidFill>
                <a:latin typeface="Arial"/>
              </a:defRPr>
            </a:pPr>
            <a:r>
              <a:rPr dirty="0">
                <a:solidFill>
                  <a:schemeClr val="accent1"/>
                </a:solidFill>
                <a:cs typeface="Arial" panose="020B0604020202020204" pitchFamily="34" charset="0"/>
              </a:rPr>
              <a:t>The topology (structure) of cloud applications</a:t>
            </a:r>
          </a:p>
          <a:p>
            <a:pPr>
              <a:spcBef>
                <a:spcPts val="400"/>
              </a:spcBef>
              <a:defRPr sz="1400">
                <a:solidFill>
                  <a:srgbClr val="666666"/>
                </a:solidFill>
                <a:latin typeface="Arial"/>
              </a:defRPr>
            </a:pPr>
            <a:r>
              <a:rPr dirty="0">
                <a:solidFill>
                  <a:schemeClr val="accent1"/>
                </a:solidFill>
                <a:cs typeface="Arial" panose="020B0604020202020204" pitchFamily="34" charset="0"/>
              </a:rPr>
              <a:t>The components that make up the application</a:t>
            </a:r>
          </a:p>
          <a:p>
            <a:pPr>
              <a:spcBef>
                <a:spcPts val="400"/>
              </a:spcBef>
              <a:defRPr sz="1400">
                <a:solidFill>
                  <a:srgbClr val="666666"/>
                </a:solidFill>
                <a:latin typeface="Arial"/>
              </a:defRPr>
            </a:pPr>
            <a:r>
              <a:rPr dirty="0">
                <a:solidFill>
                  <a:schemeClr val="accent1"/>
                </a:solidFill>
                <a:cs typeface="Arial" panose="020B0604020202020204" pitchFamily="34" charset="0"/>
              </a:rPr>
              <a:t>The relationships between those components</a:t>
            </a:r>
          </a:p>
          <a:p>
            <a:pPr>
              <a:spcBef>
                <a:spcPts val="400"/>
              </a:spcBef>
              <a:defRPr sz="1400">
                <a:solidFill>
                  <a:srgbClr val="666666"/>
                </a:solidFill>
                <a:latin typeface="Arial"/>
              </a:defRPr>
            </a:pPr>
            <a:r>
              <a:rPr dirty="0">
                <a:solidFill>
                  <a:schemeClr val="accent1"/>
                </a:solidFill>
                <a:cs typeface="Arial" panose="020B0604020202020204" pitchFamily="34" charset="0"/>
              </a:rPr>
              <a:t>The operations to deploy, manage, and tear them down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333333"/>
                </a:solidFill>
                <a:latin typeface="Arial"/>
              </a:defRPr>
            </a:pPr>
            <a:endParaRPr dirty="0">
              <a:cs typeface="Arial" panose="020B0604020202020204" pitchFamily="34" charset="0"/>
            </a:endParaRPr>
          </a:p>
          <a:p>
            <a:pPr algn="l">
              <a:spcBef>
                <a:spcPts val="1000"/>
              </a:spcBef>
              <a:defRPr sz="1500" b="0">
                <a:solidFill>
                  <a:srgbClr val="333333"/>
                </a:solidFill>
                <a:latin typeface="Arial"/>
              </a:defRPr>
            </a:pPr>
            <a:r>
              <a:rPr dirty="0">
                <a:cs typeface="Arial" panose="020B0604020202020204" pitchFamily="34" charset="0"/>
              </a:rPr>
              <a:t>Think of it as an "infrastructure blueprint language" --</a:t>
            </a:r>
          </a:p>
          <a:p>
            <a:pPr algn="l">
              <a:spcBef>
                <a:spcPts val="600"/>
              </a:spcBef>
              <a:defRPr sz="1500" b="1">
                <a:solidFill>
                  <a:srgbClr val="0076CE"/>
                </a:solidFill>
                <a:latin typeface="Arial"/>
              </a:defRPr>
            </a:pPr>
            <a:r>
              <a:rPr dirty="0">
                <a:cs typeface="Arial" panose="020B0604020202020204" pitchFamily="34" charset="0"/>
              </a:rPr>
              <a:t>like an architect's drawing, but for cloud deployments.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0" y="1051560"/>
            <a:ext cx="45720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0" y="1051560"/>
            <a:ext cx="4572000" cy="64008"/>
          </a:xfrm>
          <a:prstGeom prst="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95160" y="1161288"/>
            <a:ext cx="42976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 b="1">
                <a:solidFill>
                  <a:srgbClr val="003B64"/>
                </a:solidFill>
                <a:latin typeface="Arial"/>
              </a:defRPr>
            </a:pPr>
            <a:r>
              <a:rPr dirty="0"/>
              <a:t>Open Standard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6995160" y="1508760"/>
            <a:ext cx="4297680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 b="0">
                <a:solidFill>
                  <a:srgbClr val="666666"/>
                </a:solidFill>
                <a:latin typeface="Arial"/>
              </a:defRPr>
            </a:pPr>
            <a:r>
              <a:rPr dirty="0">
                <a:cs typeface="Arial" panose="020B0604020202020204" pitchFamily="34" charset="0"/>
              </a:rPr>
              <a:t>Maintained by OASIS, vendor-neutral.</a:t>
            </a:r>
            <a:br>
              <a:rPr dirty="0">
                <a:cs typeface="Arial" panose="020B0604020202020204" pitchFamily="34" charset="0"/>
              </a:rPr>
            </a:br>
            <a:r>
              <a:rPr dirty="0">
                <a:cs typeface="Arial" panose="020B0604020202020204" pitchFamily="34" charset="0"/>
              </a:rPr>
              <a:t>No lock-in to a single cloud provider.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2514600"/>
            <a:ext cx="45720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0" y="2514600"/>
            <a:ext cx="4572000" cy="64008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995160" y="2624328"/>
            <a:ext cx="42976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 b="1">
                <a:solidFill>
                  <a:srgbClr val="003B64"/>
                </a:solidFill>
                <a:latin typeface="Arial"/>
              </a:defRPr>
            </a:pPr>
            <a:r>
              <a:t>YAML-Based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971800"/>
            <a:ext cx="4297680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 b="0">
                <a:solidFill>
                  <a:srgbClr val="666666"/>
                </a:solidFill>
                <a:latin typeface="Arial"/>
              </a:defRPr>
            </a:pPr>
            <a:r>
              <a:rPr dirty="0"/>
              <a:t>Human-readable declarative syntax.</a:t>
            </a:r>
            <a:br>
              <a:rPr dirty="0"/>
            </a:br>
            <a:r>
              <a:rPr dirty="0"/>
              <a:t>Describe WHAT you want, not HOW.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3977640"/>
            <a:ext cx="45720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3977640"/>
            <a:ext cx="4572000" cy="64008"/>
          </a:xfrm>
          <a:prstGeom prst="rect">
            <a:avLst/>
          </a:prstGeom>
          <a:solidFill>
            <a:srgbClr val="009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995160" y="4087368"/>
            <a:ext cx="42976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 b="1">
                <a:solidFill>
                  <a:srgbClr val="003B64"/>
                </a:solidFill>
                <a:latin typeface="Arial"/>
              </a:defRPr>
            </a:pPr>
            <a:r>
              <a:t>Portable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95160" y="4434840"/>
            <a:ext cx="4297680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 b="0">
                <a:solidFill>
                  <a:srgbClr val="666666"/>
                </a:solidFill>
                <a:latin typeface="Arial"/>
              </a:defRPr>
            </a:pPr>
            <a:r>
              <a:rPr dirty="0"/>
              <a:t>Same blueprint can target different</a:t>
            </a:r>
            <a:br>
              <a:rPr dirty="0"/>
            </a:br>
            <a:r>
              <a:rPr dirty="0"/>
              <a:t>clouds, hypervisors, or bare metal.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dirty="0">
                <a:solidFill>
                  <a:srgbClr val="0070C0"/>
                </a:solidFill>
              </a:rPr>
              <a:t>Why TOSCA Matters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051560"/>
            <a:ext cx="26974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2697480" cy="64008"/>
          </a:xfrm>
          <a:prstGeom prst="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61288"/>
            <a:ext cx="242316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 b="1">
                <a:solidFill>
                  <a:srgbClr val="003B64"/>
                </a:solidFill>
                <a:latin typeface="Arial"/>
              </a:defRPr>
            </a:pPr>
            <a:r>
              <a:t>Standardisation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2423160" cy="1828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 b="0">
                <a:solidFill>
                  <a:srgbClr val="666666"/>
                </a:solidFill>
                <a:latin typeface="Arial"/>
              </a:defRPr>
            </a:pPr>
            <a:r>
              <a:rPr dirty="0"/>
              <a:t>Common language across teams.</a:t>
            </a:r>
            <a:br>
              <a:rPr dirty="0"/>
            </a:br>
            <a:r>
              <a:rPr dirty="0"/>
              <a:t>No more ad-hoc scripts or</a:t>
            </a:r>
            <a:br>
              <a:rPr dirty="0"/>
            </a:br>
            <a:r>
              <a:rPr dirty="0"/>
              <a:t>tribal knowledge.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051560"/>
            <a:ext cx="26974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0" y="1051560"/>
            <a:ext cx="2697480" cy="64008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37560" y="1161288"/>
            <a:ext cx="242316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 b="1">
                <a:solidFill>
                  <a:srgbClr val="003B64"/>
                </a:solidFill>
                <a:latin typeface="Arial"/>
              </a:defRPr>
            </a:pPr>
            <a:r>
              <a:t>Repeatability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508760"/>
            <a:ext cx="2423160" cy="1828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 b="0">
                <a:solidFill>
                  <a:srgbClr val="666666"/>
                </a:solidFill>
                <a:latin typeface="Arial"/>
              </a:defRPr>
            </a:pPr>
            <a:r>
              <a:t>Deploy the same topology</a:t>
            </a:r>
            <a:br/>
            <a:r>
              <a:t>100 times with consistent</a:t>
            </a:r>
            <a:br/>
            <a:r>
              <a:t>results every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051560"/>
            <a:ext cx="26974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80760" y="1051560"/>
            <a:ext cx="2697480" cy="64008"/>
          </a:xfrm>
          <a:prstGeom prst="rect">
            <a:avLst/>
          </a:prstGeom>
          <a:solidFill>
            <a:srgbClr val="009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161288"/>
            <a:ext cx="242316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 b="1">
                <a:solidFill>
                  <a:srgbClr val="003B64"/>
                </a:solidFill>
                <a:latin typeface="Arial"/>
              </a:defRPr>
            </a:pPr>
            <a:r>
              <a:t>Dependency</a:t>
            </a:r>
            <a:br/>
            <a:r>
              <a:t>Modelling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508760"/>
            <a:ext cx="2423160" cy="1828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 b="0">
                <a:solidFill>
                  <a:srgbClr val="666666"/>
                </a:solidFill>
                <a:latin typeface="Arial"/>
              </a:defRPr>
            </a:pPr>
            <a:r>
              <a:t>Explicitly define which</a:t>
            </a:r>
            <a:br/>
            <a:r>
              <a:t>components depend on others.</a:t>
            </a:r>
            <a:br/>
            <a:r>
              <a:t>Orchestrator handles ordering.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051560"/>
            <a:ext cx="26974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961120" y="1051560"/>
            <a:ext cx="2697480" cy="6400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098280" y="1161288"/>
            <a:ext cx="242316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 b="1">
                <a:solidFill>
                  <a:srgbClr val="003B64"/>
                </a:solidFill>
                <a:latin typeface="Arial"/>
              </a:defRPr>
            </a:pPr>
            <a:r>
              <a:t>Day-2</a:t>
            </a:r>
            <a:br/>
            <a:r>
              <a:t>Operations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1508760"/>
            <a:ext cx="2423160" cy="1828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 b="0">
                <a:solidFill>
                  <a:srgbClr val="666666"/>
                </a:solidFill>
                <a:latin typeface="Arial"/>
              </a:defRPr>
            </a:pPr>
            <a:r>
              <a:t>Built-in workflows for updates,</a:t>
            </a:r>
            <a:br/>
            <a:r>
              <a:t>scaling, healing, teardown --</a:t>
            </a:r>
            <a:br/>
            <a:r>
              <a:t>not just initial deployment.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94760"/>
            <a:ext cx="10972800" cy="1463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600" b="1">
                <a:solidFill>
                  <a:srgbClr val="003B64"/>
                </a:solidFill>
                <a:latin typeface="Arial"/>
              </a:defRPr>
            </a:pPr>
            <a:r>
              <a:rPr dirty="0">
                <a:solidFill>
                  <a:schemeClr val="accent1"/>
                </a:solidFill>
              </a:rPr>
              <a:t>The bottom line: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666666"/>
                </a:solidFill>
                <a:latin typeface="Arial"/>
              </a:defRPr>
            </a:pPr>
            <a:r>
              <a:rPr dirty="0">
                <a:solidFill>
                  <a:schemeClr val="accent1"/>
                </a:solidFill>
              </a:rPr>
              <a:t>TOSCA lets you describe your entire application stack -- infrastructure, middleware, and app -- in a single, version-controlled document. The orchestrator reads it and makes it real.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dirty="0">
                <a:solidFill>
                  <a:srgbClr val="0070C0"/>
                </a:solidFill>
              </a:rPr>
              <a:t>TOSCA Core Concepts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051560"/>
            <a:ext cx="2697480" cy="25603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29768" y="1161288"/>
            <a:ext cx="384048" cy="384048"/>
          </a:xfrm>
          <a:prstGeom prst="ellipse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161288"/>
            <a:ext cx="192024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700" b="1">
                <a:solidFill>
                  <a:srgbClr val="003B64"/>
                </a:solidFill>
                <a:latin typeface="Arial"/>
              </a:defRPr>
            </a:pPr>
            <a:r>
              <a:t>Node 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" y="1645920"/>
            <a:ext cx="2468880" cy="1828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 b="0">
                <a:solidFill>
                  <a:srgbClr val="666666"/>
                </a:solidFill>
                <a:latin typeface="Arial"/>
              </a:defRPr>
            </a:pPr>
            <a:r>
              <a:rPr dirty="0"/>
              <a:t>Abstract definition of a resource</a:t>
            </a:r>
            <a:br>
              <a:rPr dirty="0"/>
            </a:br>
            <a:r>
              <a:rPr dirty="0"/>
              <a:t>kind (e.g. Compute, Network,</a:t>
            </a:r>
            <a:br>
              <a:rPr dirty="0"/>
            </a:br>
            <a:r>
              <a:rPr dirty="0" err="1"/>
              <a:t>WebServer</a:t>
            </a:r>
            <a:r>
              <a:rPr dirty="0"/>
              <a:t>). Defines properties,</a:t>
            </a:r>
            <a:br>
              <a:rPr dirty="0"/>
            </a:br>
            <a:r>
              <a:rPr dirty="0"/>
              <a:t>interfaces, relationships.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051560"/>
            <a:ext cx="2697480" cy="25603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310128" y="1161288"/>
            <a:ext cx="384048" cy="384048"/>
          </a:xfrm>
          <a:prstGeom prst="ellipse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40" y="1161288"/>
            <a:ext cx="192024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700" b="1">
                <a:solidFill>
                  <a:srgbClr val="003B64"/>
                </a:solidFill>
                <a:latin typeface="Arial"/>
              </a:defRPr>
            </a:pPr>
            <a:r>
              <a:t>Node Template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1645920"/>
            <a:ext cx="2468880" cy="1828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 b="0">
                <a:solidFill>
                  <a:srgbClr val="666666"/>
                </a:solidFill>
                <a:latin typeface="Arial"/>
              </a:defRPr>
            </a:pPr>
            <a:r>
              <a:rPr dirty="0"/>
              <a:t>A concrete instance of a node type.</a:t>
            </a:r>
            <a:br>
              <a:rPr dirty="0"/>
            </a:br>
            <a:r>
              <a:rPr dirty="0"/>
              <a:t>"Give me a VM with 4 CPUs and</a:t>
            </a:r>
            <a:br>
              <a:rPr dirty="0"/>
            </a:br>
            <a:r>
              <a:rPr dirty="0"/>
              <a:t>8 GB RAM using this template."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051560"/>
            <a:ext cx="2697480" cy="25603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190488" y="1161288"/>
            <a:ext cx="384048" cy="384048"/>
          </a:xfrm>
          <a:prstGeom prst="ellipse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29400" y="1161288"/>
            <a:ext cx="192024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700" b="1">
                <a:solidFill>
                  <a:srgbClr val="003B64"/>
                </a:solidFill>
                <a:latin typeface="Arial"/>
              </a:defRPr>
            </a:pPr>
            <a:r>
              <a:t>Relationship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0488" y="1645920"/>
            <a:ext cx="2468880" cy="1828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 b="0">
                <a:solidFill>
                  <a:srgbClr val="666666"/>
                </a:solidFill>
                <a:latin typeface="Arial"/>
              </a:defRPr>
            </a:pPr>
            <a:r>
              <a:rPr dirty="0"/>
              <a:t>A typed link between two node</a:t>
            </a:r>
            <a:br>
              <a:rPr dirty="0"/>
            </a:br>
            <a:r>
              <a:rPr dirty="0"/>
              <a:t>templates that defines dependency</a:t>
            </a:r>
            <a:br>
              <a:rPr dirty="0"/>
            </a:br>
            <a:r>
              <a:rPr dirty="0"/>
              <a:t>and execution order.</a:t>
            </a:r>
            <a:br>
              <a:rPr dirty="0"/>
            </a:br>
            <a:r>
              <a:rPr dirty="0"/>
              <a:t>(</a:t>
            </a:r>
            <a:r>
              <a:rPr dirty="0" err="1"/>
              <a:t>depends_on</a:t>
            </a:r>
            <a:r>
              <a:rPr dirty="0"/>
              <a:t>, </a:t>
            </a:r>
            <a:r>
              <a:rPr dirty="0" err="1"/>
              <a:t>contained_in</a:t>
            </a:r>
            <a:r>
              <a:rPr dirty="0"/>
              <a:t>,</a:t>
            </a:r>
            <a:br>
              <a:rPr dirty="0"/>
            </a:br>
            <a:r>
              <a:rPr dirty="0" err="1"/>
              <a:t>connected_to</a:t>
            </a:r>
            <a:r>
              <a:rPr dirty="0"/>
              <a:t>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051560"/>
            <a:ext cx="2697480" cy="25603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070848" y="1161288"/>
            <a:ext cx="384048" cy="384048"/>
          </a:xfrm>
          <a:prstGeom prst="ellipse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09760" y="1161288"/>
            <a:ext cx="192024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700" b="1">
                <a:solidFill>
                  <a:srgbClr val="003B64"/>
                </a:solidFill>
                <a:latin typeface="Arial"/>
              </a:defRPr>
            </a:pPr>
            <a:r>
              <a:t>Topology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70848" y="1645920"/>
            <a:ext cx="2468880" cy="1828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 b="0">
                <a:solidFill>
                  <a:srgbClr val="666666"/>
                </a:solidFill>
                <a:latin typeface="Arial"/>
              </a:defRPr>
            </a:pPr>
            <a:r>
              <a:t>The complete graph of node</a:t>
            </a:r>
            <a:br/>
            <a:r>
              <a:t>templates and their relationships.</a:t>
            </a:r>
            <a:br/>
            <a:r>
              <a:t>This IS your application's</a:t>
            </a:r>
            <a:br/>
            <a:r>
              <a:t>architecture description.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77640"/>
            <a:ext cx="10972800" cy="12801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 b="1">
                <a:solidFill>
                  <a:srgbClr val="003B64"/>
                </a:solidFill>
                <a:latin typeface="Arial"/>
              </a:defRPr>
            </a:pPr>
            <a:r>
              <a:rPr dirty="0">
                <a:solidFill>
                  <a:schemeClr val="accent1"/>
                </a:solidFill>
              </a:rPr>
              <a:t>How they fit together:</a:t>
            </a:r>
          </a:p>
          <a:p>
            <a:pPr algn="l">
              <a:spcBef>
                <a:spcPts val="600"/>
              </a:spcBef>
              <a:defRPr sz="1600" b="1">
                <a:solidFill>
                  <a:srgbClr val="0076CE"/>
                </a:solidFill>
                <a:latin typeface="Arial"/>
              </a:defRPr>
            </a:pPr>
            <a:r>
              <a:rPr dirty="0"/>
              <a:t>Node Type  --&gt;  Node Template  --&gt;  Relationships  --&gt;  Topology (Blueprint)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666666"/>
                </a:solidFill>
                <a:latin typeface="Arial"/>
              </a:defRPr>
            </a:pPr>
            <a:r>
              <a:rPr dirty="0">
                <a:solidFill>
                  <a:schemeClr val="accent1"/>
                </a:solidFill>
              </a:rPr>
              <a:t>(class)          (instance)          (edges)              (the full graph)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dirty="0">
                <a:solidFill>
                  <a:srgbClr val="0070C0"/>
                </a:solidFill>
              </a:rPr>
              <a:t>Dell Automation Platform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6400800" cy="43891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100" b="1">
                <a:solidFill>
                  <a:srgbClr val="003B64"/>
                </a:solidFill>
                <a:latin typeface="Arial"/>
              </a:defRPr>
            </a:pPr>
            <a:r>
              <a:rPr dirty="0">
                <a:solidFill>
                  <a:schemeClr val="accent1"/>
                </a:solidFill>
              </a:rPr>
              <a:t>What is </a:t>
            </a:r>
            <a:r>
              <a:rPr lang="en-US" dirty="0">
                <a:solidFill>
                  <a:schemeClr val="accent1"/>
                </a:solidFill>
              </a:rPr>
              <a:t>Dell Automation Platform</a:t>
            </a:r>
            <a:r>
              <a:rPr dirty="0">
                <a:solidFill>
                  <a:schemeClr val="accent1"/>
                </a:solidFill>
              </a:rPr>
              <a:t>?</a:t>
            </a:r>
          </a:p>
          <a:p>
            <a:pPr algn="l">
              <a:spcBef>
                <a:spcPts val="800"/>
              </a:spcBef>
              <a:defRPr sz="1500" b="0">
                <a:solidFill>
                  <a:srgbClr val="333333"/>
                </a:solidFill>
                <a:latin typeface="Arial"/>
              </a:defRPr>
            </a:pPr>
            <a:r>
              <a:rPr dirty="0">
                <a:solidFill>
                  <a:schemeClr val="accent1"/>
                </a:solidFill>
              </a:rPr>
              <a:t>Dell Automation Platform is Dell's infrastructure orchestration engine.</a:t>
            </a:r>
          </a:p>
          <a:p>
            <a:pPr algn="l">
              <a:spcBef>
                <a:spcPts val="800"/>
              </a:spcBef>
              <a:defRPr sz="1500" b="0">
                <a:solidFill>
                  <a:srgbClr val="333333"/>
                </a:solidFill>
                <a:latin typeface="Arial"/>
              </a:defRPr>
            </a:pPr>
            <a:r>
              <a:rPr dirty="0">
                <a:solidFill>
                  <a:schemeClr val="accent1"/>
                </a:solidFill>
              </a:rPr>
              <a:t>It uses a TOSCA-based DSL to:</a:t>
            </a:r>
            <a:endParaRPr lang="en-US" dirty="0">
              <a:solidFill>
                <a:schemeClr val="accent1"/>
              </a:solidFill>
            </a:endParaRPr>
          </a:p>
          <a:p>
            <a:pPr algn="l">
              <a:spcBef>
                <a:spcPts val="800"/>
              </a:spcBef>
              <a:defRPr sz="1500" b="0">
                <a:solidFill>
                  <a:srgbClr val="333333"/>
                </a:solidFill>
                <a:latin typeface="Arial"/>
              </a:defRPr>
            </a:pPr>
            <a:endParaRPr dirty="0">
              <a:solidFill>
                <a:schemeClr val="accent1"/>
              </a:solidFill>
            </a:endParaRPr>
          </a:p>
          <a:p>
            <a:pPr>
              <a:spcBef>
                <a:spcPts val="400"/>
              </a:spcBef>
              <a:defRPr sz="1400">
                <a:solidFill>
                  <a:srgbClr val="666666"/>
                </a:solidFill>
                <a:latin typeface="Arial"/>
              </a:defRPr>
            </a:pPr>
            <a:r>
              <a:rPr dirty="0">
                <a:solidFill>
                  <a:schemeClr val="accent1"/>
                </a:solidFill>
              </a:rPr>
              <a:t>Define infrastructure as code (blueprints)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  <a:defRPr sz="1400">
                <a:solidFill>
                  <a:srgbClr val="666666"/>
                </a:solidFill>
                <a:latin typeface="Arial"/>
              </a:defRPr>
            </a:pPr>
            <a:r>
              <a:rPr dirty="0">
                <a:solidFill>
                  <a:schemeClr val="accent1"/>
                </a:solidFill>
              </a:rPr>
              <a:t>Deploy to </a:t>
            </a:r>
            <a:r>
              <a:rPr lang="en-US" dirty="0">
                <a:solidFill>
                  <a:schemeClr val="accent1"/>
                </a:solidFill>
              </a:rPr>
              <a:t>Dell Private Cloud clusters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  <a:defRPr sz="1400">
                <a:solidFill>
                  <a:srgbClr val="666666"/>
                </a:solidFill>
                <a:latin typeface="Arial"/>
              </a:defRPr>
            </a:pPr>
            <a:r>
              <a:rPr lang="en-US" dirty="0">
                <a:solidFill>
                  <a:schemeClr val="accent1"/>
                </a:solidFill>
              </a:rPr>
              <a:t>Dell Distributed Private Cloud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  <a:defRPr sz="1400">
                <a:solidFill>
                  <a:srgbClr val="666666"/>
                </a:solidFill>
                <a:latin typeface="Arial"/>
              </a:defRPr>
            </a:pPr>
            <a:r>
              <a:rPr dirty="0">
                <a:solidFill>
                  <a:schemeClr val="accent1"/>
                </a:solidFill>
              </a:rPr>
              <a:t>AWS, Azure, Kubernetes, bare metal, and more</a:t>
            </a:r>
          </a:p>
          <a:p>
            <a:pPr>
              <a:spcBef>
                <a:spcPts val="400"/>
              </a:spcBef>
              <a:defRPr sz="1400">
                <a:solidFill>
                  <a:srgbClr val="666666"/>
                </a:solidFill>
                <a:latin typeface="Arial"/>
              </a:defRPr>
            </a:pPr>
            <a:r>
              <a:rPr dirty="0">
                <a:solidFill>
                  <a:schemeClr val="accent1"/>
                </a:solidFill>
              </a:rPr>
              <a:t>Manage Day-2 operations (update, scale, heal, teardown)</a:t>
            </a:r>
          </a:p>
          <a:p>
            <a:pPr>
              <a:spcBef>
                <a:spcPts val="400"/>
              </a:spcBef>
              <a:defRPr sz="1400">
                <a:solidFill>
                  <a:srgbClr val="666666"/>
                </a:solidFill>
                <a:latin typeface="Arial"/>
              </a:defRPr>
            </a:pPr>
            <a:r>
              <a:rPr dirty="0">
                <a:solidFill>
                  <a:schemeClr val="accent1"/>
                </a:solidFill>
              </a:rPr>
              <a:t>Chain deployments via service composition</a:t>
            </a:r>
          </a:p>
          <a:p>
            <a:pPr>
              <a:spcBef>
                <a:spcPts val="400"/>
              </a:spcBef>
              <a:defRPr sz="1400">
                <a:solidFill>
                  <a:srgbClr val="666666"/>
                </a:solidFill>
                <a:latin typeface="Arial"/>
              </a:defRPr>
            </a:pPr>
            <a:r>
              <a:rPr dirty="0">
                <a:solidFill>
                  <a:schemeClr val="accent1"/>
                </a:solidFill>
              </a:rPr>
              <a:t>Run on Dell </a:t>
            </a:r>
            <a:r>
              <a:rPr lang="en-US" dirty="0">
                <a:solidFill>
                  <a:schemeClr val="accent1"/>
                </a:solidFill>
              </a:rPr>
              <a:t>Distributed Private Cloud</a:t>
            </a:r>
            <a:r>
              <a:rPr dirty="0">
                <a:solidFill>
                  <a:schemeClr val="accent1"/>
                </a:solidFill>
              </a:rPr>
              <a:t> for edge computing scenarios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0" y="1051560"/>
            <a:ext cx="4389120" cy="43891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0" y="1143000"/>
            <a:ext cx="402336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900" b="1">
                <a:solidFill>
                  <a:srgbClr val="003B64"/>
                </a:solidFill>
                <a:latin typeface="Arial"/>
              </a:defRPr>
            </a:pPr>
            <a:r>
              <a:t>Key Terms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600200"/>
            <a:ext cx="402336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 b="1">
                <a:solidFill>
                  <a:srgbClr val="0076CE"/>
                </a:solidFill>
                <a:latin typeface="Arial"/>
              </a:defRPr>
            </a:pPr>
            <a:r>
              <a:t>Blueprint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1837944"/>
            <a:ext cx="402336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666666"/>
                </a:solidFill>
                <a:latin typeface="Arial"/>
              </a:defRPr>
            </a:pPr>
            <a:r>
              <a:t>YAML file describing resources and connections.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2313432"/>
            <a:ext cx="402336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 b="1">
                <a:solidFill>
                  <a:srgbClr val="0076CE"/>
                </a:solidFill>
                <a:latin typeface="Arial"/>
              </a:defRPr>
            </a:pPr>
            <a:r>
              <a:t>Deployment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2551176"/>
            <a:ext cx="402336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666666"/>
                </a:solidFill>
                <a:latin typeface="Arial"/>
              </a:defRPr>
            </a:pPr>
            <a:r>
              <a:t>Running instance of a blueprint. One blueprint -&gt; many deployments.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3026664"/>
            <a:ext cx="402336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 b="1">
                <a:solidFill>
                  <a:srgbClr val="0076CE"/>
                </a:solidFill>
                <a:latin typeface="Arial"/>
              </a:defRPr>
            </a:pPr>
            <a:r>
              <a:t>Plugin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3264408"/>
            <a:ext cx="402336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666666"/>
                </a:solidFill>
                <a:latin typeface="Arial"/>
              </a:defRPr>
            </a:pPr>
            <a:r>
              <a:t>Python package teaching the orchestrator how to talk to a platform.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3739896"/>
            <a:ext cx="402336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 b="1">
                <a:solidFill>
                  <a:srgbClr val="0076CE"/>
                </a:solidFill>
                <a:latin typeface="Arial"/>
              </a:defRPr>
            </a:pPr>
            <a:r>
              <a:t>Workflow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3977640"/>
            <a:ext cx="402336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666666"/>
                </a:solidFill>
                <a:latin typeface="Arial"/>
              </a:defRPr>
            </a:pPr>
            <a:r>
              <a:t>Ordered sequence of operations (install, uninstall, update).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4453128"/>
            <a:ext cx="402336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 b="1">
                <a:solidFill>
                  <a:srgbClr val="0076CE"/>
                </a:solidFill>
                <a:latin typeface="Arial"/>
              </a:defRPr>
            </a:pPr>
            <a:r>
              <a:t>Execution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4690872"/>
            <a:ext cx="402336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666666"/>
                </a:solidFill>
                <a:latin typeface="Arial"/>
              </a:defRPr>
            </a:pPr>
            <a:r>
              <a:t>One run of a workflow against a deployment. Only ONE at a time.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dirty="0">
                <a:solidFill>
                  <a:srgbClr val="0070C0"/>
                </a:solidFill>
              </a:rPr>
              <a:t>Blueprints in </a:t>
            </a:r>
            <a:r>
              <a:rPr lang="en-US" dirty="0">
                <a:solidFill>
                  <a:srgbClr val="0070C0"/>
                </a:solidFill>
              </a:rPr>
              <a:t>the Dell Automation Platform Orchestrator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5486400" cy="43891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800" b="1">
                <a:solidFill>
                  <a:srgbClr val="003B64"/>
                </a:solidFill>
                <a:latin typeface="Arial"/>
              </a:defRPr>
            </a:pPr>
            <a:r>
              <a:rPr dirty="0"/>
              <a:t>A Blueprint is your single source of truth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333333"/>
                </a:solidFill>
                <a:latin typeface="Arial"/>
              </a:defRPr>
            </a:pPr>
            <a:r>
              <a:rPr dirty="0"/>
              <a:t>It describes:</a:t>
            </a:r>
          </a:p>
          <a:p>
            <a:pPr>
              <a:spcBef>
                <a:spcPts val="400"/>
              </a:spcBef>
              <a:defRPr sz="1300">
                <a:solidFill>
                  <a:srgbClr val="666666"/>
                </a:solidFill>
                <a:latin typeface="Arial"/>
              </a:defRPr>
            </a:pPr>
            <a:r>
              <a:rPr dirty="0">
                <a:solidFill>
                  <a:schemeClr val="accent1"/>
                </a:solidFill>
              </a:rPr>
              <a:t>What resources to create (VMs, networks, apps)</a:t>
            </a:r>
          </a:p>
          <a:p>
            <a:pPr>
              <a:spcBef>
                <a:spcPts val="400"/>
              </a:spcBef>
              <a:defRPr sz="1300">
                <a:solidFill>
                  <a:srgbClr val="666666"/>
                </a:solidFill>
                <a:latin typeface="Arial"/>
              </a:defRPr>
            </a:pPr>
            <a:r>
              <a:rPr dirty="0">
                <a:solidFill>
                  <a:schemeClr val="accent1"/>
                </a:solidFill>
              </a:rPr>
              <a:t>How they connect to each other</a:t>
            </a:r>
          </a:p>
          <a:p>
            <a:pPr>
              <a:spcBef>
                <a:spcPts val="400"/>
              </a:spcBef>
              <a:defRPr sz="1300">
                <a:solidFill>
                  <a:srgbClr val="666666"/>
                </a:solidFill>
                <a:latin typeface="Arial"/>
              </a:defRPr>
            </a:pPr>
            <a:r>
              <a:rPr dirty="0">
                <a:solidFill>
                  <a:schemeClr val="accent1"/>
                </a:solidFill>
              </a:rPr>
              <a:t>What parameters the user can </a:t>
            </a:r>
            <a:r>
              <a:rPr dirty="0" err="1">
                <a:solidFill>
                  <a:schemeClr val="accent1"/>
                </a:solidFill>
              </a:rPr>
              <a:t>customise</a:t>
            </a:r>
            <a:r>
              <a:rPr dirty="0">
                <a:solidFill>
                  <a:schemeClr val="accent1"/>
                </a:solidFill>
              </a:rPr>
              <a:t> at deploy time</a:t>
            </a:r>
          </a:p>
          <a:p>
            <a:pPr>
              <a:spcBef>
                <a:spcPts val="400"/>
              </a:spcBef>
              <a:defRPr sz="1300">
                <a:solidFill>
                  <a:srgbClr val="666666"/>
                </a:solidFill>
                <a:latin typeface="Arial"/>
              </a:defRPr>
            </a:pPr>
            <a:r>
              <a:rPr dirty="0">
                <a:solidFill>
                  <a:schemeClr val="accent1"/>
                </a:solidFill>
              </a:rPr>
              <a:t>What values to expose after deployment</a:t>
            </a:r>
          </a:p>
          <a:p>
            <a:pPr>
              <a:spcBef>
                <a:spcPts val="400"/>
              </a:spcBef>
              <a:defRPr sz="1300">
                <a:solidFill>
                  <a:srgbClr val="666666"/>
                </a:solidFill>
                <a:latin typeface="Arial"/>
              </a:defRPr>
            </a:pPr>
            <a:r>
              <a:rPr dirty="0">
                <a:solidFill>
                  <a:schemeClr val="accent1"/>
                </a:solidFill>
              </a:rPr>
              <a:t>What lifecycle operations to run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333333"/>
                </a:solidFill>
                <a:latin typeface="Arial"/>
              </a:defRPr>
            </a:pPr>
            <a:endParaRPr dirty="0"/>
          </a:p>
          <a:p>
            <a:pPr algn="l">
              <a:spcBef>
                <a:spcPts val="600"/>
              </a:spcBef>
              <a:defRPr sz="1500" b="1">
                <a:solidFill>
                  <a:srgbClr val="003B64"/>
                </a:solidFill>
                <a:latin typeface="Arial"/>
              </a:defRPr>
            </a:pPr>
            <a:r>
              <a:rPr dirty="0"/>
              <a:t>D</a:t>
            </a:r>
            <a:r>
              <a:rPr lang="en-US" dirty="0"/>
              <a:t>ell</a:t>
            </a:r>
            <a:r>
              <a:rPr dirty="0"/>
              <a:t>-specific conventions:</a:t>
            </a:r>
          </a:p>
          <a:p>
            <a:pPr>
              <a:spcBef>
                <a:spcPts val="400"/>
              </a:spcBef>
              <a:defRPr sz="1300">
                <a:solidFill>
                  <a:srgbClr val="666666"/>
                </a:solidFill>
                <a:latin typeface="Arial"/>
              </a:defRPr>
            </a:pPr>
            <a:r>
              <a:rPr dirty="0">
                <a:solidFill>
                  <a:schemeClr val="accent1"/>
                </a:solidFill>
              </a:rPr>
              <a:t>Node types use dell.nodes.* prefix</a:t>
            </a:r>
          </a:p>
          <a:p>
            <a:pPr>
              <a:spcBef>
                <a:spcPts val="400"/>
              </a:spcBef>
              <a:defRPr sz="1300">
                <a:solidFill>
                  <a:srgbClr val="666666"/>
                </a:solidFill>
                <a:latin typeface="Arial"/>
              </a:defRPr>
            </a:pPr>
            <a:r>
              <a:rPr dirty="0">
                <a:solidFill>
                  <a:schemeClr val="accent1"/>
                </a:solidFill>
              </a:rPr>
              <a:t>Relationships use dell.relationships.* prefix</a:t>
            </a:r>
          </a:p>
          <a:p>
            <a:pPr>
              <a:spcBef>
                <a:spcPts val="400"/>
              </a:spcBef>
              <a:defRPr sz="1300">
                <a:solidFill>
                  <a:srgbClr val="666666"/>
                </a:solidFill>
                <a:latin typeface="Arial"/>
              </a:defRPr>
            </a:pPr>
            <a:r>
              <a:rPr dirty="0">
                <a:solidFill>
                  <a:schemeClr val="accent1"/>
                </a:solidFill>
              </a:rPr>
              <a:t>Interfaces use </a:t>
            </a:r>
            <a:r>
              <a:rPr dirty="0" err="1">
                <a:solidFill>
                  <a:schemeClr val="accent1"/>
                </a:solidFill>
              </a:rPr>
              <a:t>dell.interfaces.lifecycle</a:t>
            </a:r>
            <a:endParaRPr dirty="0">
              <a:solidFill>
                <a:schemeClr val="accent1"/>
              </a:solidFill>
            </a:endParaRPr>
          </a:p>
          <a:p>
            <a:pPr>
              <a:spcBef>
                <a:spcPts val="400"/>
              </a:spcBef>
              <a:defRPr sz="1300">
                <a:solidFill>
                  <a:srgbClr val="666666"/>
                </a:solidFill>
                <a:latin typeface="Arial"/>
              </a:defRPr>
            </a:pPr>
            <a:r>
              <a:rPr dirty="0">
                <a:solidFill>
                  <a:schemeClr val="accent1"/>
                </a:solidFill>
              </a:rPr>
              <a:t>Base import: dell/types/</a:t>
            </a:r>
            <a:r>
              <a:rPr dirty="0" err="1">
                <a:solidFill>
                  <a:schemeClr val="accent1"/>
                </a:solidFill>
              </a:rPr>
              <a:t>types.yaml</a:t>
            </a:r>
            <a:endParaRPr dirty="0">
              <a:solidFill>
                <a:schemeClr val="accent1"/>
              </a:solidFill>
            </a:endParaRPr>
          </a:p>
          <a:p>
            <a:pPr>
              <a:spcBef>
                <a:spcPts val="400"/>
              </a:spcBef>
              <a:defRPr sz="1300">
                <a:solidFill>
                  <a:srgbClr val="666666"/>
                </a:solidFill>
                <a:latin typeface="Arial"/>
              </a:defRPr>
            </a:pPr>
            <a:r>
              <a:rPr dirty="0">
                <a:solidFill>
                  <a:schemeClr val="accent1"/>
                </a:solidFill>
              </a:rPr>
              <a:t>Plugins imported as plugin:&lt;name&gt;-plugin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051560"/>
            <a:ext cx="1645920" cy="96012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Blueprint</a:t>
            </a:r>
            <a:br/>
            <a:r>
              <a:t>(YAML)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1051560"/>
            <a:ext cx="1645920" cy="960120"/>
          </a:xfrm>
          <a:prstGeom prst="roundRect">
            <a:avLst/>
          </a:prstGeom>
          <a:solidFill>
            <a:srgbClr val="003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rPr dirty="0"/>
              <a:t>Orchestrator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1051560"/>
            <a:ext cx="1645920" cy="960120"/>
          </a:xfrm>
          <a:prstGeom prst="roundRect">
            <a:avLst/>
          </a:prstGeom>
          <a:solidFill>
            <a:srgbClr val="009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Infrastructure</a:t>
            </a:r>
            <a:br/>
            <a:r>
              <a:t>(VMs, K8s...)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325880"/>
            <a:ext cx="2743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76CE"/>
                </a:solidFill>
                <a:latin typeface="Arial"/>
              </a:defRPr>
            </a:pPr>
            <a:r>
              <a:t>-&gt;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9966960" y="1325880"/>
            <a:ext cx="2743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76CE"/>
                </a:solidFill>
                <a:latin typeface="Arial"/>
              </a:defRPr>
            </a:pPr>
            <a:r>
              <a:t>-&gt;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240280"/>
            <a:ext cx="54864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 b="1">
                <a:solidFill>
                  <a:srgbClr val="003B64"/>
                </a:solidFill>
                <a:latin typeface="Arial"/>
              </a:defRPr>
            </a:pPr>
            <a:r>
              <a:t>One Blueprint -&gt; Many Deployments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651760"/>
            <a:ext cx="1234440" cy="502920"/>
          </a:xfrm>
          <a:prstGeom prst="roundRect">
            <a:avLst/>
          </a:prstGeom>
          <a:solidFill>
            <a:srgbClr val="00A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Deploy #1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2651760"/>
            <a:ext cx="1234440" cy="502920"/>
          </a:xfrm>
          <a:prstGeom prst="roundRect">
            <a:avLst/>
          </a:prstGeom>
          <a:solidFill>
            <a:srgbClr val="00A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Deploy #2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2651760"/>
            <a:ext cx="1234440" cy="502920"/>
          </a:xfrm>
          <a:prstGeom prst="roundRect">
            <a:avLst/>
          </a:prstGeom>
          <a:solidFill>
            <a:srgbClr val="00A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Deploy #3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652760" y="2651760"/>
            <a:ext cx="1234440" cy="502920"/>
          </a:xfrm>
          <a:prstGeom prst="roundRect">
            <a:avLst/>
          </a:prstGeom>
          <a:solidFill>
            <a:srgbClr val="00A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Deploy #4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429000"/>
            <a:ext cx="5486400" cy="16459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0" y="3520440"/>
            <a:ext cx="5029200" cy="1463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 b="1">
                <a:solidFill>
                  <a:srgbClr val="003B64"/>
                </a:solidFill>
                <a:latin typeface="Arial"/>
              </a:defRPr>
            </a:pPr>
            <a:r>
              <a:rPr dirty="0"/>
              <a:t>Version Control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666666"/>
                </a:solidFill>
                <a:latin typeface="Arial"/>
              </a:defRPr>
            </a:pPr>
            <a:r>
              <a:rPr dirty="0"/>
              <a:t>Blueprints are versioned with revision numbers (e.g. 1.0.0).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666666"/>
                </a:solidFill>
                <a:latin typeface="Arial"/>
              </a:defRPr>
            </a:pPr>
            <a:r>
              <a:rPr dirty="0"/>
              <a:t>Store them in Git alongside your application code.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666666"/>
                </a:solidFill>
                <a:latin typeface="Arial"/>
              </a:defRPr>
            </a:pPr>
            <a:r>
              <a:rPr dirty="0"/>
              <a:t>Upload revisions to the orchestrator as you iterate.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dirty="0">
                <a:solidFill>
                  <a:srgbClr val="0070C0"/>
                </a:solidFill>
              </a:rPr>
              <a:t>Blueprint YAML 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5303520" cy="4560516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ctr"/>
          <a:lstStyle/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CDD6F4"/>
                </a:solidFill>
                <a:latin typeface="Arial"/>
              </a:defRPr>
            </a:pPr>
            <a:r>
              <a:rPr lang="en-US" dirty="0" err="1"/>
              <a:t>tosca_definitions_version</a:t>
            </a:r>
            <a:r>
              <a:rPr lang="en-US" dirty="0"/>
              <a:t>: dell_1_x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CDD6F4"/>
                </a:solidFill>
                <a:latin typeface="Arial"/>
              </a:defRPr>
            </a:pPr>
            <a:endParaRPr dirty="0"/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CDD6F4"/>
                </a:solidFill>
                <a:latin typeface="Arial"/>
              </a:defRPr>
            </a:pPr>
            <a:r>
              <a:rPr dirty="0"/>
              <a:t>description: 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CDD6F4"/>
                </a:solidFill>
                <a:latin typeface="Arial"/>
              </a:defRPr>
            </a:pPr>
            <a:r>
              <a:rPr dirty="0"/>
              <a:t>  Human-readable description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CDD6F4"/>
                </a:solidFill>
                <a:latin typeface="Arial"/>
              </a:defRPr>
            </a:pPr>
            <a:endParaRPr dirty="0"/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CDD6F4"/>
                </a:solidFill>
                <a:latin typeface="Arial"/>
              </a:defRPr>
            </a:pPr>
            <a:r>
              <a:rPr dirty="0"/>
              <a:t>imports: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CDD6F4"/>
                </a:solidFill>
                <a:latin typeface="Arial"/>
              </a:defRPr>
            </a:pPr>
            <a:r>
              <a:rPr dirty="0"/>
              <a:t>  - dell/types/</a:t>
            </a:r>
            <a:r>
              <a:rPr dirty="0" err="1"/>
              <a:t>types.yaml</a:t>
            </a:r>
            <a:endParaRPr dirty="0"/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CDD6F4"/>
                </a:solidFill>
                <a:latin typeface="Arial"/>
              </a:defRPr>
            </a:pPr>
            <a:r>
              <a:rPr dirty="0"/>
              <a:t>  - </a:t>
            </a:r>
            <a:r>
              <a:rPr dirty="0" err="1"/>
              <a:t>plugin:vsphere-plugin</a:t>
            </a:r>
            <a:endParaRPr dirty="0"/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CDD6F4"/>
                </a:solidFill>
                <a:latin typeface="Arial"/>
              </a:defRPr>
            </a:pPr>
            <a:endParaRPr dirty="0"/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CDD6F4"/>
                </a:solidFill>
                <a:latin typeface="Arial"/>
              </a:defRPr>
            </a:pPr>
            <a:r>
              <a:rPr dirty="0" err="1"/>
              <a:t>dsl_definitions</a:t>
            </a:r>
            <a:r>
              <a:rPr dirty="0"/>
              <a:t>:      # YAML anchors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CDD6F4"/>
                </a:solidFill>
                <a:latin typeface="Arial"/>
              </a:defRPr>
            </a:pPr>
            <a:r>
              <a:rPr dirty="0"/>
              <a:t>inputs:               </a:t>
            </a:r>
            <a:r>
              <a:rPr lang="en-US" dirty="0"/>
              <a:t>    </a:t>
            </a:r>
            <a:r>
              <a:rPr dirty="0"/>
              <a:t># Deploy-time parameters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CDD6F4"/>
                </a:solidFill>
                <a:latin typeface="Arial"/>
              </a:defRPr>
            </a:pPr>
            <a:r>
              <a:rPr dirty="0" err="1"/>
              <a:t>node_templates</a:t>
            </a:r>
            <a:r>
              <a:rPr dirty="0"/>
              <a:t>:   # Resource definitions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CDD6F4"/>
                </a:solidFill>
                <a:latin typeface="Arial"/>
              </a:defRPr>
            </a:pPr>
            <a:r>
              <a:rPr dirty="0"/>
              <a:t>relationships:        # (inside </a:t>
            </a:r>
            <a:r>
              <a:rPr dirty="0" err="1"/>
              <a:t>node_templates</a:t>
            </a:r>
            <a:r>
              <a:rPr dirty="0"/>
              <a:t>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CDD6F4"/>
                </a:solidFill>
                <a:latin typeface="Arial"/>
              </a:defRPr>
            </a:pPr>
            <a:r>
              <a:rPr dirty="0"/>
              <a:t>capabilities:         </a:t>
            </a:r>
            <a:r>
              <a:rPr lang="en-US" dirty="0"/>
              <a:t> </a:t>
            </a:r>
            <a:r>
              <a:rPr dirty="0"/>
              <a:t># Exposed values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CDD6F4"/>
                </a:solidFill>
                <a:latin typeface="Arial"/>
              </a:defRPr>
            </a:pPr>
            <a:r>
              <a:rPr dirty="0"/>
              <a:t>labels:              </a:t>
            </a:r>
            <a:r>
              <a:rPr lang="en-US" dirty="0"/>
              <a:t>    </a:t>
            </a:r>
            <a:r>
              <a:rPr dirty="0"/>
              <a:t># Deployment tags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CDD6F4"/>
                </a:solidFill>
                <a:latin typeface="Arial"/>
              </a:defRPr>
            </a:pPr>
            <a:r>
              <a:rPr dirty="0"/>
              <a:t>workflows:            # Custom workflows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0" y="1051560"/>
            <a:ext cx="530352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 b="1">
                <a:solidFill>
                  <a:srgbClr val="0076CE"/>
                </a:solidFill>
                <a:latin typeface="Arial"/>
              </a:defRPr>
            </a:pPr>
            <a:r>
              <a:t>tosca_definitions_version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1307592"/>
            <a:ext cx="5303520" cy="4389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666666"/>
                </a:solidFill>
                <a:latin typeface="Arial"/>
              </a:defRPr>
            </a:pPr>
            <a:r>
              <a:t>MANDATORY. Must match orchestrator</a:t>
            </a:r>
            <a:br/>
            <a:r>
              <a:t>version: dell_1_0 or dell_1_1.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783080"/>
            <a:ext cx="530352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 b="1">
                <a:solidFill>
                  <a:srgbClr val="0076CE"/>
                </a:solidFill>
                <a:latin typeface="Arial"/>
              </a:defRPr>
            </a:pPr>
            <a:r>
              <a:t>imports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2039112"/>
            <a:ext cx="5303520" cy="4389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666666"/>
                </a:solidFill>
                <a:latin typeface="Arial"/>
              </a:defRPr>
            </a:pPr>
            <a:r>
              <a:t>Load base types + plugins.</a:t>
            </a:r>
            <a:br/>
            <a:r>
              <a:t>Always starts with dell/types/types.yaml.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2514600"/>
            <a:ext cx="530352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 b="1">
                <a:solidFill>
                  <a:srgbClr val="0076CE"/>
                </a:solidFill>
                <a:latin typeface="Arial"/>
              </a:defRPr>
            </a:pPr>
            <a:r>
              <a:t>dsl_definitions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2770632"/>
            <a:ext cx="5303520" cy="4389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666666"/>
                </a:solidFill>
                <a:latin typeface="Arial"/>
              </a:defRPr>
            </a:pPr>
            <a:r>
              <a:t>YAML anchors (&amp;name) for reuse.</a:t>
            </a:r>
            <a:br/>
            <a:r>
              <a:t>Avoid repeating connection configs.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3246120"/>
            <a:ext cx="530352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 b="1">
                <a:solidFill>
                  <a:srgbClr val="0076CE"/>
                </a:solidFill>
                <a:latin typeface="Arial"/>
              </a:defRPr>
            </a:pPr>
            <a:r>
              <a:t>inputs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502152"/>
            <a:ext cx="5303520" cy="4389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666666"/>
                </a:solidFill>
                <a:latin typeface="Arial"/>
              </a:defRPr>
            </a:pPr>
            <a:r>
              <a:t>Parameters the user provides at</a:t>
            </a:r>
            <a:br/>
            <a:r>
              <a:t>deploy time (CPU count, memory...).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3977640"/>
            <a:ext cx="530352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 b="1">
                <a:solidFill>
                  <a:srgbClr val="0076CE"/>
                </a:solidFill>
                <a:latin typeface="Arial"/>
              </a:defRPr>
            </a:pPr>
            <a:r>
              <a:t>node_templates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4233672"/>
            <a:ext cx="5303520" cy="4389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666666"/>
                </a:solidFill>
                <a:latin typeface="Arial"/>
              </a:defRPr>
            </a:pPr>
            <a:r>
              <a:t>The core section. Each entry defines</a:t>
            </a:r>
            <a:br/>
            <a:r>
              <a:t>a resource with its type and properties.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4709160"/>
            <a:ext cx="530352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 b="1">
                <a:solidFill>
                  <a:srgbClr val="0076CE"/>
                </a:solidFill>
                <a:latin typeface="Arial"/>
              </a:defRPr>
            </a:pPr>
            <a:r>
              <a:t>capabilities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4965192"/>
            <a:ext cx="5303520" cy="4389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666666"/>
                </a:solidFill>
                <a:latin typeface="Arial"/>
              </a:defRPr>
            </a:pPr>
            <a:r>
              <a:t>Values exposed after deployment</a:t>
            </a:r>
            <a:br/>
            <a:r>
              <a:t>(IP addresses, URLs, endpoints).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dirty="0">
                <a:solidFill>
                  <a:srgbClr val="0070C0"/>
                </a:solidFill>
              </a:rPr>
              <a:t>Inputs &amp; Constraints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30543"/>
            <a:ext cx="5303520" cy="5609259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inputs: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</a:t>
            </a:r>
            <a:r>
              <a:rPr dirty="0" err="1"/>
              <a:t>vm_name</a:t>
            </a:r>
            <a:r>
              <a:rPr dirty="0"/>
              <a:t>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  type: string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  </a:t>
            </a:r>
            <a:r>
              <a:rPr dirty="0" err="1"/>
              <a:t>display_label</a:t>
            </a:r>
            <a:r>
              <a:rPr dirty="0"/>
              <a:t>: VM Name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  description: Name for the virtual machine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  default: my-app-</a:t>
            </a:r>
            <a:r>
              <a:rPr dirty="0" err="1"/>
              <a:t>vm</a:t>
            </a:r>
            <a:endParaRPr dirty="0"/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  hidden: false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  </a:t>
            </a:r>
            <a:r>
              <a:rPr dirty="0" err="1"/>
              <a:t>allow_update</a:t>
            </a:r>
            <a:r>
              <a:rPr dirty="0"/>
              <a:t>: false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  constraints: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    - </a:t>
            </a:r>
            <a:r>
              <a:rPr dirty="0" err="1"/>
              <a:t>min_length</a:t>
            </a:r>
            <a:r>
              <a:rPr dirty="0"/>
              <a:t>: 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    - </a:t>
            </a:r>
            <a:r>
              <a:rPr dirty="0" err="1"/>
              <a:t>max_length</a:t>
            </a:r>
            <a:r>
              <a:rPr dirty="0"/>
              <a:t>: 64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endParaRPr dirty="0"/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</a:t>
            </a:r>
            <a:r>
              <a:rPr dirty="0" err="1"/>
              <a:t>cpu_count</a:t>
            </a:r>
            <a:r>
              <a:rPr dirty="0"/>
              <a:t>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  type: integer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  </a:t>
            </a:r>
            <a:r>
              <a:rPr dirty="0" err="1"/>
              <a:t>display_label</a:t>
            </a:r>
            <a:r>
              <a:rPr dirty="0"/>
              <a:t>: Number of CPUs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  default: 2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  hidden: false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  constraints: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    - </a:t>
            </a:r>
            <a:r>
              <a:rPr dirty="0" err="1"/>
              <a:t>valid_values</a:t>
            </a:r>
            <a:r>
              <a:rPr dirty="0"/>
              <a:t>: [1, 2, 4, 8, 16]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endParaRPr dirty="0"/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</a:t>
            </a:r>
            <a:r>
              <a:rPr dirty="0" err="1"/>
              <a:t>admin_password</a:t>
            </a:r>
            <a:r>
              <a:rPr dirty="0"/>
              <a:t>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  type: </a:t>
            </a:r>
            <a:r>
              <a:rPr dirty="0" err="1"/>
              <a:t>secret_key</a:t>
            </a:r>
            <a:endParaRPr dirty="0"/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  hidden: true          # Always hide secrets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0" y="1051560"/>
            <a:ext cx="5303520" cy="43891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800" b="1">
                <a:solidFill>
                  <a:srgbClr val="003B64"/>
                </a:solidFill>
                <a:latin typeface="Arial"/>
              </a:defRPr>
            </a:pPr>
            <a:r>
              <a:t>Input Properties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333333"/>
                </a:solidFill>
                <a:latin typeface="Arial"/>
              </a:defRPr>
            </a:pPr>
            <a:endParaRPr/>
          </a:p>
          <a:p>
            <a:pPr>
              <a:spcBef>
                <a:spcPts val="400"/>
              </a:spcBef>
              <a:defRPr sz="1200">
                <a:solidFill>
                  <a:srgbClr val="666666"/>
                </a:solidFill>
                <a:latin typeface="Arial"/>
              </a:defRPr>
            </a:pPr>
            <a:r>
              <a:t>type -- string, integer, float, boolean, list, dict, secret_key</a:t>
            </a:r>
          </a:p>
          <a:p>
            <a:pPr>
              <a:spcBef>
                <a:spcPts val="400"/>
              </a:spcBef>
              <a:defRPr sz="1200">
                <a:solidFill>
                  <a:srgbClr val="666666"/>
                </a:solidFill>
                <a:latin typeface="Arial"/>
              </a:defRPr>
            </a:pPr>
            <a:r>
              <a:t>display_label -- Friendly name shown in the UI</a:t>
            </a:r>
          </a:p>
          <a:p>
            <a:pPr>
              <a:spcBef>
                <a:spcPts val="400"/>
              </a:spcBef>
              <a:defRPr sz="1200">
                <a:solidFill>
                  <a:srgbClr val="666666"/>
                </a:solidFill>
                <a:latin typeface="Arial"/>
              </a:defRPr>
            </a:pPr>
            <a:r>
              <a:t>description -- Tooltip text for the user</a:t>
            </a:r>
          </a:p>
          <a:p>
            <a:pPr>
              <a:spcBef>
                <a:spcPts val="400"/>
              </a:spcBef>
              <a:defRPr sz="1200">
                <a:solidFill>
                  <a:srgbClr val="666666"/>
                </a:solidFill>
                <a:latin typeface="Arial"/>
              </a:defRPr>
            </a:pPr>
            <a:r>
              <a:t>default -- Pre-filled value (makes input optional)</a:t>
            </a:r>
          </a:p>
          <a:p>
            <a:pPr>
              <a:spcBef>
                <a:spcPts val="400"/>
              </a:spcBef>
              <a:defRPr sz="1200">
                <a:solidFill>
                  <a:srgbClr val="666666"/>
                </a:solidFill>
                <a:latin typeface="Arial"/>
              </a:defRPr>
            </a:pPr>
            <a:r>
              <a:t>hidden -- Set true for sensitive values (passwords, keys)</a:t>
            </a:r>
          </a:p>
          <a:p>
            <a:pPr>
              <a:spcBef>
                <a:spcPts val="400"/>
              </a:spcBef>
              <a:defRPr sz="1200">
                <a:solidFill>
                  <a:srgbClr val="666666"/>
                </a:solidFill>
                <a:latin typeface="Arial"/>
              </a:defRPr>
            </a:pPr>
            <a:r>
              <a:t>allow_update -- Set false for resource-identifying inputs</a:t>
            </a:r>
          </a:p>
          <a:p>
            <a:pPr>
              <a:spcBef>
                <a:spcPts val="400"/>
              </a:spcBef>
              <a:defRPr sz="1200">
                <a:solidFill>
                  <a:srgbClr val="666666"/>
                </a:solidFill>
                <a:latin typeface="Arial"/>
              </a:defRPr>
            </a:pPr>
            <a:r>
              <a:t>constraints -- Validation rules applied at deploy time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333333"/>
                </a:solidFill>
                <a:latin typeface="Arial"/>
              </a:defRPr>
            </a:pPr>
            <a:endParaRPr/>
          </a:p>
          <a:p>
            <a:pPr algn="l">
              <a:spcBef>
                <a:spcPts val="800"/>
              </a:spcBef>
              <a:defRPr sz="1600" b="1">
                <a:solidFill>
                  <a:srgbClr val="003B64"/>
                </a:solidFill>
                <a:latin typeface="Arial"/>
              </a:defRPr>
            </a:pPr>
            <a:r>
              <a:t>Available Constraints</a:t>
            </a:r>
          </a:p>
          <a:p>
            <a:pPr>
              <a:spcBef>
                <a:spcPts val="400"/>
              </a:spcBef>
              <a:defRPr sz="1200">
                <a:solidFill>
                  <a:srgbClr val="666666"/>
                </a:solidFill>
                <a:latin typeface="Arial"/>
              </a:defRPr>
            </a:pPr>
            <a:r>
              <a:t>valid_values -- Dropdown of allowed values</a:t>
            </a:r>
          </a:p>
          <a:p>
            <a:pPr>
              <a:spcBef>
                <a:spcPts val="400"/>
              </a:spcBef>
              <a:defRPr sz="1200">
                <a:solidFill>
                  <a:srgbClr val="666666"/>
                </a:solidFill>
                <a:latin typeface="Arial"/>
              </a:defRPr>
            </a:pPr>
            <a:r>
              <a:t>greater_or_equal / less_or_equal -- Numeric range</a:t>
            </a:r>
          </a:p>
          <a:p>
            <a:pPr>
              <a:spcBef>
                <a:spcPts val="400"/>
              </a:spcBef>
              <a:defRPr sz="1200">
                <a:solidFill>
                  <a:srgbClr val="666666"/>
                </a:solidFill>
                <a:latin typeface="Arial"/>
              </a:defRPr>
            </a:pPr>
            <a:r>
              <a:t>in_range -- [min, max] bounds</a:t>
            </a:r>
          </a:p>
          <a:p>
            <a:pPr>
              <a:spcBef>
                <a:spcPts val="400"/>
              </a:spcBef>
              <a:defRPr sz="1200">
                <a:solidFill>
                  <a:srgbClr val="666666"/>
                </a:solidFill>
                <a:latin typeface="Arial"/>
              </a:defRPr>
            </a:pPr>
            <a:r>
              <a:t>pattern -- Regex validation</a:t>
            </a:r>
          </a:p>
          <a:p>
            <a:pPr>
              <a:spcBef>
                <a:spcPts val="400"/>
              </a:spcBef>
              <a:defRPr sz="1200">
                <a:solidFill>
                  <a:srgbClr val="666666"/>
                </a:solidFill>
                <a:latin typeface="Arial"/>
              </a:defRPr>
            </a:pPr>
            <a:r>
              <a:t>min_length / max_length -- String length limits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Node Types Hierarchy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0" y="1051560"/>
            <a:ext cx="2560320" cy="502920"/>
          </a:xfrm>
          <a:prstGeom prst="roundRect">
            <a:avLst/>
          </a:prstGeom>
          <a:solidFill>
            <a:srgbClr val="003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dell.nodes.Root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874520"/>
            <a:ext cx="2743200" cy="45720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dell.nodes.Compute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1874520"/>
            <a:ext cx="2743200" cy="45720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dell.nodes.Network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40680" y="1874520"/>
            <a:ext cx="2743200" cy="45720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dell.nodes.SoftwareComponent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1874520"/>
            <a:ext cx="2743200" cy="45720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dell.nodes.Volume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2697480"/>
            <a:ext cx="2286000" cy="457200"/>
          </a:xfrm>
          <a:prstGeom prst="roundRect">
            <a:avLst/>
          </a:prstGeom>
          <a:solidFill>
            <a:srgbClr val="00A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dell.nodes.WebServer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697480"/>
            <a:ext cx="2286000" cy="457200"/>
          </a:xfrm>
          <a:prstGeom prst="roundRect">
            <a:avLst/>
          </a:prstGeom>
          <a:solidFill>
            <a:srgbClr val="00A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dell.nodes.DBMS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2697480"/>
            <a:ext cx="2286000" cy="457200"/>
          </a:xfrm>
          <a:prstGeom prst="roundRect">
            <a:avLst/>
          </a:prstGeom>
          <a:solidFill>
            <a:srgbClr val="00A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dell.nodes.ApplicationServer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3520440"/>
            <a:ext cx="11247120" cy="21031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3611880"/>
            <a:ext cx="109728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600" b="1">
                <a:solidFill>
                  <a:srgbClr val="003B64"/>
                </a:solidFill>
                <a:latin typeface="Arial"/>
              </a:defRPr>
            </a:pPr>
            <a:r>
              <a:t>More Built-in Types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931920"/>
            <a:ext cx="5303520" cy="1463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666666"/>
                </a:solidFill>
                <a:latin typeface="Arial"/>
              </a:defRPr>
            </a:pPr>
            <a:r>
              <a:rPr dirty="0" err="1"/>
              <a:t>dell.nodes.Subnet</a:t>
            </a:r>
            <a:r>
              <a:rPr dirty="0"/>
              <a:t> -- IP address segment</a:t>
            </a:r>
          </a:p>
          <a:p>
            <a:pPr>
              <a:spcBef>
                <a:spcPts val="400"/>
              </a:spcBef>
              <a:defRPr sz="1200">
                <a:solidFill>
                  <a:srgbClr val="666666"/>
                </a:solidFill>
                <a:latin typeface="Arial"/>
              </a:defRPr>
            </a:pPr>
            <a:r>
              <a:rPr dirty="0" err="1"/>
              <a:t>dell.nodes.Router</a:t>
            </a:r>
            <a:r>
              <a:rPr dirty="0"/>
              <a:t> -- Virtual L3 router</a:t>
            </a:r>
          </a:p>
          <a:p>
            <a:pPr>
              <a:spcBef>
                <a:spcPts val="400"/>
              </a:spcBef>
              <a:defRPr sz="1200">
                <a:solidFill>
                  <a:srgbClr val="666666"/>
                </a:solidFill>
                <a:latin typeface="Arial"/>
              </a:defRPr>
            </a:pPr>
            <a:r>
              <a:rPr dirty="0" err="1"/>
              <a:t>dell.nodes.Port</a:t>
            </a:r>
            <a:r>
              <a:rPr dirty="0"/>
              <a:t> -- Virtual subnet entry</a:t>
            </a:r>
          </a:p>
          <a:p>
            <a:pPr>
              <a:spcBef>
                <a:spcPts val="400"/>
              </a:spcBef>
              <a:defRPr sz="1200">
                <a:solidFill>
                  <a:srgbClr val="666666"/>
                </a:solidFill>
                <a:latin typeface="Arial"/>
              </a:defRPr>
            </a:pPr>
            <a:r>
              <a:rPr dirty="0" err="1"/>
              <a:t>dell.nodes.SecurityGroup</a:t>
            </a:r>
            <a:r>
              <a:rPr dirty="0"/>
              <a:t> -- Network access rules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3931920"/>
            <a:ext cx="5486400" cy="1463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endParaRPr/>
          </a:p>
          <a:p>
            <a:pPr>
              <a:spcBef>
                <a:spcPts val="400"/>
              </a:spcBef>
              <a:defRPr sz="1200">
                <a:solidFill>
                  <a:srgbClr val="666666"/>
                </a:solidFill>
                <a:latin typeface="Arial"/>
              </a:defRPr>
            </a:pPr>
            <a:r>
              <a:t>dell.nodes.LoadBalancer -- Virtual load balancer</a:t>
            </a:r>
          </a:p>
          <a:p>
            <a:pPr>
              <a:spcBef>
                <a:spcPts val="400"/>
              </a:spcBef>
              <a:defRPr sz="1200">
                <a:solidFill>
                  <a:srgbClr val="666666"/>
                </a:solidFill>
                <a:latin typeface="Arial"/>
              </a:defRPr>
            </a:pPr>
            <a:r>
              <a:t>dell.nodes.Container -- Logical container partition</a:t>
            </a:r>
          </a:p>
          <a:p>
            <a:pPr>
              <a:spcBef>
                <a:spcPts val="400"/>
              </a:spcBef>
              <a:defRPr sz="1200">
                <a:solidFill>
                  <a:srgbClr val="666666"/>
                </a:solidFill>
                <a:latin typeface="Arial"/>
              </a:defRPr>
            </a:pPr>
            <a:r>
              <a:t>dell.nodes.ObjectStorage -- BLOB storage</a:t>
            </a:r>
          </a:p>
          <a:p>
            <a:pPr>
              <a:spcBef>
                <a:spcPts val="400"/>
              </a:spcBef>
              <a:defRPr sz="1200">
                <a:solidFill>
                  <a:srgbClr val="666666"/>
                </a:solidFill>
                <a:latin typeface="Arial"/>
              </a:defRPr>
            </a:pPr>
            <a:r>
              <a:t>dell.nodes.Component -- Link to another deployment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dirty="0">
                <a:solidFill>
                  <a:srgbClr val="0070C0"/>
                </a:solidFill>
              </a:rPr>
              <a:t>Node Templates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0999" y="708659"/>
            <a:ext cx="5669280" cy="5982495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ctr"/>
          <a:lstStyle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 err="1"/>
              <a:t>node_templates</a:t>
            </a:r>
            <a:r>
              <a:rPr dirty="0"/>
              <a:t>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</a:t>
            </a:r>
            <a:r>
              <a:rPr dirty="0" err="1"/>
              <a:t>vm</a:t>
            </a:r>
            <a:r>
              <a:rPr dirty="0"/>
              <a:t>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  type: </a:t>
            </a:r>
            <a:r>
              <a:rPr dirty="0" err="1"/>
              <a:t>dell.vsphere.nodes.Server</a:t>
            </a:r>
            <a:endParaRPr dirty="0"/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  properties: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    </a:t>
            </a:r>
            <a:r>
              <a:rPr dirty="0" err="1"/>
              <a:t>connection_config</a:t>
            </a:r>
            <a:r>
              <a:rPr dirty="0"/>
              <a:t>: *</a:t>
            </a:r>
            <a:r>
              <a:rPr dirty="0" err="1"/>
              <a:t>connection_config</a:t>
            </a:r>
            <a:endParaRPr dirty="0"/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    </a:t>
            </a:r>
            <a:r>
              <a:rPr dirty="0" err="1"/>
              <a:t>agent_config</a:t>
            </a:r>
            <a:r>
              <a:rPr dirty="0"/>
              <a:t>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      </a:t>
            </a:r>
            <a:r>
              <a:rPr dirty="0" err="1"/>
              <a:t>install_method</a:t>
            </a:r>
            <a:r>
              <a:rPr dirty="0"/>
              <a:t>: none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    server: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      template: ubuntu-22.04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      </a:t>
            </a:r>
            <a:r>
              <a:rPr dirty="0" err="1"/>
              <a:t>cpus</a:t>
            </a:r>
            <a:r>
              <a:rPr dirty="0"/>
              <a:t>: { </a:t>
            </a:r>
            <a:r>
              <a:rPr dirty="0" err="1"/>
              <a:t>get_input</a:t>
            </a:r>
            <a:r>
              <a:rPr dirty="0"/>
              <a:t>: </a:t>
            </a:r>
            <a:r>
              <a:rPr dirty="0" err="1"/>
              <a:t>cpus</a:t>
            </a:r>
            <a:r>
              <a:rPr dirty="0"/>
              <a:t>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      memory: { </a:t>
            </a:r>
            <a:r>
              <a:rPr dirty="0" err="1"/>
              <a:t>get_input</a:t>
            </a:r>
            <a:r>
              <a:rPr dirty="0"/>
              <a:t>: memory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    networking: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      </a:t>
            </a:r>
            <a:r>
              <a:rPr dirty="0" err="1"/>
              <a:t>connect_networks</a:t>
            </a:r>
            <a:r>
              <a:rPr dirty="0"/>
              <a:t>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        - name: VM Network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          </a:t>
            </a:r>
            <a:r>
              <a:rPr dirty="0" err="1"/>
              <a:t>switch_distributed</a:t>
            </a:r>
            <a:r>
              <a:rPr dirty="0"/>
              <a:t>: true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endParaRPr dirty="0"/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app: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  type: </a:t>
            </a:r>
            <a:r>
              <a:rPr dirty="0" err="1"/>
              <a:t>dell.nodes.Root</a:t>
            </a:r>
            <a:endParaRPr dirty="0"/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  interfaces: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    </a:t>
            </a:r>
            <a:r>
              <a:rPr dirty="0" err="1"/>
              <a:t>dell.interfaces.lifecycle</a:t>
            </a:r>
            <a:r>
              <a:rPr dirty="0"/>
              <a:t>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      start: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        implementation: scripts/install.sh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  relationships: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    - target: </a:t>
            </a:r>
            <a:r>
              <a:rPr dirty="0" err="1"/>
              <a:t>vm</a:t>
            </a:r>
            <a:endParaRPr dirty="0"/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      type: </a:t>
            </a:r>
            <a:r>
              <a:rPr dirty="0" err="1"/>
              <a:t>dell.relationships.contained_in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6400800" y="1051560"/>
            <a:ext cx="5303520" cy="4572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800" b="1">
                <a:solidFill>
                  <a:srgbClr val="003B64"/>
                </a:solidFill>
                <a:latin typeface="Arial"/>
              </a:defRPr>
            </a:pPr>
            <a:r>
              <a:rPr dirty="0"/>
              <a:t>Anatomy of a Node Template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333333"/>
                </a:solidFill>
                <a:latin typeface="Arial"/>
              </a:defRPr>
            </a:pPr>
            <a:endParaRPr dirty="0"/>
          </a:p>
          <a:p>
            <a:pPr algn="l">
              <a:spcBef>
                <a:spcPts val="1000"/>
              </a:spcBef>
              <a:defRPr sz="1300" b="1">
                <a:solidFill>
                  <a:srgbClr val="0076CE"/>
                </a:solidFill>
                <a:latin typeface="Arial"/>
              </a:defRPr>
            </a:pPr>
            <a:r>
              <a:rPr dirty="0"/>
              <a:t>type (required)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666666"/>
                </a:solidFill>
                <a:latin typeface="Arial"/>
              </a:defRPr>
            </a:pPr>
            <a:r>
              <a:rPr dirty="0"/>
              <a:t>Which node type this resource is.</a:t>
            </a:r>
            <a:br>
              <a:rPr dirty="0"/>
            </a:br>
            <a:r>
              <a:rPr dirty="0"/>
              <a:t>Plugin-specific types like </a:t>
            </a:r>
            <a:r>
              <a:rPr dirty="0" err="1"/>
              <a:t>dell.vsphere.nodes.Server</a:t>
            </a:r>
            <a:br>
              <a:rPr dirty="0"/>
            </a:br>
            <a:r>
              <a:rPr dirty="0"/>
              <a:t>add platform-specific properties.</a:t>
            </a:r>
          </a:p>
          <a:p>
            <a:pPr algn="l">
              <a:spcBef>
                <a:spcPts val="1000"/>
              </a:spcBef>
              <a:defRPr sz="1300" b="1">
                <a:solidFill>
                  <a:srgbClr val="0076CE"/>
                </a:solidFill>
                <a:latin typeface="Arial"/>
              </a:defRPr>
            </a:pPr>
            <a:r>
              <a:rPr dirty="0"/>
              <a:t>properties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666666"/>
                </a:solidFill>
                <a:latin typeface="Arial"/>
              </a:defRPr>
            </a:pPr>
            <a:r>
              <a:rPr dirty="0"/>
              <a:t>Configuration for the resource.</a:t>
            </a:r>
            <a:br>
              <a:rPr dirty="0"/>
            </a:br>
            <a:r>
              <a:rPr dirty="0"/>
              <a:t>Values can use intrinsic functions</a:t>
            </a:r>
            <a:br>
              <a:rPr dirty="0"/>
            </a:br>
            <a:r>
              <a:rPr dirty="0"/>
              <a:t>like </a:t>
            </a:r>
            <a:r>
              <a:rPr dirty="0" err="1"/>
              <a:t>get_input</a:t>
            </a:r>
            <a:r>
              <a:rPr dirty="0"/>
              <a:t> and </a:t>
            </a:r>
            <a:r>
              <a:rPr dirty="0" err="1"/>
              <a:t>get_secret</a:t>
            </a:r>
            <a:r>
              <a:rPr dirty="0"/>
              <a:t>.</a:t>
            </a:r>
          </a:p>
          <a:p>
            <a:pPr algn="l">
              <a:spcBef>
                <a:spcPts val="1000"/>
              </a:spcBef>
              <a:defRPr sz="1300" b="1">
                <a:solidFill>
                  <a:srgbClr val="0076CE"/>
                </a:solidFill>
                <a:latin typeface="Arial"/>
              </a:defRPr>
            </a:pPr>
            <a:r>
              <a:rPr dirty="0"/>
              <a:t>interfaces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666666"/>
                </a:solidFill>
                <a:latin typeface="Arial"/>
              </a:defRPr>
            </a:pPr>
            <a:r>
              <a:rPr dirty="0"/>
              <a:t>Override or add lifecycle operations.</a:t>
            </a:r>
            <a:br>
              <a:rPr dirty="0"/>
            </a:br>
            <a:r>
              <a:rPr dirty="0"/>
              <a:t>Scripts or plugin tasks that run</a:t>
            </a:r>
            <a:br>
              <a:rPr dirty="0"/>
            </a:br>
            <a:r>
              <a:rPr dirty="0"/>
              <a:t>during install/uninstall.</a:t>
            </a:r>
          </a:p>
          <a:p>
            <a:pPr algn="l">
              <a:spcBef>
                <a:spcPts val="1000"/>
              </a:spcBef>
              <a:defRPr sz="1300" b="1">
                <a:solidFill>
                  <a:srgbClr val="0076CE"/>
                </a:solidFill>
                <a:latin typeface="Arial"/>
              </a:defRPr>
            </a:pPr>
            <a:r>
              <a:rPr dirty="0"/>
              <a:t>relationships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666666"/>
                </a:solidFill>
                <a:latin typeface="Arial"/>
              </a:defRPr>
            </a:pPr>
            <a:r>
              <a:rPr dirty="0"/>
              <a:t>Connections to other node templates.</a:t>
            </a:r>
            <a:br>
              <a:rPr dirty="0"/>
            </a:br>
            <a:r>
              <a:rPr dirty="0"/>
              <a:t>Defines dependency order and</a:t>
            </a:r>
            <a:br>
              <a:rPr dirty="0"/>
            </a:br>
            <a:r>
              <a:rPr dirty="0"/>
              <a:t>resource placement.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900"/>
            <a:ext cx="11430000" cy="332399"/>
          </a:xfrm>
        </p:spPr>
        <p:txBody>
          <a:bodyPr/>
          <a:lstStyle/>
          <a:p>
            <a:pPr>
              <a:defRPr sz="2400" b="1"/>
            </a:pPr>
            <a:r>
              <a:rPr dirty="0">
                <a:solidFill>
                  <a:srgbClr val="0070C0"/>
                </a:solidFill>
              </a:rPr>
              <a:t>The Three Fundamental Relationships</a:t>
            </a:r>
          </a:p>
        </p:txBody>
      </p:sp>
      <p:sp>
        <p:nvSpPr>
          <p:cNvPr id="20" name="Subtitle 19">
            <a:extLst>
              <a:ext uri="{FF2B5EF4-FFF2-40B4-BE49-F238E27FC236}">
                <a16:creationId xmlns:a16="http://schemas.microsoft.com/office/drawing/2014/main" id="{5E64F86F-BA21-DD74-A987-AB194F6E87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Rounded Rectangle 2"/>
          <p:cNvSpPr/>
          <p:nvPr/>
        </p:nvSpPr>
        <p:spPr>
          <a:xfrm>
            <a:off x="228600" y="1051560"/>
            <a:ext cx="3611880" cy="31089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3611880" cy="64008"/>
          </a:xfrm>
          <a:prstGeom prst="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291840" cy="5943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 b="1">
                <a:solidFill>
                  <a:srgbClr val="0076CE"/>
                </a:solidFill>
                <a:latin typeface="Arial"/>
              </a:defRPr>
            </a:pPr>
            <a:r>
              <a:t>dell.relationships.</a:t>
            </a:r>
            <a:br/>
            <a:r>
              <a:t>depends_on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74520"/>
            <a:ext cx="32918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 b="1">
                <a:solidFill>
                  <a:srgbClr val="003B64"/>
                </a:solidFill>
                <a:latin typeface="Arial"/>
              </a:defRPr>
            </a:pPr>
            <a:r>
              <a:t>Base relationship 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3291840" cy="1645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 b="0">
                <a:solidFill>
                  <a:srgbClr val="666666"/>
                </a:solidFill>
                <a:latin typeface="Arial"/>
              </a:defRPr>
            </a:pPr>
            <a:r>
              <a:rPr dirty="0"/>
              <a:t>Defines execution order only.</a:t>
            </a:r>
            <a:br>
              <a:rPr dirty="0"/>
            </a:br>
            <a:r>
              <a:rPr dirty="0"/>
              <a:t>Target is created before source.</a:t>
            </a:r>
            <a:br>
              <a:rPr dirty="0"/>
            </a:br>
            <a:r>
              <a:rPr dirty="0"/>
              <a:t>Use when you just need ordering.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051560"/>
            <a:ext cx="3611880" cy="31089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069080" y="1051560"/>
            <a:ext cx="3611880" cy="64008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06240" y="1188720"/>
            <a:ext cx="3291840" cy="5943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 b="1">
                <a:solidFill>
                  <a:srgbClr val="00A3AD"/>
                </a:solidFill>
                <a:latin typeface="Arial"/>
              </a:defRPr>
            </a:pPr>
            <a:r>
              <a:t>dell.relationships.</a:t>
            </a:r>
            <a:br/>
            <a:r>
              <a:t>contained_in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874520"/>
            <a:ext cx="32918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 b="1">
                <a:solidFill>
                  <a:srgbClr val="003B64"/>
                </a:solidFill>
                <a:latin typeface="Arial"/>
              </a:defRPr>
            </a:pPr>
            <a:r>
              <a:t>Source lives inside target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286000"/>
            <a:ext cx="3291840" cy="1645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 b="0">
                <a:solidFill>
                  <a:srgbClr val="666666"/>
                </a:solidFill>
                <a:latin typeface="Arial"/>
              </a:defRPr>
            </a:pPr>
            <a:r>
              <a:t>Derived from depends_on.</a:t>
            </a:r>
            <a:br/>
            <a:r>
              <a:t>Max ONE per node template.</a:t>
            </a:r>
            <a:br/>
            <a:r>
              <a:t>If target is Compute, source</a:t>
            </a:r>
            <a:br/>
            <a:r>
              <a:t>lifecycle runs on it remotely.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1051560"/>
            <a:ext cx="3611880" cy="31089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09560" y="1051560"/>
            <a:ext cx="3611880" cy="64008"/>
          </a:xfrm>
          <a:prstGeom prst="rect">
            <a:avLst/>
          </a:prstGeom>
          <a:solidFill>
            <a:srgbClr val="009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188720"/>
            <a:ext cx="3291840" cy="5943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 b="1">
                <a:solidFill>
                  <a:srgbClr val="00964B"/>
                </a:solidFill>
                <a:latin typeface="Arial"/>
              </a:defRPr>
            </a:pPr>
            <a:r>
              <a:t>dell.relationships.</a:t>
            </a:r>
            <a:br/>
            <a:r>
              <a:t>connected_to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874520"/>
            <a:ext cx="32918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 b="1">
                <a:solidFill>
                  <a:srgbClr val="003B64"/>
                </a:solidFill>
                <a:latin typeface="Arial"/>
              </a:defRPr>
            </a:pPr>
            <a:r>
              <a:t>Source connects to target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2286000"/>
            <a:ext cx="3291840" cy="1645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 b="0">
                <a:solidFill>
                  <a:srgbClr val="666666"/>
                </a:solidFill>
                <a:latin typeface="Arial"/>
              </a:defRPr>
            </a:pPr>
            <a:r>
              <a:t>Derived from depends_on.</a:t>
            </a:r>
            <a:br/>
            <a:r>
              <a:t>Multiple allowed per node.</a:t>
            </a:r>
            <a:br/>
            <a:r>
              <a:t>Adds configuration interfaces</a:t>
            </a:r>
            <a:br/>
            <a:r>
              <a:t>for connection setup/teardown.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4434840"/>
            <a:ext cx="11521440" cy="77724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11480" y="4480560"/>
            <a:ext cx="11155680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 b="1">
                <a:solidFill>
                  <a:srgbClr val="F58220"/>
                </a:solidFill>
                <a:latin typeface="Arial"/>
              </a:defRPr>
            </a:pPr>
            <a:r>
              <a:t>Important: 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333333"/>
                </a:solidFill>
                <a:latin typeface="Arial"/>
              </a:defRPr>
            </a:pPr>
            <a:r>
              <a:t>Blueprints with NO relationships run all nodes simultaneously! Always express dependencies explicitly.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900"/>
            <a:ext cx="11430000" cy="332399"/>
          </a:xfrm>
        </p:spPr>
        <p:txBody>
          <a:bodyPr/>
          <a:lstStyle/>
          <a:p>
            <a:pPr>
              <a:defRPr sz="2400" b="1"/>
            </a:pPr>
            <a:r>
              <a:rPr dirty="0">
                <a:solidFill>
                  <a:srgbClr val="0070C0"/>
                </a:solidFill>
              </a:rPr>
              <a:t>Lifecycle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4572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600" b="1">
                <a:solidFill>
                  <a:srgbClr val="003B64"/>
                </a:solidFill>
                <a:latin typeface="Arial"/>
              </a:defRPr>
            </a:pPr>
            <a:r>
              <a:rPr dirty="0">
                <a:solidFill>
                  <a:srgbClr val="0070C0"/>
                </a:solidFill>
              </a:rPr>
              <a:t>Install Workflow (left to right)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920240" cy="548640"/>
          </a:xfrm>
          <a:prstGeom prst="roundRect">
            <a:avLst/>
          </a:prstGeom>
          <a:solidFill>
            <a:srgbClr val="009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precreate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2377440" y="1554480"/>
            <a:ext cx="2743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0964B"/>
                </a:solidFill>
                <a:latin typeface="Arial"/>
              </a:defRPr>
            </a:pPr>
            <a:r>
              <a:t>-&gt;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1463040"/>
            <a:ext cx="1920240" cy="548640"/>
          </a:xfrm>
          <a:prstGeom prst="roundRect">
            <a:avLst/>
          </a:prstGeom>
          <a:solidFill>
            <a:srgbClr val="009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create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554480"/>
            <a:ext cx="2743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0964B"/>
                </a:solidFill>
                <a:latin typeface="Arial"/>
              </a:defRPr>
            </a:pPr>
            <a:r>
              <a:t>-&gt;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463040"/>
            <a:ext cx="1920240" cy="548640"/>
          </a:xfrm>
          <a:prstGeom prst="roundRect">
            <a:avLst/>
          </a:prstGeom>
          <a:solidFill>
            <a:srgbClr val="009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configure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0" y="1554480"/>
            <a:ext cx="2743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0964B"/>
                </a:solidFill>
                <a:latin typeface="Arial"/>
              </a:defRPr>
            </a:pPr>
            <a: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1463040"/>
            <a:ext cx="1920240" cy="548640"/>
          </a:xfrm>
          <a:prstGeom prst="roundRect">
            <a:avLst/>
          </a:prstGeom>
          <a:solidFill>
            <a:srgbClr val="009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1554480"/>
            <a:ext cx="2743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0964B"/>
                </a:solidFill>
                <a:latin typeface="Arial"/>
              </a:defRPr>
            </a:pPr>
            <a:r>
              <a:t>-&gt;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463040"/>
            <a:ext cx="1920240" cy="548640"/>
          </a:xfrm>
          <a:prstGeom prst="roundRect">
            <a:avLst/>
          </a:prstGeom>
          <a:solidFill>
            <a:srgbClr val="009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poststart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99001"/>
            <a:ext cx="4572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600" b="1">
                <a:solidFill>
                  <a:srgbClr val="003B64"/>
                </a:solidFill>
                <a:latin typeface="Arial"/>
              </a:defRPr>
            </a:pPr>
            <a:r>
              <a:rPr dirty="0">
                <a:solidFill>
                  <a:srgbClr val="0070C0"/>
                </a:solidFill>
              </a:rPr>
              <a:t>Uninstall Workflow (left to right)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697480"/>
            <a:ext cx="1920240" cy="548640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prestop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2788920"/>
            <a:ext cx="2743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58220"/>
                </a:solidFill>
                <a:latin typeface="Arial"/>
              </a:defRPr>
            </a:pPr>
            <a: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51760" y="2697480"/>
            <a:ext cx="1920240" cy="548640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stop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2788920"/>
            <a:ext cx="2743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58220"/>
                </a:solidFill>
                <a:latin typeface="Arial"/>
              </a:defRPr>
            </a:pPr>
            <a:r>
              <a:t>-&gt;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2697480"/>
            <a:ext cx="1920240" cy="548640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delete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2788920"/>
            <a:ext cx="2743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58220"/>
                </a:solidFill>
                <a:latin typeface="Arial"/>
              </a:defRPr>
            </a:pPr>
            <a:r>
              <a:t>-&gt;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2697480"/>
            <a:ext cx="1920240" cy="548640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postdelete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566160"/>
            <a:ext cx="5303520" cy="173736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ctr"/>
          <a:lstStyle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 err="1"/>
              <a:t>my_operation</a:t>
            </a:r>
            <a:r>
              <a:rPr dirty="0"/>
              <a:t>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implementation: </a:t>
            </a:r>
            <a:r>
              <a:rPr dirty="0" err="1"/>
              <a:t>plugin.module.task</a:t>
            </a:r>
            <a:endParaRPr dirty="0"/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inputs: {}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</a:t>
            </a:r>
            <a:r>
              <a:rPr dirty="0" err="1"/>
              <a:t>max_retries</a:t>
            </a:r>
            <a:r>
              <a:rPr dirty="0"/>
              <a:t>: 3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</a:t>
            </a:r>
            <a:r>
              <a:rPr dirty="0" err="1"/>
              <a:t>retry_interval</a:t>
            </a:r>
            <a:r>
              <a:rPr dirty="0"/>
              <a:t>: 30   # seconds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timeout: 600          # seconds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</a:t>
            </a:r>
            <a:r>
              <a:rPr dirty="0" err="1"/>
              <a:t>timeout_recoverable</a:t>
            </a:r>
            <a:r>
              <a:rPr dirty="0"/>
              <a:t>: true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3566160"/>
            <a:ext cx="5486400" cy="17373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500" b="1">
                <a:solidFill>
                  <a:srgbClr val="003B64"/>
                </a:solidFill>
                <a:latin typeface="Arial"/>
              </a:defRPr>
            </a:pPr>
            <a:r>
              <a:t>Operation Configuration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666666"/>
                </a:solidFill>
                <a:latin typeface="Arial"/>
              </a:defRPr>
            </a:pPr>
            <a:r>
              <a:t>implementation can be a script path (relative to blueprint root) or a plugin function reference.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666666"/>
                </a:solidFill>
                <a:latin typeface="Arial"/>
              </a:defRPr>
            </a:pPr>
            <a:r>
              <a:t>Retries and timeouts ensure resilience. Set timeout_recoverable: true to retry on timeout instead of failing.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900"/>
            <a:ext cx="11430000" cy="332399"/>
          </a:xfrm>
        </p:spPr>
        <p:txBody>
          <a:bodyPr/>
          <a:lstStyle/>
          <a:p>
            <a:pPr>
              <a:defRPr sz="2400" b="1"/>
            </a:pPr>
            <a:r>
              <a:rPr dirty="0">
                <a:solidFill>
                  <a:srgbClr val="0070C0"/>
                </a:solidFill>
              </a:rPr>
              <a:t>Intrinsic Functions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1051560"/>
            <a:ext cx="11430000" cy="411480"/>
          </a:xfrm>
          <a:prstGeom prst="rect">
            <a:avLst/>
          </a:prstGeom>
          <a:solidFill>
            <a:srgbClr val="003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310896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Function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429000" y="1051560"/>
            <a:ext cx="137160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Evaluated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800600" y="1051560"/>
            <a:ext cx="694944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Description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1143000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310896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0076CE"/>
                </a:solidFill>
                <a:latin typeface="Arial"/>
              </a:defRPr>
            </a:pPr>
            <a:r>
              <a:t>get_input: name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508760"/>
            <a:ext cx="137160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666666"/>
                </a:solidFill>
                <a:latin typeface="Arial"/>
              </a:defRPr>
            </a:pPr>
            <a:r>
              <a:t>Deploy-time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0600" y="1508760"/>
            <a:ext cx="694944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Reference input parameter values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892808"/>
            <a:ext cx="11430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1892808"/>
            <a:ext cx="310896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0076CE"/>
                </a:solidFill>
                <a:latin typeface="Arial"/>
              </a:defRPr>
            </a:pPr>
            <a:r>
              <a:t>get_secret: key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1892808"/>
            <a:ext cx="137160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666666"/>
                </a:solidFill>
                <a:latin typeface="Arial"/>
              </a:defRPr>
            </a:pPr>
            <a:r>
              <a:t>Runtime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00600" y="1892808"/>
            <a:ext cx="694944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Retrieve value from secret store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276856"/>
            <a:ext cx="1143000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2276856"/>
            <a:ext cx="310896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0076CE"/>
                </a:solidFill>
                <a:latin typeface="Arial"/>
              </a:defRPr>
            </a:pPr>
            <a:r>
              <a:t>get_attribute: [node, attr]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29000" y="2276856"/>
            <a:ext cx="137160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666666"/>
                </a:solidFill>
                <a:latin typeface="Arial"/>
              </a:defRPr>
            </a:pPr>
            <a:r>
              <a:t>Runtime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00600" y="2276856"/>
            <a:ext cx="694944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Runtime properties of node instances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660904"/>
            <a:ext cx="11430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" y="2660904"/>
            <a:ext cx="310896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0076CE"/>
                </a:solidFill>
                <a:latin typeface="Arial"/>
              </a:defRPr>
            </a:pPr>
            <a:r>
              <a:t>get_property: [node, prop]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2660904"/>
            <a:ext cx="137160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666666"/>
                </a:solidFill>
                <a:latin typeface="Arial"/>
              </a:defRPr>
            </a:pPr>
            <a:r>
              <a:t>Deploy-time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00600" y="2660904"/>
            <a:ext cx="694944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Static properties defined in blueprint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044952"/>
            <a:ext cx="1143000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0040" y="3044952"/>
            <a:ext cx="310896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0076CE"/>
                </a:solidFill>
                <a:latin typeface="Arial"/>
              </a:defRPr>
            </a:pPr>
            <a:r>
              <a:t>get_capability: [dep, cap]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9000" y="3044952"/>
            <a:ext cx="137160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666666"/>
                </a:solidFill>
                <a:latin typeface="Arial"/>
              </a:defRPr>
            </a:pPr>
            <a:r>
              <a:t>Runtime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00600" y="3044952"/>
            <a:ext cx="694944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Get capabilities from OTHER deployments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429000"/>
            <a:ext cx="11430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0040" y="3429000"/>
            <a:ext cx="310896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0076CE"/>
                </a:solidFill>
                <a:latin typeface="Arial"/>
              </a:defRPr>
            </a:pPr>
            <a:r>
              <a:t>concat: [str1, str2, ...]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29000" y="3429000"/>
            <a:ext cx="137160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666666"/>
                </a:solidFill>
                <a:latin typeface="Arial"/>
              </a:defRPr>
            </a:pPr>
            <a:r>
              <a:t>Varies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00600" y="3429000"/>
            <a:ext cx="694944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Concatenate strings together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813048"/>
            <a:ext cx="1143000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20040" y="3813048"/>
            <a:ext cx="310896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0076CE"/>
                </a:solidFill>
                <a:latin typeface="Arial"/>
              </a:defRPr>
            </a:pPr>
            <a:r>
              <a:t>get_sys: [obj, field]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29000" y="3813048"/>
            <a:ext cx="137160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666666"/>
                </a:solidFill>
                <a:latin typeface="Arial"/>
              </a:defRPr>
            </a:pPr>
            <a:r>
              <a:t>Runtime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00600" y="3813048"/>
            <a:ext cx="694944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System metadata (tenant, deployment id, etc.)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197096"/>
            <a:ext cx="11430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20040" y="4197096"/>
            <a:ext cx="310896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0076CE"/>
                </a:solidFill>
                <a:latin typeface="Arial"/>
              </a:defRPr>
            </a:pPr>
            <a:r>
              <a:t>string_replace / _split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29000" y="4197096"/>
            <a:ext cx="137160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666666"/>
                </a:solidFill>
                <a:latin typeface="Arial"/>
              </a:defRPr>
            </a:pPr>
            <a:r>
              <a:t>Deploy-time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00600" y="4197096"/>
            <a:ext cx="694944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String manipulation helpers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4581144"/>
            <a:ext cx="1143000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20040" y="4581144"/>
            <a:ext cx="310896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0076CE"/>
                </a:solidFill>
                <a:latin typeface="Arial"/>
              </a:defRPr>
            </a:pPr>
            <a:r>
              <a:t>merge: [dict1, dict2]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29000" y="4581144"/>
            <a:ext cx="137160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666666"/>
                </a:solidFill>
                <a:latin typeface="Arial"/>
              </a:defRPr>
            </a:pPr>
            <a:r>
              <a:t>Varies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00600" y="4581144"/>
            <a:ext cx="694944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Merge dictionaries (last key wins)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0040" y="5029199"/>
            <a:ext cx="11430000" cy="7315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Arial"/>
              </a:defRPr>
            </a:pPr>
            <a:r>
              <a:t># Using intrinsic functions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Arial"/>
              </a:defRPr>
            </a:pPr>
            <a:r>
              <a:t>vm_ip: { get_attribute: [ vm, ip ] }    password: { get_secret: admin_pass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Arial"/>
              </a:defRPr>
            </a:pPr>
            <a:r>
              <a:t>url: { concat: ["http://", { get_attribute: [vm, ip] }, ":8080"] 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dirty="0">
                <a:solidFill>
                  <a:srgbClr val="0070C0"/>
                </a:solidFill>
              </a:rPr>
              <a:t>Capabilities &amp; Outputs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27432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 b="1">
                <a:solidFill>
                  <a:srgbClr val="00964B"/>
                </a:solidFill>
                <a:latin typeface="Arial"/>
              </a:defRPr>
            </a:pPr>
            <a:r>
              <a:t>capabilities (preferred)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79"/>
            <a:ext cx="5486400" cy="2591739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ctr"/>
          <a:lstStyle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capabilities: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</a:t>
            </a:r>
            <a:r>
              <a:rPr dirty="0" err="1"/>
              <a:t>vm_ip</a:t>
            </a:r>
            <a:r>
              <a:rPr dirty="0"/>
              <a:t>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  description: "IP address of the VM"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  value: { </a:t>
            </a:r>
            <a:r>
              <a:rPr dirty="0" err="1"/>
              <a:t>get_attribute</a:t>
            </a:r>
            <a:r>
              <a:rPr dirty="0"/>
              <a:t>: [</a:t>
            </a:r>
            <a:r>
              <a:rPr dirty="0" err="1"/>
              <a:t>vm</a:t>
            </a:r>
            <a:r>
              <a:rPr dirty="0"/>
              <a:t>, </a:t>
            </a:r>
            <a:r>
              <a:rPr dirty="0" err="1"/>
              <a:t>ip</a:t>
            </a:r>
            <a:r>
              <a:rPr dirty="0"/>
              <a:t>]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</a:t>
            </a:r>
            <a:r>
              <a:rPr dirty="0" err="1"/>
              <a:t>web_endpoint</a:t>
            </a:r>
            <a:r>
              <a:rPr dirty="0"/>
              <a:t>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  description: "Web application URL"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  value: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    </a:t>
            </a:r>
            <a:r>
              <a:rPr dirty="0" err="1"/>
              <a:t>concat</a:t>
            </a:r>
            <a:r>
              <a:rPr dirty="0"/>
              <a:t>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      - "http://"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      - { </a:t>
            </a:r>
            <a:r>
              <a:rPr dirty="0" err="1"/>
              <a:t>get_attribute</a:t>
            </a:r>
            <a:r>
              <a:rPr dirty="0"/>
              <a:t>: [</a:t>
            </a:r>
            <a:r>
              <a:rPr dirty="0" err="1"/>
              <a:t>vm</a:t>
            </a:r>
            <a:r>
              <a:rPr dirty="0"/>
              <a:t>, </a:t>
            </a:r>
            <a:r>
              <a:rPr dirty="0" err="1"/>
              <a:t>ip</a:t>
            </a:r>
            <a:r>
              <a:rPr dirty="0"/>
              <a:t>]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      - ":8080"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051560"/>
            <a:ext cx="5303520" cy="2651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800" b="1">
                <a:solidFill>
                  <a:srgbClr val="003B64"/>
                </a:solidFill>
                <a:latin typeface="Arial"/>
              </a:defRPr>
            </a:pPr>
            <a:r>
              <a:t>Capabilities vs Outputs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333333"/>
                </a:solidFill>
                <a:latin typeface="Arial"/>
              </a:defRPr>
            </a:pPr>
            <a:endParaRPr/>
          </a:p>
          <a:p>
            <a:pPr algn="l">
              <a:spcBef>
                <a:spcPts val="400"/>
              </a:spcBef>
              <a:defRPr sz="1400" b="1">
                <a:solidFill>
                  <a:srgbClr val="00964B"/>
                </a:solidFill>
                <a:latin typeface="Arial"/>
              </a:defRPr>
            </a:pPr>
            <a:r>
              <a:t>capabilities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666666"/>
                </a:solidFill>
                <a:latin typeface="Arial"/>
              </a:defRPr>
            </a:pPr>
            <a:r>
              <a:t>Exposed to BOTH users AND other deployments.</a:t>
            </a:r>
            <a:br/>
            <a:r>
              <a:t>Used for service composition. Recommended approach.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333333"/>
                </a:solidFill>
                <a:latin typeface="Arial"/>
              </a:defRPr>
            </a:pPr>
            <a:endParaRPr/>
          </a:p>
          <a:p>
            <a:pPr algn="l">
              <a:spcBef>
                <a:spcPts val="400"/>
              </a:spcBef>
              <a:defRPr sz="1400" b="1">
                <a:solidFill>
                  <a:srgbClr val="F58220"/>
                </a:solidFill>
                <a:latin typeface="Arial"/>
              </a:defRPr>
            </a:pPr>
            <a:r>
              <a:t>outputs (legacy)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666666"/>
                </a:solidFill>
                <a:latin typeface="Arial"/>
              </a:defRPr>
            </a:pPr>
            <a:r>
              <a:t>Exposed to users ONLY. Cannot be consumed</a:t>
            </a:r>
            <a:br/>
            <a:r>
              <a:t>by other deployments. Deprecated.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977640"/>
            <a:ext cx="11064240" cy="1371600"/>
          </a:xfrm>
          <a:prstGeom prst="roundRect">
            <a:avLst/>
          </a:prstGeom>
          <a:solidFill>
            <a:srgbClr val="FF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4069080"/>
            <a:ext cx="10698480" cy="11887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 b="1">
                <a:solidFill>
                  <a:srgbClr val="CC0000"/>
                </a:solidFill>
                <a:latin typeface="Arial"/>
              </a:defRPr>
            </a:pPr>
            <a:r>
              <a:t>Security Best Practices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Arial"/>
              </a:defRPr>
            </a:pPr>
            <a:r>
              <a:t>NEVER put get_secret in capabilities or outputs -- values display in the UI!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Arial"/>
              </a:defRPr>
            </a:pPr>
            <a:r>
              <a:t>NEVER store secrets in runtime_properties -- retrievable via API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Arial"/>
              </a:defRPr>
            </a:pPr>
            <a:r>
              <a:t>Use get_secret ONLY in node template properties and operation inputs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dirty="0">
                <a:solidFill>
                  <a:srgbClr val="0070C0"/>
                </a:solidFill>
              </a:rPr>
              <a:t>Plugin Ecosystem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" y="1051560"/>
            <a:ext cx="2743200" cy="59436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rPr dirty="0"/>
              <a:t>Cloud &amp;</a:t>
            </a:r>
            <a:br>
              <a:rPr dirty="0"/>
            </a:br>
            <a:r>
              <a:rPr dirty="0" err="1"/>
              <a:t>Virtualisation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228600" y="1691640"/>
            <a:ext cx="27432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1783080"/>
            <a:ext cx="2560320" cy="21031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endParaRPr dirty="0"/>
          </a:p>
          <a:p>
            <a:pPr>
              <a:spcBef>
                <a:spcPts val="400"/>
              </a:spcBef>
              <a:defRPr sz="1100">
                <a:solidFill>
                  <a:srgbClr val="666666"/>
                </a:solidFill>
                <a:latin typeface="Arial"/>
              </a:defRPr>
            </a:pPr>
            <a:r>
              <a:rPr dirty="0"/>
              <a:t>vSphere -- VMware VM </a:t>
            </a:r>
            <a:r>
              <a:rPr dirty="0" err="1"/>
              <a:t>mgmt</a:t>
            </a:r>
            <a:endParaRPr dirty="0"/>
          </a:p>
          <a:p>
            <a:pPr>
              <a:spcBef>
                <a:spcPts val="400"/>
              </a:spcBef>
              <a:defRPr sz="1100">
                <a:solidFill>
                  <a:srgbClr val="666666"/>
                </a:solidFill>
                <a:latin typeface="Arial"/>
              </a:defRPr>
            </a:pPr>
            <a:r>
              <a:rPr dirty="0"/>
              <a:t>AWS -- Amazon Web Services</a:t>
            </a:r>
          </a:p>
          <a:p>
            <a:pPr>
              <a:spcBef>
                <a:spcPts val="400"/>
              </a:spcBef>
              <a:defRPr sz="1100">
                <a:solidFill>
                  <a:srgbClr val="666666"/>
                </a:solidFill>
                <a:latin typeface="Arial"/>
              </a:defRPr>
            </a:pPr>
            <a:r>
              <a:rPr dirty="0"/>
              <a:t>Azure -- Microsoft Azure</a:t>
            </a:r>
          </a:p>
          <a:p>
            <a:pPr>
              <a:spcBef>
                <a:spcPts val="400"/>
              </a:spcBef>
              <a:defRPr sz="1100">
                <a:solidFill>
                  <a:srgbClr val="666666"/>
                </a:solidFill>
                <a:latin typeface="Arial"/>
              </a:defRPr>
            </a:pPr>
            <a:r>
              <a:rPr dirty="0"/>
              <a:t>OpenStack -- Private cloud</a:t>
            </a:r>
          </a:p>
          <a:p>
            <a:pPr>
              <a:spcBef>
                <a:spcPts val="400"/>
              </a:spcBef>
              <a:defRPr sz="1100">
                <a:solidFill>
                  <a:srgbClr val="666666"/>
                </a:solidFill>
                <a:latin typeface="Arial"/>
              </a:defRPr>
            </a:pPr>
            <a:r>
              <a:rPr dirty="0" err="1"/>
              <a:t>vCloud</a:t>
            </a:r>
            <a:r>
              <a:rPr dirty="0"/>
              <a:t> -- VMware </a:t>
            </a:r>
            <a:r>
              <a:rPr dirty="0" err="1"/>
              <a:t>vCloud</a:t>
            </a:r>
            <a:r>
              <a:rPr dirty="0"/>
              <a:t> Director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1051560"/>
            <a:ext cx="2743200" cy="594360"/>
          </a:xfrm>
          <a:prstGeom prst="roundRect">
            <a:avLst/>
          </a:prstGeom>
          <a:solidFill>
            <a:srgbClr val="00A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Containers &amp;</a:t>
            </a:r>
            <a:br/>
            <a:r>
              <a:t>Orchestration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1691640"/>
            <a:ext cx="27432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0" y="1783080"/>
            <a:ext cx="2560320" cy="21031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endParaRPr dirty="0"/>
          </a:p>
          <a:p>
            <a:pPr>
              <a:spcBef>
                <a:spcPts val="400"/>
              </a:spcBef>
              <a:defRPr sz="1100">
                <a:solidFill>
                  <a:srgbClr val="666666"/>
                </a:solidFill>
                <a:latin typeface="Arial"/>
              </a:defRPr>
            </a:pPr>
            <a:r>
              <a:rPr dirty="0"/>
              <a:t>Kubernetes -- K8s resources</a:t>
            </a:r>
          </a:p>
          <a:p>
            <a:pPr>
              <a:spcBef>
                <a:spcPts val="400"/>
              </a:spcBef>
              <a:defRPr sz="1100">
                <a:solidFill>
                  <a:srgbClr val="666666"/>
                </a:solidFill>
                <a:latin typeface="Arial"/>
              </a:defRPr>
            </a:pPr>
            <a:r>
              <a:rPr dirty="0"/>
              <a:t>Helm -- Chart deployment</a:t>
            </a:r>
          </a:p>
          <a:p>
            <a:pPr>
              <a:spcBef>
                <a:spcPts val="400"/>
              </a:spcBef>
              <a:defRPr sz="1100">
                <a:solidFill>
                  <a:srgbClr val="666666"/>
                </a:solidFill>
                <a:latin typeface="Arial"/>
              </a:defRPr>
            </a:pPr>
            <a:r>
              <a:rPr dirty="0"/>
              <a:t>Docker -- Container </a:t>
            </a:r>
            <a:r>
              <a:rPr dirty="0" err="1"/>
              <a:t>mgmt</a:t>
            </a:r>
            <a:endParaRPr dirty="0"/>
          </a:p>
          <a:p>
            <a:pPr>
              <a:spcBef>
                <a:spcPts val="400"/>
              </a:spcBef>
              <a:defRPr sz="1100">
                <a:solidFill>
                  <a:srgbClr val="666666"/>
                </a:solidFill>
                <a:latin typeface="Arial"/>
              </a:defRPr>
            </a:pPr>
            <a:r>
              <a:rPr dirty="0"/>
              <a:t>Terraform -- </a:t>
            </a:r>
            <a:r>
              <a:rPr dirty="0" err="1"/>
              <a:t>IaC</a:t>
            </a:r>
            <a:r>
              <a:rPr dirty="0"/>
              <a:t> provisioning</a:t>
            </a:r>
          </a:p>
          <a:p>
            <a:pPr>
              <a:spcBef>
                <a:spcPts val="400"/>
              </a:spcBef>
              <a:defRPr sz="1100">
                <a:solidFill>
                  <a:srgbClr val="666666"/>
                </a:solidFill>
                <a:latin typeface="Arial"/>
              </a:defRPr>
            </a:pPr>
            <a:r>
              <a:rPr dirty="0" err="1"/>
              <a:t>Terragrunt</a:t>
            </a:r>
            <a:r>
              <a:rPr dirty="0"/>
              <a:t> -- DRY Terraform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051560"/>
            <a:ext cx="2743200" cy="594360"/>
          </a:xfrm>
          <a:prstGeom prst="roundRect">
            <a:avLst/>
          </a:prstGeom>
          <a:solidFill>
            <a:srgbClr val="009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Automation &amp;</a:t>
            </a:r>
            <a:br/>
            <a:r>
              <a:t>Utilities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691640"/>
            <a:ext cx="27432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80760" y="1783080"/>
            <a:ext cx="2560320" cy="21031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endParaRPr/>
          </a:p>
          <a:p>
            <a:pPr>
              <a:spcBef>
                <a:spcPts val="400"/>
              </a:spcBef>
              <a:defRPr sz="1100">
                <a:solidFill>
                  <a:srgbClr val="666666"/>
                </a:solidFill>
                <a:latin typeface="Arial"/>
              </a:defRPr>
            </a:pPr>
            <a:r>
              <a:t>Ansible -- Playbook execution</a:t>
            </a:r>
          </a:p>
          <a:p>
            <a:pPr>
              <a:spcBef>
                <a:spcPts val="400"/>
              </a:spcBef>
              <a:defRPr sz="1100">
                <a:solidFill>
                  <a:srgbClr val="666666"/>
                </a:solidFill>
                <a:latin typeface="Arial"/>
              </a:defRPr>
            </a:pPr>
            <a:r>
              <a:t>Fabric -- Remote SSH cmds</a:t>
            </a:r>
          </a:p>
          <a:p>
            <a:pPr>
              <a:spcBef>
                <a:spcPts val="400"/>
              </a:spcBef>
              <a:defRPr sz="1100">
                <a:solidFill>
                  <a:srgbClr val="666666"/>
                </a:solidFill>
                <a:latin typeface="Arial"/>
              </a:defRPr>
            </a:pPr>
            <a:r>
              <a:t>Utilities -- SSH, cloud-init, REST</a:t>
            </a:r>
          </a:p>
          <a:p>
            <a:pPr>
              <a:spcBef>
                <a:spcPts val="400"/>
              </a:spcBef>
              <a:defRPr sz="1100">
                <a:solidFill>
                  <a:srgbClr val="666666"/>
                </a:solidFill>
                <a:latin typeface="Arial"/>
              </a:defRPr>
            </a:pPr>
            <a:r>
              <a:t>Libvirt -- KVM/QEMU</a:t>
            </a:r>
          </a:p>
          <a:p>
            <a:pPr>
              <a:spcBef>
                <a:spcPts val="400"/>
              </a:spcBef>
              <a:defRPr sz="1100">
                <a:solidFill>
                  <a:srgbClr val="666666"/>
                </a:solidFill>
                <a:latin typeface="Arial"/>
              </a:defRPr>
            </a:pPr>
            <a:r>
              <a:t>Redfish -- Server hardware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1051560"/>
            <a:ext cx="2743200" cy="594360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rPr dirty="0"/>
              <a:t>Dell</a:t>
            </a:r>
            <a:r>
              <a:rPr lang="en-US" dirty="0"/>
              <a:t> Distributed </a:t>
            </a:r>
          </a:p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rPr lang="en-US" dirty="0"/>
              <a:t>Private Cloud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8869680" y="1691640"/>
            <a:ext cx="27432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961120" y="1783080"/>
            <a:ext cx="2560320" cy="21031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endParaRPr dirty="0"/>
          </a:p>
          <a:p>
            <a:pPr>
              <a:spcBef>
                <a:spcPts val="400"/>
              </a:spcBef>
              <a:defRPr sz="1100">
                <a:solidFill>
                  <a:srgbClr val="666666"/>
                </a:solidFill>
                <a:latin typeface="Arial"/>
              </a:defRPr>
            </a:pPr>
            <a:r>
              <a:rPr dirty="0"/>
              <a:t>HZP Edge -- ECE </a:t>
            </a:r>
            <a:r>
              <a:rPr dirty="0" err="1"/>
              <a:t>mgmt</a:t>
            </a:r>
            <a:endParaRPr dirty="0"/>
          </a:p>
          <a:p>
            <a:pPr>
              <a:spcBef>
                <a:spcPts val="400"/>
              </a:spcBef>
              <a:defRPr sz="1100">
                <a:solidFill>
                  <a:srgbClr val="666666"/>
                </a:solidFill>
                <a:latin typeface="Arial"/>
              </a:defRPr>
            </a:pPr>
            <a:r>
              <a:rPr dirty="0"/>
              <a:t>HZP Storage -- PowerStore</a:t>
            </a:r>
          </a:p>
          <a:p>
            <a:pPr>
              <a:spcBef>
                <a:spcPts val="400"/>
              </a:spcBef>
              <a:defRPr sz="1100">
                <a:solidFill>
                  <a:srgbClr val="666666"/>
                </a:solidFill>
                <a:latin typeface="Arial"/>
              </a:defRPr>
            </a:pPr>
            <a:r>
              <a:rPr dirty="0" err="1"/>
              <a:t>NativeEdge</a:t>
            </a:r>
            <a:r>
              <a:rPr dirty="0"/>
              <a:t> -- VM creation</a:t>
            </a:r>
          </a:p>
          <a:p>
            <a:pPr>
              <a:spcBef>
                <a:spcPts val="400"/>
              </a:spcBef>
              <a:defRPr sz="1100">
                <a:solidFill>
                  <a:srgbClr val="666666"/>
                </a:solidFill>
                <a:latin typeface="Arial"/>
              </a:defRPr>
            </a:pPr>
            <a:r>
              <a:rPr dirty="0"/>
              <a:t>Asset Discovery -- Scanning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" y="4251960"/>
            <a:ext cx="7772400" cy="7315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ctr"/>
          <a:lstStyle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imports: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- </a:t>
            </a:r>
            <a:r>
              <a:rPr dirty="0" err="1"/>
              <a:t>plugin:vsphere-plugin</a:t>
            </a:r>
            <a:r>
              <a:rPr dirty="0"/>
              <a:t>              # Just the name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DD6F4"/>
                </a:solidFill>
                <a:latin typeface="Arial"/>
              </a:defRPr>
            </a:pPr>
            <a:r>
              <a:rPr dirty="0"/>
              <a:t>  - </a:t>
            </a:r>
            <a:r>
              <a:rPr dirty="0" err="1"/>
              <a:t>plugin:helm-plugin?version</a:t>
            </a:r>
            <a:r>
              <a:rPr dirty="0"/>
              <a:t>=1.2.0   # With version constraint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64888"/>
            <a:ext cx="11430000" cy="443198"/>
          </a:xfrm>
        </p:spPr>
        <p:txBody>
          <a:bodyPr/>
          <a:lstStyle/>
          <a:p>
            <a:pPr>
              <a:defRPr sz="2400" b="1"/>
            </a:pPr>
            <a:r>
              <a:rPr dirty="0">
                <a:solidFill>
                  <a:srgbClr val="0070C0"/>
                </a:solidFill>
              </a:rPr>
              <a:t>Complete Blueprint Example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00322" y="658716"/>
            <a:ext cx="5760720" cy="6075776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ctr"/>
          <a:lstStyle/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 err="1"/>
              <a:t>tosca_definitions_version</a:t>
            </a:r>
            <a:r>
              <a:rPr dirty="0"/>
              <a:t>: dell_1_0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endParaRPr dirty="0"/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description: &gt;-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  Deploy a vSphere VM and install nginx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endParaRPr dirty="0"/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imports: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  - dell/types/</a:t>
            </a:r>
            <a:r>
              <a:rPr dirty="0" err="1"/>
              <a:t>types.yaml</a:t>
            </a:r>
            <a:endParaRPr dirty="0"/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  - </a:t>
            </a:r>
            <a:r>
              <a:rPr dirty="0" err="1"/>
              <a:t>plugin:vsphere-plugin</a:t>
            </a:r>
            <a:endParaRPr dirty="0"/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  - </a:t>
            </a:r>
            <a:r>
              <a:rPr dirty="0" err="1"/>
              <a:t>plugin:ansible-plugin</a:t>
            </a:r>
            <a:endParaRPr dirty="0"/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endParaRPr dirty="0"/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 err="1"/>
              <a:t>dsl_definitions</a:t>
            </a:r>
            <a:r>
              <a:rPr dirty="0"/>
              <a:t>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  conn: &amp;conn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    username: { </a:t>
            </a:r>
            <a:r>
              <a:rPr dirty="0" err="1"/>
              <a:t>get_secret</a:t>
            </a:r>
            <a:r>
              <a:rPr dirty="0"/>
              <a:t>: [</a:t>
            </a:r>
            <a:r>
              <a:rPr dirty="0" err="1"/>
              <a:t>vsphere_creds</a:t>
            </a:r>
            <a:r>
              <a:rPr dirty="0"/>
              <a:t>, user]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    password: { </a:t>
            </a:r>
            <a:r>
              <a:rPr dirty="0" err="1"/>
              <a:t>get_secret</a:t>
            </a:r>
            <a:r>
              <a:rPr dirty="0"/>
              <a:t>: [</a:t>
            </a:r>
            <a:r>
              <a:rPr dirty="0" err="1"/>
              <a:t>vsphere_creds</a:t>
            </a:r>
            <a:r>
              <a:rPr dirty="0"/>
              <a:t>, pass]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    host: { </a:t>
            </a:r>
            <a:r>
              <a:rPr dirty="0" err="1"/>
              <a:t>get_secret</a:t>
            </a:r>
            <a:r>
              <a:rPr dirty="0"/>
              <a:t>: </a:t>
            </a:r>
            <a:r>
              <a:rPr dirty="0" err="1"/>
              <a:t>vsphere_host</a:t>
            </a:r>
            <a:r>
              <a:rPr dirty="0"/>
              <a:t>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    port: 443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    </a:t>
            </a:r>
            <a:r>
              <a:rPr dirty="0" err="1"/>
              <a:t>allow_insecure</a:t>
            </a:r>
            <a:r>
              <a:rPr dirty="0"/>
              <a:t>: true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endParaRPr dirty="0"/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inputs: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  </a:t>
            </a:r>
            <a:r>
              <a:rPr dirty="0" err="1"/>
              <a:t>cpus</a:t>
            </a:r>
            <a:r>
              <a:rPr dirty="0"/>
              <a:t>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    type: integer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    </a:t>
            </a:r>
            <a:r>
              <a:rPr dirty="0" err="1"/>
              <a:t>display_label</a:t>
            </a:r>
            <a:r>
              <a:rPr dirty="0"/>
              <a:t>: CPUs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    default: 2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    hidden: false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    constraints: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      - </a:t>
            </a:r>
            <a:r>
              <a:rPr dirty="0" err="1"/>
              <a:t>valid_values</a:t>
            </a:r>
            <a:r>
              <a:rPr dirty="0"/>
              <a:t>: [1, 2, 4, 8]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  memory: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    type: integer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    </a:t>
            </a:r>
            <a:r>
              <a:rPr dirty="0" err="1"/>
              <a:t>display_label</a:t>
            </a:r>
            <a:r>
              <a:rPr dirty="0"/>
              <a:t>: Memory (MB)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    default: 4096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    hidden: false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35254" y="186347"/>
            <a:ext cx="5956745" cy="6548144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ctr"/>
          <a:lstStyle/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lang="en-US" dirty="0" err="1"/>
              <a:t>node_templates</a:t>
            </a:r>
            <a:r>
              <a:rPr lang="en-US" dirty="0"/>
              <a:t>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lang="en-US" dirty="0"/>
              <a:t>  </a:t>
            </a:r>
            <a:r>
              <a:rPr lang="en-US" dirty="0" err="1"/>
              <a:t>vm</a:t>
            </a:r>
            <a:r>
              <a:rPr lang="en-US" dirty="0"/>
              <a:t>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    type: </a:t>
            </a:r>
            <a:r>
              <a:rPr dirty="0" err="1"/>
              <a:t>dell.vsphere.nodes.Server</a:t>
            </a:r>
            <a:endParaRPr dirty="0"/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    properties: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      </a:t>
            </a:r>
            <a:r>
              <a:rPr dirty="0" err="1"/>
              <a:t>connection_config</a:t>
            </a:r>
            <a:r>
              <a:rPr dirty="0"/>
              <a:t>: *conn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      </a:t>
            </a:r>
            <a:r>
              <a:rPr dirty="0" err="1"/>
              <a:t>agent_config</a:t>
            </a:r>
            <a:r>
              <a:rPr dirty="0"/>
              <a:t>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        </a:t>
            </a:r>
            <a:r>
              <a:rPr dirty="0" err="1"/>
              <a:t>install_method</a:t>
            </a:r>
            <a:r>
              <a:rPr dirty="0"/>
              <a:t>: none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      server: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        template: ubuntu-22.04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        </a:t>
            </a:r>
            <a:r>
              <a:rPr dirty="0" err="1"/>
              <a:t>cpus</a:t>
            </a:r>
            <a:r>
              <a:rPr dirty="0"/>
              <a:t>: { </a:t>
            </a:r>
            <a:r>
              <a:rPr dirty="0" err="1"/>
              <a:t>get_input</a:t>
            </a:r>
            <a:r>
              <a:rPr dirty="0"/>
              <a:t>: </a:t>
            </a:r>
            <a:r>
              <a:rPr dirty="0" err="1"/>
              <a:t>cpus</a:t>
            </a:r>
            <a:r>
              <a:rPr dirty="0"/>
              <a:t>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        memory: { </a:t>
            </a:r>
            <a:r>
              <a:rPr dirty="0" err="1"/>
              <a:t>get_input</a:t>
            </a:r>
            <a:r>
              <a:rPr dirty="0"/>
              <a:t>: memory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      networking: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        </a:t>
            </a:r>
            <a:r>
              <a:rPr dirty="0" err="1"/>
              <a:t>connect_networks</a:t>
            </a:r>
            <a:r>
              <a:rPr dirty="0"/>
              <a:t>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          - name: VM Network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            </a:t>
            </a:r>
            <a:r>
              <a:rPr dirty="0" err="1"/>
              <a:t>switch_distributed</a:t>
            </a:r>
            <a:r>
              <a:rPr dirty="0"/>
              <a:t>: true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endParaRPr dirty="0"/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  nginx: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    type: </a:t>
            </a:r>
            <a:r>
              <a:rPr dirty="0" err="1"/>
              <a:t>dell.nodes.Root</a:t>
            </a:r>
            <a:endParaRPr dirty="0"/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    interfaces: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      </a:t>
            </a:r>
            <a:r>
              <a:rPr dirty="0" err="1"/>
              <a:t>dell.interfaces.lifecycle</a:t>
            </a:r>
            <a:r>
              <a:rPr dirty="0"/>
              <a:t>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        start: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          implementation: </a:t>
            </a:r>
            <a:r>
              <a:rPr dirty="0" err="1"/>
              <a:t>ansible.ne_ansible.tasks.run</a:t>
            </a:r>
            <a:endParaRPr dirty="0"/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          inputs: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            </a:t>
            </a:r>
            <a:r>
              <a:rPr dirty="0" err="1"/>
              <a:t>playbook_path</a:t>
            </a:r>
            <a:r>
              <a:rPr dirty="0"/>
              <a:t>: playbooks/</a:t>
            </a:r>
            <a:r>
              <a:rPr dirty="0" err="1"/>
              <a:t>nginx.yaml</a:t>
            </a:r>
            <a:endParaRPr dirty="0"/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            sources: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              all: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                hosts: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                  </a:t>
            </a:r>
            <a:r>
              <a:rPr dirty="0" err="1"/>
              <a:t>vm</a:t>
            </a:r>
            <a:r>
              <a:rPr dirty="0"/>
              <a:t>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                    </a:t>
            </a:r>
            <a:r>
              <a:rPr dirty="0" err="1"/>
              <a:t>ansible_host</a:t>
            </a:r>
            <a:r>
              <a:rPr dirty="0"/>
              <a:t>: { </a:t>
            </a:r>
            <a:r>
              <a:rPr dirty="0" err="1"/>
              <a:t>get_attribute</a:t>
            </a:r>
            <a:r>
              <a:rPr dirty="0"/>
              <a:t>: [</a:t>
            </a:r>
            <a:r>
              <a:rPr dirty="0" err="1"/>
              <a:t>vm</a:t>
            </a:r>
            <a:r>
              <a:rPr dirty="0"/>
              <a:t>, </a:t>
            </a:r>
            <a:r>
              <a:rPr dirty="0" err="1"/>
              <a:t>ip</a:t>
            </a:r>
            <a:r>
              <a:rPr dirty="0"/>
              <a:t>]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    relationships: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      - target: </a:t>
            </a:r>
            <a:r>
              <a:rPr dirty="0" err="1"/>
              <a:t>vm</a:t>
            </a:r>
            <a:endParaRPr dirty="0"/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r>
              <a:rPr dirty="0"/>
              <a:t>        type: </a:t>
            </a:r>
            <a:r>
              <a:rPr dirty="0" err="1"/>
              <a:t>dell.relationships.contained_in</a:t>
            </a:r>
            <a:endParaRPr dirty="0"/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Arial"/>
              </a:defRPr>
            </a:pP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Takeaways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subTitle" idx="1"/>
          </p:nvPr>
        </p:nvSpPr>
        <p:spPr>
          <a:xfrm>
            <a:off x="4550331" y="4692997"/>
            <a:ext cx="5998520" cy="14911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defRPr sz="1200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defRPr sz="1200"/>
            </a:pPr>
            <a:r>
              <a:rPr lang="en-US" sz="1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Day-2 Ready</a:t>
            </a:r>
          </a:p>
          <a:p>
            <a:pPr lvl="1">
              <a:defRPr sz="1200"/>
            </a:pPr>
            <a:r>
              <a:rPr sz="1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Built-in workflows for update, scale, heal, and teardown. Capabilities enable composability -- chain simple blueprints into complex systems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defRPr sz="1200"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0" y="1601788"/>
            <a:ext cx="3043238" cy="3203575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  <a:defRPr sz="1400">
                <a:solidFill>
                  <a:srgbClr val="666666"/>
                </a:solidFill>
              </a:defRPr>
            </a:pPr>
            <a:r>
              <a:rPr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TOSCA 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the Dell Automation Platform</a:t>
            </a:r>
            <a:r>
              <a:rPr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  <a:defRPr sz="1400">
                <a:solidFill>
                  <a:srgbClr val="666666"/>
                </a:solidFill>
              </a:defRPr>
            </a:pPr>
            <a:r>
              <a:rPr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Blueprinting enable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repeatable, version-controlled infrastructure automation.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4294967295"/>
          </p:nvPr>
        </p:nvSpPr>
        <p:spPr>
          <a:xfrm>
            <a:off x="4550330" y="911073"/>
            <a:ext cx="5998519" cy="160727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defRPr sz="1200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  <a:defRPr sz="1200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TOSCA = Standard</a:t>
            </a:r>
          </a:p>
          <a:p>
            <a:pPr marL="0" indent="0" algn="ctr">
              <a:buNone/>
              <a:defRPr sz="1200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An open, vendor-neutral spec for describing cloud topologies as code. Blueprints are YAML files that define resources, relationships, and lifecycle.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  <a:defRPr sz="1200"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4294967295"/>
          </p:nvPr>
        </p:nvSpPr>
        <p:spPr>
          <a:xfrm>
            <a:off x="4550331" y="2809702"/>
            <a:ext cx="5998519" cy="160727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  <a:defRPr sz="1200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  <a:defRPr sz="1200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ell Automation Platform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= The Engine</a:t>
            </a:r>
          </a:p>
          <a:p>
            <a:pPr marL="0" indent="0" algn="ctr">
              <a:buNone/>
              <a:defRPr sz="1200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Dell Automation Platform reads blueprints and orchestrates across vSphere, AWS, K8s, and more. A rich plugin ecosystem provides extensibility.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759BBB6-D95E-4386-9DAD-CFBF2568FC03}">
  <we:reference id="203bd435-b673-41f7-b62b-ea5951a5ca3d" version="1.0.0.1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42E5174BB9C2C46A44A8DFBB8161C50" ma:contentTypeVersion="8" ma:contentTypeDescription="Create a new document." ma:contentTypeScope="" ma:versionID="d39792a85692402f71daa728719ae3a9">
  <xsd:schema xmlns:xsd="http://www.w3.org/2001/XMLSchema" xmlns:xs="http://www.w3.org/2001/XMLSchema" xmlns:p="http://schemas.microsoft.com/office/2006/metadata/properties" xmlns:ns2="dbd1227d-8776-4edc-bd06-c911bf8bd4ca" targetNamespace="http://schemas.microsoft.com/office/2006/metadata/properties" ma:root="true" ma:fieldsID="417d2471d06a3ad9ffbc260c841b8000" ns2:_="">
    <xsd:import namespace="dbd1227d-8776-4edc-bd06-c911bf8bd4c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d1227d-8776-4edc-bd06-c911bf8bd4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03AA915-095A-4464-BFF6-EEDD5806C76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C75CC63-C306-42A8-A1FC-9646B7536A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d1227d-8776-4edc-bd06-c911bf8bd4c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64A5FC7-AB35-4AF9-B1B4-35BE85518B09}">
  <ds:schemaRefs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dbd1227d-8776-4edc-bd06-c911bf8bd4ca"/>
    <ds:schemaRef ds:uri="http://purl.org/dc/terms/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Corporate PowerPoint Template</Template>
  <TotalTime>2547</TotalTime>
  <Words>2733</Words>
  <Application>Microsoft Office PowerPoint</Application>
  <PresentationFormat>Widescreen</PresentationFormat>
  <Paragraphs>449</Paragraphs>
  <Slides>18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Museo Sans For Dell</vt:lpstr>
      <vt:lpstr>Wingdings</vt:lpstr>
      <vt:lpstr>Arial</vt:lpstr>
      <vt:lpstr>Office Theme</vt:lpstr>
      <vt:lpstr>Office Theme</vt:lpstr>
      <vt:lpstr>think-cell Slide</vt:lpstr>
      <vt:lpstr>TOSCA &amp; Blueprinting for the Dell Automation Platform Orchestrator</vt:lpstr>
      <vt:lpstr>Agenda</vt:lpstr>
      <vt:lpstr>What is TOSCA?</vt:lpstr>
      <vt:lpstr>Why TOSCA Matters</vt:lpstr>
      <vt:lpstr>TOSCA Core Concepts</vt:lpstr>
      <vt:lpstr>Dell Automation Platform Overview</vt:lpstr>
      <vt:lpstr>Blueprints in the Dell Automation Platform Orchestrator</vt:lpstr>
      <vt:lpstr>Blueprint YAML Structure</vt:lpstr>
      <vt:lpstr>Inputs &amp; Constraints</vt:lpstr>
      <vt:lpstr>Node Types Hierarchy</vt:lpstr>
      <vt:lpstr>Node Templates</vt:lpstr>
      <vt:lpstr>The Three Fundamental Relationships</vt:lpstr>
      <vt:lpstr>Lifecycle Operations</vt:lpstr>
      <vt:lpstr>Intrinsic Functions</vt:lpstr>
      <vt:lpstr>Capabilities &amp; Outputs</vt:lpstr>
      <vt:lpstr>Plugin Ecosystem</vt:lpstr>
      <vt:lpstr>Complete Blueprint Example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Dell Technologies PowerPoint Template</dc:title>
  <dc:creator/>
  <cp:lastModifiedBy>Sonders, Robert</cp:lastModifiedBy>
  <cp:revision>12</cp:revision>
  <cp:lastPrinted>2018-09-10T14:53:10Z</cp:lastPrinted>
  <dcterms:created xsi:type="dcterms:W3CDTF">2023-11-22T15:31:04Z</dcterms:created>
  <dcterms:modified xsi:type="dcterms:W3CDTF">2026-10-29T01:54:33Z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plabel">
    <vt:lpwstr>Internal Use Visual Marking</vt:lpwstr>
  </property>
  <property fmtid="{D5CDD505-2E9C-101B-9397-08002B2CF9AE}" pid="3" name="TaxKeyword">
    <vt:lpwstr/>
  </property>
  <property fmtid="{D5CDD505-2E9C-101B-9397-08002B2CF9AE}" pid="4" name="ContentTypeId">
    <vt:lpwstr>0x010100042E5174BB9C2C46A44A8DFBB8161C50</vt:lpwstr>
  </property>
  <property fmtid="{D5CDD505-2E9C-101B-9397-08002B2CF9AE}" pid="5" name="MediaServiceImageTags">
    <vt:lpwstr/>
  </property>
  <property fmtid="{D5CDD505-2E9C-101B-9397-08002B2CF9AE}" pid="6" name="MSIP_Label_dad3be33-4108-4738-9e07-d8656a181486_Enabled">
    <vt:lpwstr>true</vt:lpwstr>
  </property>
  <property fmtid="{D5CDD505-2E9C-101B-9397-08002B2CF9AE}" pid="7" name="MSIP_Label_dad3be33-4108-4738-9e07-d8656a181486_SetDate">
    <vt:lpwstr>2026-07-04T00:11:59Z</vt:lpwstr>
  </property>
  <property fmtid="{D5CDD505-2E9C-101B-9397-08002B2CF9AE}" pid="8" name="MSIP_Label_dad3be33-4108-4738-9e07-d8656a181486_Method">
    <vt:lpwstr>Privileged</vt:lpwstr>
  </property>
  <property fmtid="{D5CDD505-2E9C-101B-9397-08002B2CF9AE}" pid="9" name="MSIP_Label_dad3be33-4108-4738-9e07-d8656a181486_Name">
    <vt:lpwstr>Public No Visual Label</vt:lpwstr>
  </property>
  <property fmtid="{D5CDD505-2E9C-101B-9397-08002B2CF9AE}" pid="10" name="MSIP_Label_dad3be33-4108-4738-9e07-d8656a181486_SiteId">
    <vt:lpwstr>945c199a-83a2-4e80-9f8c-5a91be5752dd</vt:lpwstr>
  </property>
  <property fmtid="{D5CDD505-2E9C-101B-9397-08002B2CF9AE}" pid="11" name="MSIP_Label_dad3be33-4108-4738-9e07-d8656a181486_ActionId">
    <vt:lpwstr>ee5b2aa3-9b1f-4f07-8f7b-719a03331eca</vt:lpwstr>
  </property>
  <property fmtid="{D5CDD505-2E9C-101B-9397-08002B2CF9AE}" pid="12" name="MSIP_Label_dad3be33-4108-4738-9e07-d8656a181486_ContentBits">
    <vt:lpwstr>0</vt:lpwstr>
  </property>
  <property fmtid="{D5CDD505-2E9C-101B-9397-08002B2CF9AE}" pid="13" name="MSIP_Label_dad3be33-4108-4738-9e07-d8656a181486_Tag">
    <vt:lpwstr>10, 0, 1, 1</vt:lpwstr>
  </property>
</Properties>
</file>