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4" r:id="rId4"/>
  </p:sldMasterIdLst>
  <p:notesMasterIdLst>
    <p:notesMasterId r:id="rId20"/>
  </p:notesMasterIdLst>
  <p:handoutMasterIdLst>
    <p:handoutMasterId r:id="rId21"/>
  </p:handoutMasterIdLst>
  <p:sldIdLst>
    <p:sldId id="2147481903" r:id="rId5"/>
    <p:sldId id="2147481904" r:id="rId6"/>
    <p:sldId id="2147481905" r:id="rId7"/>
    <p:sldId id="2147481906" r:id="rId8"/>
    <p:sldId id="2147481907" r:id="rId9"/>
    <p:sldId id="2147481908" r:id="rId10"/>
    <p:sldId id="2147481909" r:id="rId11"/>
    <p:sldId id="2147481910" r:id="rId12"/>
    <p:sldId id="2147481911" r:id="rId13"/>
    <p:sldId id="2147481912" r:id="rId14"/>
    <p:sldId id="2147481913" r:id="rId15"/>
    <p:sldId id="2147481914" r:id="rId16"/>
    <p:sldId id="2147481917" r:id="rId17"/>
    <p:sldId id="2147481921" r:id="rId18"/>
    <p:sldId id="2147481930" r:id="rId19"/>
  </p:sldIdLst>
  <p:sldSz cx="12192000" cy="6858000"/>
  <p:notesSz cx="6934200" cy="92202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157D7A43-DA91-4AB2-9459-01CE2BB3B99F}">
          <p14:sldIdLst>
            <p14:sldId id="2147481903"/>
          </p14:sldIdLst>
        </p14:section>
        <p14:section name="Overview" id="{1A4F50CC-172A-4EB0-8EB4-7B962DB90274}">
          <p14:sldIdLst>
            <p14:sldId id="2147481904"/>
            <p14:sldId id="2147481905"/>
            <p14:sldId id="2147481906"/>
            <p14:sldId id="2147481907"/>
          </p14:sldIdLst>
        </p14:section>
        <p14:section name="Install" id="{E218C78F-DAAE-4CFF-AF00-9B00A573F486}">
          <p14:sldIdLst>
            <p14:sldId id="2147481908"/>
            <p14:sldId id="2147481909"/>
            <p14:sldId id="2147481910"/>
            <p14:sldId id="2147481911"/>
            <p14:sldId id="2147481912"/>
            <p14:sldId id="2147481913"/>
          </p14:sldIdLst>
        </p14:section>
        <p14:section name="Skills" id="{930CAD70-C565-49C0-A938-CDB9C16EF9EB}">
          <p14:sldIdLst>
            <p14:sldId id="2147481914"/>
            <p14:sldId id="2147481917"/>
            <p14:sldId id="2147481921"/>
          </p14:sldIdLst>
        </p14:section>
        <p14:section name="Blueprint Creation" id="{463D29DC-A7F7-44F2-A238-A3A2D4BA58C4}">
          <p14:sldIdLst>
            <p14:sldId id="21474819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14F600-5991-1A16-1E3E-BB188D1262B1}" name="Murillo, Andrea" initials="MA" userId="S::andrea_murillo@dell.com::697477ab-76d4-4a99-accf-f54986488589" providerId="AD"/>
  <p188:author id="{2E102906-FA21-3150-B9F3-F607260BBB47}" name="Champion, Shannon" initials="CS" userId="S::Shannon.Champion@dell.com::d6ff1f60-a541-4b9a-8542-02198fc2d2e5" providerId="AD"/>
  <p188:author id="{9CDC990A-4D2A-0437-F49F-EE252EB35336}" name="Gilliam, Sarah" initials="GS" userId="S::sarah_gilliam@dell.com::0b0178a5-c61d-4773-8535-c9a962c1b355" providerId="AD"/>
  <p188:author id="{CAC78E0D-1A31-96FA-5290-74AAF7E59F48}" name="Henderson, Brian" initials="" userId="S::Brian.Henderson@dell.com::594d647a-4d10-4200-8edb-83bf621607b6" providerId="AD"/>
  <p188:author id="{52F9AE0D-68CD-A27A-859E-3134EF82F3E7}" name="Mandal, Chhandomay" initials="MC" userId="S::Chhandomay.Mandal@dell.com::721a0bff-e239-41c7-9d40-5586e0418dc8" providerId="AD"/>
  <p188:author id="{8E54F70D-C24B-4263-7249-908146E8FABF}" name="Rennett, Michael" initials="RM" userId="S::Michael_Rennett@Dell.com::0ebb4401-2b24-4bca-8b38-4e557f5b9d69" providerId="AD"/>
  <p188:author id="{FD8F0212-3204-27BC-283F-6F8DAAED3E3C}" name="Hassard, Tara" initials="HT" userId="S::tara.hassard@dell.com::cba9bf39-c3c7-4c5f-a440-5b827c96265c" providerId="AD"/>
  <p188:author id="{F28A291B-7590-FC04-1DC3-21AD78829CD8}" name="Henderson, Brian" initials="HB" userId="S::brian.henderson@dell.com::594d647a-4d10-4200-8edb-83bf621607b6" providerId="AD"/>
  <p188:author id="{DC118120-DEC5-3D86-04CB-E7E1F72B976E}" name="Zehr, Erin" initials="ZE" userId="S::erin_zehr@dell.com::d2f6fb47-ac9a-4230-9560-98b3823d49da" providerId="AD"/>
  <p188:author id="{2C6C1027-EE57-1772-7587-2010ECAC62AC}" name="Burmeister, Nigel" initials="BN" userId="S::Nigel_Burmeister@Dell.com::0a39d6c3-31e7-41c3-a183-de7a58d41936" providerId="AD"/>
  <p188:author id="{FCCC7333-FA0F-7BA4-0235-6AE169417362}" name="Luden, Sarah" initials="LS" userId="S::sarah_luden@dell.com::4ab5182d-6f77-41f3-83bb-2e4f60ae4988" providerId="AD"/>
  <p188:author id="{F422DD38-F606-1EE6-974D-6EE63D2C7165}" name="Loftin, Anna" initials="LA" userId="S::Anna_Loftin@Dell.com::414f66f4-df63-4b6a-a861-1292404a3074" providerId="AD"/>
  <p188:author id="{B6411839-BA5B-0CEA-1D1F-43D11C89DDAB}" name="Williams, Beth" initials="WB" userId="S::Beth_W@Dell.com::a91125fe-c381-4216-bfcf-81553eaee199" providerId="AD"/>
  <p188:author id="{9118B046-B6AB-69FD-6DAD-F11A34F6AE4F}" name="Abu, Maria Renton" initials="" userId="S::Maria_Renton_Abu@Dell.com::68e82061-3ecc-4b38-a5a2-445b36034606" providerId="AD"/>
  <p188:author id="{A792F948-A14E-6092-9F6B-272FC2E755D6}" name="Chhabra, Varun" initials="CV" userId="S::Varun.Chhabra@dell.com::255dde95-f9fc-468a-84bc-e828a77dcd4b" providerId="AD"/>
  <p188:author id="{0A593D4B-9373-66F0-F4CD-0F372188FB39}" name="Kim, Sunny" initials="KS" userId="S::sunny_kim2@dell.com::4bacdb63-1145-44d3-8f71-b44bcf98cfc3" providerId="AD"/>
  <p188:author id="{417D104E-2177-38E2-B753-141D4218DDB9}" name="Nandwani, Radhika" initials="NR" userId="S::Radhika_Nandwani@Dell.com::4b66620c-5d0e-4e89-be17-0a34d5b5f4ee" providerId="AD"/>
  <p188:author id="{67184850-E06D-CFC6-48F9-4768804BF6B2}" name="Snell, Suzanne" initials="SS" userId="S::Suzanne.Snell@Dell.com::feac1fb2-b3a4-4ada-9cc6-7abcc22963f7" providerId="AD"/>
  <p188:author id="{B311FD55-968A-7D62-E2C9-1BAC3471D952}" name="Bustamante, Marisol" initials="BM" userId="S::Marisol_Bustamante@Dell.com::b567e3c8-f842-4f00-a0d5-4ed647678dcc" providerId="AD"/>
  <p188:author id="{6E74EB57-7A00-BF76-C713-AAD92BFF0E08}" name="Cheung, NgaiMatthew" initials="CN" userId="S::matthew_cheung@dell.com::d53ec753-131e-422a-8bf1-4861c1e4a5f9" providerId="AD"/>
  <p188:author id="{FA9AB366-F821-DC3B-F504-DFD4A21D84A0}" name="Buffo, David" initials="BD" userId="S::David.Buffo@dell.com::689a783b-eb70-4cc3-9ee6-9feac293bb69" providerId="AD"/>
  <p188:author id="{8BE8576E-C6B5-DDEF-7B24-B322540A2005}" name="Paquette, Rebecca" initials="PR" userId="S::rebecca.paquette@dell.com::375f2645-0568-4dd1-976e-dafc2aba6c9c" providerId="AD"/>
  <p188:author id="{1D511275-967C-2AE7-D834-C852EF495766}" name="Daniels, Michelle" initials="DM" userId="S::Michelle_Daniels@Dell.com::068e6cfe-dc47-43fe-8b35-a3a67322fa9c" providerId="AD"/>
  <p188:author id="{D8963C75-4293-F279-B74D-0FB97097BB7B}" name="Williams, Beth" initials="WB" userId="S::beth_w@dell.com::a91125fe-c381-4216-bfcf-81553eaee199" providerId="AD"/>
  <p188:author id="{81300B77-A506-76FF-90DA-1889F23E8D18}" name="Rennett, Michael" initials="" userId="Michael_Rennett@Dell.com" providerId="O365"/>
  <p188:author id="{E2148F78-45BE-E4D3-6DA6-B58DEF05466A}" name="Murillo, Andrea" initials="MA" userId="S::Andrea_Murillo@Dell.com::697477ab-76d4-4a99-accf-f54986488589" providerId="AD"/>
  <p188:author id="{751F9080-E5CE-570C-47CA-8A10B04FD582}" name="Tongbua, Laura" initials="" userId="S::Laura_Tongbua@Dell.com::2f9b0c9e-e72c-49b0-8496-f5534726b427" providerId="AD"/>
  <p188:author id="{52ADCD81-9B31-E037-D4C6-D0FAB20FB1C5}" name="Kyle.Harrington" initials="Ky" userId="S::kyle.harrington_spotlightar.com#ext#@dell.onmicrosoft.com::0029072a-f1b7-4d1b-a8f0-12f0e4ac1e89" providerId="AD"/>
  <p188:author id="{47015A84-FF45-824D-1F4E-ED8A51F81907}" name="Schmidt, Angela" initials="SA" userId="S::Angela_Schmidt@Dell.com::61103eae-5660-4c7d-869c-0e4580044964" providerId="AD"/>
  <p188:author id="{9B5FFD8B-02A2-0FFA-E9C1-615E0D98ED32}" name="Brandt, David" initials="" userId="David_Brandt@Dell.com" providerId="O365"/>
  <p188:author id="{1F872A91-8644-40A5-CA84-90696AA5F46B}" name="Glick, Adam" initials="" userId="S::Adam_Glick@Dell.com::f099aec2-b944-4869-86ce-91d4526df530" providerId="AD"/>
  <p188:author id="{BB2E4391-1EC4-9C3D-54CC-4B2C9EB8640D}" name="Loftin, Anna" initials="LA" userId="S::anna_loftin@dell.com::414f66f4-df63-4b6a-a861-1292404a3074" providerId="AD"/>
  <p188:author id="{EE2C0593-C531-CFBB-7079-1CE757802E05}" name="Lockman, John" initials="LJ" userId="S::j_lockman@dell.com::8eaba65a-8d5f-4957-8b5a-fbb87512eb09" providerId="AD"/>
  <p188:author id="{2E842C9D-1901-32B0-FAA7-94449F3E3325}" name="Brandt, David" initials="" userId="S::David_Brandt@Dell.com::ab27a442-8afd-46e9-94dc-bb437f6eb6cb" providerId="AD"/>
  <p188:author id="{4768369F-318A-D196-38E3-06DC8D2F71DA}" name="Champion, Shannon" initials="CS" userId="S::shannon.champion@dell.com::d6ff1f60-a541-4b9a-8542-02198fc2d2e5" providerId="AD"/>
  <p188:author id="{96013CA4-4F78-B9B0-E797-DED2F6B69BBB}" name="Tongbua, Laura" initials="TL" userId="S::laura_tongbua@dell.com::2f9b0c9e-e72c-49b0-8496-f5534726b427" providerId="AD"/>
  <p188:author id="{FAF6D7A7-2BF4-1692-9314-249EA6343916}" name="Schmidt, Angela" initials="SA" userId="S::angela_schmidt@dell.com::61103eae-5660-4c7d-869c-0e4580044964" providerId="AD"/>
  <p188:author id="{919469A9-0258-D741-152E-C51444A006EC}" name="Ludwig, Katlyn" initials="LK" userId="S::katlyn.ludwig@dell.com::2e752846-65df-4d05-8c73-30a9134d2563" providerId="AD"/>
  <p188:author id="{32A638AB-FFDC-936B-2C35-6050981074CC}" name="Rennett, Michael" initials="RM" userId="S::michael_rennett@dell.com::0ebb4401-2b24-4bca-8b38-4e557f5b9d69" providerId="AD"/>
  <p188:author id="{BD37AEB1-25FE-1A98-6BB9-A685E9174591}" name="Glick, Adam" initials="GA" userId="S::adam_glick@dell.com::f099aec2-b944-4869-86ce-91d4526df530" providerId="AD"/>
  <p188:author id="{1B39ECC2-D8D1-9590-5DB3-312811BDF1C2}" name="Banic, Katia" initials="BK" userId="S::katia_banic@dell.com::d28ec11d-bd4c-4271-ac79-4233b0fc5233" providerId="AD"/>
  <p188:author id="{B5B63FC3-DEF2-1C26-3B91-DFCBCB9C3EFF}" name="Snell, Suzanne" initials="SS" userId="S::suzanne.snell@dell.com::feac1fb2-b3a4-4ada-9cc6-7abcc22963f7" providerId="AD"/>
  <p188:author id="{14CDDCC4-5BE2-BA27-153F-97DBE4014EAF}" name="Zehr, Erin" initials="ZE" userId="S::Erin_Zehr@Dell.com::d2f6fb47-ac9a-4230-9560-98b3823d49da" providerId="AD"/>
  <p188:author id="{5F7DB6C9-2356-4F0C-1C38-392344A63AE5}" name="Toolan, Matt" initials="" userId="S::Matt.Toolan@dell.com::fe62fbbb-5d92-4546-a57e-6360eaaec0d9" providerId="AD"/>
  <p188:author id="{769575CF-60CE-E6C4-4315-55378A996914}" name="Carrasco, Megan" initials="CM" userId="S::Megan_Carrasco@Dell.com::aacd4137-0c44-46d6-a526-ff9502e58d36" providerId="AD"/>
  <p188:author id="{0D8032D4-12DF-6D41-4EF2-893794D69E6E}" name="Brandt, David" initials="BD" userId="S::david_brandt@dell.com::ab27a442-8afd-46e9-94dc-bb437f6eb6cb" providerId="AD"/>
  <p188:author id="{4A0D3FD4-041F-52BE-30B9-35640E936AFD}" name="Pinon, Isaac" initials="" userId="S::Isaac_Pinon@Dell.com::3c8b3573-9c44-4d4f-b6d7-b6429cb81820" providerId="AD"/>
  <p188:author id="{3F81ACD8-0F6C-D194-4F15-BCAC5B1BEF04}" name="Pinon, Isaac" initials="PI" userId="S::isaac_pinon@dell.com::3c8b3573-9c44-4d4f-b6d7-b6429cb81820" providerId="AD"/>
  <p188:author id="{D16A92D9-08BA-74B2-299A-84F61A9FE8ED}" name="Eline, Kristin" initials="EK" userId="S::k_eline@dell.com::2b713167-6523-434c-99d4-56b7da16722e" providerId="AD"/>
  <p188:author id="{7EED8EE6-615E-3069-1684-364FA4462FE3}" name="Levitan, Lon" initials="LL" userId="S::Lon_Levitan@DELL.com::6eb0a97e-122e-44b4-a123-9e37cfcc7212" providerId="AD"/>
  <p188:author id="{71A0B0F2-91C1-3D5E-F0FB-45A26AEB1BE4}" name="Nandwani, Radhika" initials="NR" userId="S::radhika_nandwani@dell.com::4b66620c-5d0e-4e89-be17-0a34d5b5f4e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155"/>
    <a:srgbClr val="76AEE1"/>
    <a:srgbClr val="0D35B7"/>
    <a:srgbClr val="0D35B3"/>
    <a:srgbClr val="0E39C2"/>
    <a:srgbClr val="9FDDFF"/>
    <a:srgbClr val="80C7FB"/>
    <a:srgbClr val="CBEEFF"/>
    <a:srgbClr val="C9C7C6"/>
    <a:srgbClr val="E5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24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ers, Robert" userId="fbb7e790-7c81-43ad-9c38-b18cbf2e2b1d" providerId="ADAL" clId="{7ABE44DF-A0B6-4B62-B7EB-FDE3DD496FE5}"/>
    <pc:docChg chg="undo custSel mod addSld delSld modSld modMainMaster addSection modSection">
      <pc:chgData name="Sonders, Robert" userId="fbb7e790-7c81-43ad-9c38-b18cbf2e2b1d" providerId="ADAL" clId="{7ABE44DF-A0B6-4B62-B7EB-FDE3DD496FE5}" dt="2026-07-04T00:12:27.616" v="2405" actId="33475"/>
      <pc:docMkLst>
        <pc:docMk/>
      </pc:docMkLst>
      <pc:sldChg chg="modSp">
        <pc:chgData name="Sonders, Robert" userId="fbb7e790-7c81-43ad-9c38-b18cbf2e2b1d" providerId="ADAL" clId="{7ABE44DF-A0B6-4B62-B7EB-FDE3DD496FE5}" dt="2026-07-02T14:22:26.301" v="2397"/>
        <pc:sldMkLst>
          <pc:docMk/>
          <pc:sldMk cId="0" sldId="2147481910"/>
        </pc:sldMkLst>
        <pc:spChg chg="mod">
          <ac:chgData name="Sonders, Robert" userId="fbb7e790-7c81-43ad-9c38-b18cbf2e2b1d" providerId="ADAL" clId="{7ABE44DF-A0B6-4B62-B7EB-FDE3DD496FE5}" dt="2026-07-02T14:22:26.301" v="2397"/>
          <ac:spMkLst>
            <pc:docMk/>
            <pc:sldMk cId="0" sldId="2147481910"/>
            <ac:spMk id="7" creationId="{2BD7415B-D6B7-4F1C-4BA4-44A3995C2777}"/>
          </ac:spMkLst>
        </pc:spChg>
      </pc:sldChg>
      <pc:sldChg chg="modSp">
        <pc:chgData name="Sonders, Robert" userId="fbb7e790-7c81-43ad-9c38-b18cbf2e2b1d" providerId="ADAL" clId="{7ABE44DF-A0B6-4B62-B7EB-FDE3DD496FE5}" dt="2026-07-02T14:22:31.593" v="2399"/>
        <pc:sldMkLst>
          <pc:docMk/>
          <pc:sldMk cId="0" sldId="2147481911"/>
        </pc:sldMkLst>
        <pc:spChg chg="mod">
          <ac:chgData name="Sonders, Robert" userId="fbb7e790-7c81-43ad-9c38-b18cbf2e2b1d" providerId="ADAL" clId="{7ABE44DF-A0B6-4B62-B7EB-FDE3DD496FE5}" dt="2026-07-02T14:22:31.593" v="2399"/>
          <ac:spMkLst>
            <pc:docMk/>
            <pc:sldMk cId="0" sldId="2147481911"/>
            <ac:spMk id="7" creationId="{E3E1DF85-052A-5A23-D7B7-BCF7C8CBFD80}"/>
          </ac:spMkLst>
        </pc:spChg>
      </pc:sldChg>
      <pc:sldChg chg="modSp">
        <pc:chgData name="Sonders, Robert" userId="fbb7e790-7c81-43ad-9c38-b18cbf2e2b1d" providerId="ADAL" clId="{7ABE44DF-A0B6-4B62-B7EB-FDE3DD496FE5}" dt="2026-07-02T14:22:40.796" v="2402"/>
        <pc:sldMkLst>
          <pc:docMk/>
          <pc:sldMk cId="0" sldId="2147481913"/>
        </pc:sldMkLst>
        <pc:spChg chg="mod">
          <ac:chgData name="Sonders, Robert" userId="fbb7e790-7c81-43ad-9c38-b18cbf2e2b1d" providerId="ADAL" clId="{7ABE44DF-A0B6-4B62-B7EB-FDE3DD496FE5}" dt="2026-07-02T14:22:40.796" v="2402"/>
          <ac:spMkLst>
            <pc:docMk/>
            <pc:sldMk cId="0" sldId="2147481913"/>
            <ac:spMk id="7" creationId="{C45B242E-8130-D266-AAED-2840A99310A3}"/>
          </ac:spMkLst>
        </pc:spChg>
      </pc:sldChg>
      <pc:sldChg chg="modSp">
        <pc:chgData name="Sonders, Robert" userId="fbb7e790-7c81-43ad-9c38-b18cbf2e2b1d" providerId="ADAL" clId="{7ABE44DF-A0B6-4B62-B7EB-FDE3DD496FE5}" dt="2026-07-02T14:22:48.923" v="2403"/>
        <pc:sldMkLst>
          <pc:docMk/>
          <pc:sldMk cId="0" sldId="2147481930"/>
        </pc:sldMkLst>
        <pc:spChg chg="mod">
          <ac:chgData name="Sonders, Robert" userId="fbb7e790-7c81-43ad-9c38-b18cbf2e2b1d" providerId="ADAL" clId="{7ABE44DF-A0B6-4B62-B7EB-FDE3DD496FE5}" dt="2026-07-02T14:22:48.923" v="2403"/>
          <ac:spMkLst>
            <pc:docMk/>
            <pc:sldMk cId="0" sldId="2147481930"/>
            <ac:spMk id="8" creationId="{45FCAA45-040C-63A0-508A-486275B8E449}"/>
          </ac:spMkLst>
        </pc:spChg>
      </pc:sldChg>
      <pc:sldMasterChg chg="addSp delSp mod">
        <pc:chgData name="Sonders, Robert" userId="fbb7e790-7c81-43ad-9c38-b18cbf2e2b1d" providerId="ADAL" clId="{7ABE44DF-A0B6-4B62-B7EB-FDE3DD496FE5}" dt="2026-07-04T00:12:27.613" v="2404" actId="33475"/>
        <pc:sldMasterMkLst>
          <pc:docMk/>
          <pc:sldMasterMk cId="4028233181" sldId="2147484064"/>
        </pc:sldMasterMkLst>
        <pc:spChg chg="add del">
          <ac:chgData name="Sonders, Robert" userId="fbb7e790-7c81-43ad-9c38-b18cbf2e2b1d" providerId="ADAL" clId="{7ABE44DF-A0B6-4B62-B7EB-FDE3DD496FE5}" dt="2026-07-04T00:12:27.613" v="2404" actId="33475"/>
          <ac:spMkLst>
            <pc:docMk/>
            <pc:sldMasterMk cId="4028233181" sldId="2147484064"/>
            <ac:spMk id="6" creationId="{BD85A824-51D6-1A42-A431-2AE2B2F583A7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" descr="                              Dell - Internal Use - Confidential&#10;"/>
          <p:cNvSpPr txBox="1"/>
          <p:nvPr/>
        </p:nvSpPr>
        <p:spPr>
          <a:xfrm>
            <a:off x="780683" y="8990041"/>
            <a:ext cx="1077218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defTabSz="923087" fontAlgn="base">
              <a:lnSpc>
                <a:spcPct val="90000"/>
              </a:lnSpc>
              <a:spcBef>
                <a:spcPts val="101"/>
              </a:spcBef>
              <a:spcAft>
                <a:spcPts val="101"/>
              </a:spcAft>
              <a:defRPr/>
            </a:pPr>
            <a:r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t>© Dell Inc. All Rights Reserved.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119" y="8989695"/>
            <a:ext cx="95629" cy="83793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err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136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173038"/>
            <a:ext cx="5940425" cy="3341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2280" y="3803332"/>
            <a:ext cx="6009640" cy="497871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l" descr="                              Dell - Internal Use - Confidential&#10;"/>
          <p:cNvSpPr txBox="1"/>
          <p:nvPr/>
        </p:nvSpPr>
        <p:spPr>
          <a:xfrm>
            <a:off x="780683" y="8990041"/>
            <a:ext cx="1077218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defTabSz="923087" fontAlgn="base">
              <a:lnSpc>
                <a:spcPct val="90000"/>
              </a:lnSpc>
              <a:spcBef>
                <a:spcPts val="101"/>
              </a:spcBef>
              <a:spcAft>
                <a:spcPts val="101"/>
              </a:spcAft>
              <a:defRPr/>
            </a:pPr>
            <a:r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t>© Dell Inc.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119" y="8989695"/>
            <a:ext cx="95629" cy="83793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err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31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spcBef>
        <a:spcPts val="0"/>
      </a:spcBef>
      <a:defRPr sz="1467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1pPr>
    <a:lvl2pPr marL="685783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•"/>
      <a:defRPr sz="1467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2pPr>
    <a:lvl3pPr marL="1142971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–"/>
      <a:defRPr sz="1467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3pPr>
    <a:lvl4pPr marL="1600160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▪"/>
      <a:defRPr sz="1467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4pPr>
    <a:lvl5pPr marL="2057349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.bin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023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604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71" indent="-28416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408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4343402"/>
            <a:ext cx="8027894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8764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0" y="349478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126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7833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8527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93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6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98556" y="29146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78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3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B27FB20C-95B6-1266-0BA1-5C2B2E48E3A2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5B343D01-A10D-F11A-16D9-82BB8F013D1F}"/>
              </a:ext>
            </a:extLst>
          </p:cNvPr>
          <p:cNvSpPr txBox="1"/>
          <p:nvPr userDrawn="1"/>
        </p:nvSpPr>
        <p:spPr>
          <a:xfrm>
            <a:off x="5246083" y="6697379"/>
            <a:ext cx="65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667" b="0" kern="1200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8DB8AFDE-7270-8D4E-B491-3C74AF114377}"/>
              </a:ext>
            </a:extLst>
          </p:cNvPr>
          <p:cNvSpPr txBox="1"/>
          <p:nvPr userDrawn="1"/>
        </p:nvSpPr>
        <p:spPr>
          <a:xfrm>
            <a:off x="0" y="6698602"/>
            <a:ext cx="1185008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b="0" i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Internal Use - Confidential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DBF15DB1-FFE2-5F40-2B24-41CC0AB590B1}"/>
              </a:ext>
            </a:extLst>
          </p:cNvPr>
          <p:cNvSpPr txBox="1"/>
          <p:nvPr userDrawn="1"/>
        </p:nvSpPr>
        <p:spPr>
          <a:xfrm>
            <a:off x="5128266" y="6702028"/>
            <a:ext cx="86562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473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6AE1E5DA-ECD0-85E4-F7D6-C8E40AD1ADA1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70272B45-9BF1-1CCE-27BC-11ED45F3E724}"/>
              </a:ext>
            </a:extLst>
          </p:cNvPr>
          <p:cNvSpPr txBox="1"/>
          <p:nvPr userDrawn="1"/>
        </p:nvSpPr>
        <p:spPr>
          <a:xfrm>
            <a:off x="5246083" y="6697379"/>
            <a:ext cx="65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667" b="0" kern="1200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9B36E38A-5024-18E4-BD2C-534405EBDED4}"/>
              </a:ext>
            </a:extLst>
          </p:cNvPr>
          <p:cNvSpPr txBox="1"/>
          <p:nvPr userDrawn="1"/>
        </p:nvSpPr>
        <p:spPr>
          <a:xfrm>
            <a:off x="0" y="6698602"/>
            <a:ext cx="1185008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b="0" i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Internal Use - Confidential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91BA2C56-DB81-9EB0-950F-AA70A55CBB42}"/>
              </a:ext>
            </a:extLst>
          </p:cNvPr>
          <p:cNvSpPr txBox="1"/>
          <p:nvPr userDrawn="1"/>
        </p:nvSpPr>
        <p:spPr>
          <a:xfrm>
            <a:off x="5128266" y="6702028"/>
            <a:ext cx="86562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6943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4666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1" y="857251"/>
            <a:ext cx="11430000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16606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9227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7" y="857251"/>
            <a:ext cx="11425529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7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3207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49779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62473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1452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9249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74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logo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48E485A-5392-9F9B-3D5B-96832871E34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4680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48E485A-5392-9F9B-3D5B-96832871E3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101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-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342900"/>
            <a:ext cx="1080621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5E2E84-828C-0D67-45DD-9F00A6282F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786912A0-DDCC-5616-1904-20DC8B7B7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857250"/>
            <a:ext cx="114300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>
                    <a:lumMod val="40000"/>
                    <a:lumOff val="60000"/>
                  </a:schemeClr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94FC5D54-DBE8-3397-252C-8C06963D3128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F1FA1B56-FAC2-4BA1-5B4A-E1683303D816}"/>
              </a:ext>
            </a:extLst>
          </p:cNvPr>
          <p:cNvSpPr txBox="1"/>
          <p:nvPr userDrawn="1"/>
        </p:nvSpPr>
        <p:spPr>
          <a:xfrm>
            <a:off x="5246083" y="6697379"/>
            <a:ext cx="65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667" b="0" kern="1200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483946F2-4CE8-5678-6E38-2991C1632C06}"/>
              </a:ext>
            </a:extLst>
          </p:cNvPr>
          <p:cNvSpPr txBox="1"/>
          <p:nvPr userDrawn="1"/>
        </p:nvSpPr>
        <p:spPr>
          <a:xfrm>
            <a:off x="0" y="6698602"/>
            <a:ext cx="1185008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b="0" i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Internal Use - Confidential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FC7EC7-4D35-4DB9-CE29-D7BE6C3180A2}"/>
              </a:ext>
            </a:extLst>
          </p:cNvPr>
          <p:cNvSpPr txBox="1"/>
          <p:nvPr userDrawn="1"/>
        </p:nvSpPr>
        <p:spPr>
          <a:xfrm>
            <a:off x="5128266" y="6702028"/>
            <a:ext cx="86562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64899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6897" y="2321005"/>
            <a:ext cx="7143750" cy="221599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lnSpc>
                <a:spcPct val="100000"/>
              </a:lnSpc>
              <a:defRPr lang="en-US" sz="7200" dirty="0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5A31E9-347D-832A-9EE9-E4665678B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4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16905A7-FC5B-9034-11C5-79709E9CA7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8387750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415" imgH="416" progId="TCLayout.ActiveDocument.1">
                  <p:embed/>
                </p:oleObj>
              </mc:Choice>
              <mc:Fallback>
                <p:oleObj name="think-cell Slide" r:id="rId26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6905A7-FC5B-9034-11C5-79709E9CA7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59758CE2-0438-263D-B9F3-E410BED6CAF0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CE0A08F5-A383-CC88-7E45-B3CAAC01630D}"/>
              </a:ext>
            </a:extLst>
          </p:cNvPr>
          <p:cNvSpPr txBox="1"/>
          <p:nvPr userDrawn="1"/>
        </p:nvSpPr>
        <p:spPr>
          <a:xfrm>
            <a:off x="5246083" y="6697379"/>
            <a:ext cx="65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667" b="0" kern="1200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FD2BB3EB-5B12-AEA8-E3E2-40A95F19C31C}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77B8E6-B487-D410-8666-2C15451CFB14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3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5" r:id="rId1"/>
    <p:sldLayoutId id="2147484066" r:id="rId2"/>
    <p:sldLayoutId id="2147484067" r:id="rId3"/>
    <p:sldLayoutId id="2147484068" r:id="rId4"/>
    <p:sldLayoutId id="2147484069" r:id="rId5"/>
    <p:sldLayoutId id="2147484070" r:id="rId6"/>
    <p:sldLayoutId id="2147484071" r:id="rId7"/>
    <p:sldLayoutId id="2147484072" r:id="rId8"/>
    <p:sldLayoutId id="2147484073" r:id="rId9"/>
    <p:sldLayoutId id="2147484074" r:id="rId10"/>
    <p:sldLayoutId id="2147484075" r:id="rId11"/>
    <p:sldLayoutId id="2147484076" r:id="rId12"/>
    <p:sldLayoutId id="2147484077" r:id="rId13"/>
    <p:sldLayoutId id="2147484078" r:id="rId14"/>
    <p:sldLayoutId id="2147484079" r:id="rId15"/>
    <p:sldLayoutId id="2147484080" r:id="rId16"/>
    <p:sldLayoutId id="2147484081" r:id="rId17"/>
    <p:sldLayoutId id="2147484082" r:id="rId18"/>
    <p:sldLayoutId id="2147484083" r:id="rId19"/>
    <p:sldLayoutId id="2147484084" r:id="rId20"/>
    <p:sldLayoutId id="2147484085" r:id="rId21"/>
    <p:sldLayoutId id="2147484086" r:id="rId22"/>
    <p:sldLayoutId id="2147484089" r:id="rId23"/>
  </p:sldLayoutIdLst>
  <p:txStyles>
    <p:titleStyle>
      <a:lvl1pPr algn="l" defTabSz="91438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6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55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9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9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3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8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52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4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9192-0866-3470-C102-02C9324F6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36E0-EF2E-F704-0450-0624B4626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29" y="2321005"/>
            <a:ext cx="7143750" cy="2215991"/>
          </a:xfrm>
        </p:spPr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BPA Introduction  </a:t>
            </a:r>
            <a:b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396847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E11C052-F0F0-00F9-06E8-D710CFA65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</p:spPr>
        <p:txBody>
          <a:bodyPr wrap="square">
            <a:normAutofit/>
          </a:bodyPr>
          <a:lstStyle/>
          <a:p>
            <a:r>
              <a:rPr lang="en-US" dirty="0"/>
              <a:t>Overview and Value Proposition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7BB21223-5915-E770-A3F8-24FE29184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600200"/>
            <a:ext cx="11430000" cy="45720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  <a:defRPr sz="2200"/>
            </a:pPr>
            <a:r>
              <a:rPr lang="en-US" sz="1700" dirty="0"/>
              <a:t>What is Blueprint Assist?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  <a:defRPr sz="2200"/>
            </a:pPr>
            <a:endParaRPr lang="en-US" sz="17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  <a:defRPr sz="2200"/>
            </a:pPr>
            <a:r>
              <a:rPr lang="en-US" sz="1700" dirty="0"/>
              <a:t>Key Value Propositions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  <a:defRPr sz="2200"/>
            </a:pPr>
            <a:endParaRPr lang="en-US" sz="1700" dirty="0"/>
          </a:p>
          <a:p>
            <a:pPr>
              <a:spcBef>
                <a:spcPts val="0"/>
              </a:spcBef>
              <a:spcAft>
                <a:spcPts val="600"/>
              </a:spcAft>
              <a:defRPr sz="2200"/>
            </a:pPr>
            <a:r>
              <a:rPr lang="en-US" sz="1700" dirty="0"/>
              <a:t>Accelerated Development: Reduce blueprint creation time by leveraging AI-assisted design patterns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/>
            </a:pPr>
            <a:r>
              <a:rPr lang="en-US" sz="1700" dirty="0"/>
              <a:t>Consistency: Ensure infrastructure deployments follow best practices and organizational standards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/>
            </a:pPr>
            <a:r>
              <a:rPr lang="en-US" sz="1700" dirty="0"/>
              <a:t>Knowledge Transfer: Enable teams to learn from existing blueprints through reasoning and analysis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/>
            </a:pPr>
            <a:r>
              <a:rPr lang="en-US" sz="1700" dirty="0"/>
              <a:t>Flexibility: Support both signed (validated) blueprints and custom organizational blueprints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/>
            </a:pPr>
            <a:r>
              <a:rPr lang="en-US" sz="1700" dirty="0"/>
              <a:t>Multi-Platform: Deploy across various platforms including Azure, bare-metal, and Kubernetes environments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123F06-2972-229B-2E96-B816682E5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</p:spPr>
        <p:txBody>
          <a:bodyPr/>
          <a:lstStyle/>
          <a:p>
            <a:r>
              <a:rPr lang="en-US" dirty="0"/>
              <a:t>Use Cases and Scenarios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C68CE65-A5A4-EE43-5CB0-007185F41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400"/>
              </a:spcAft>
              <a:buNone/>
              <a:defRPr sz="2200"/>
            </a:pPr>
            <a:r>
              <a:rPr lang="en-US" sz="1600" dirty="0"/>
              <a:t>Primary Use Cases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2200"/>
            </a:pPr>
            <a:r>
              <a:rPr lang="en-US" sz="1600" dirty="0"/>
              <a:t>Infrastructure Deployment: Deploy complete infrastructure stacks for applications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2200"/>
            </a:pPr>
            <a:r>
              <a:rPr lang="en-US" sz="1600" dirty="0"/>
              <a:t>Blueprint Analysis: Understand and audit existing blueprints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2200"/>
            </a:pPr>
            <a:r>
              <a:rPr lang="en-US" sz="1600" dirty="0"/>
              <a:t>Blueprint Creation: Build new blueprints from scratch using AI assistance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2200"/>
            </a:pPr>
            <a:r>
              <a:rPr lang="en-US" sz="1600" dirty="0"/>
              <a:t>Template Reuse: Leverage existing signed blueprints as starting points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2200"/>
            </a:pPr>
            <a:r>
              <a:rPr lang="en-US" sz="1600" dirty="0"/>
              <a:t>Custom Development: Create organization-specific blueprints for unique requirements</a:t>
            </a:r>
          </a:p>
          <a:p>
            <a:pPr marL="0" indent="0">
              <a:spcAft>
                <a:spcPts val="1400"/>
              </a:spcAft>
              <a:buNone/>
              <a:defRPr sz="2200"/>
            </a:pPr>
            <a:r>
              <a:rPr lang="en-US" sz="1600" dirty="0"/>
              <a:t>Target Scenarios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2200"/>
            </a:pPr>
            <a:r>
              <a:rPr lang="en-US" sz="1600" dirty="0"/>
              <a:t>Greenfield Deployments: New infrastructure projects starting from scratch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2200"/>
            </a:pPr>
            <a:r>
              <a:rPr lang="en-US" sz="1600" dirty="0"/>
              <a:t>Brownfield Migrations: Existing infrastructure being modernized or migrated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2200"/>
            </a:pPr>
            <a:r>
              <a:rPr lang="en-US" sz="1600" dirty="0"/>
              <a:t>Standardization Projects: Establishing consistent infrastructure patterns across teams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2200"/>
            </a:pPr>
            <a:r>
              <a:rPr lang="en-US" sz="1600" dirty="0"/>
              <a:t>Learning and Onboarding: New engineers learning infrastructure patterns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2200"/>
            </a:pPr>
            <a:r>
              <a:rPr lang="en-US" sz="1600" dirty="0"/>
              <a:t>Audit and Compliance: Reviewing existing deployments for best practices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AB5095-724B-A8DC-B125-289786DE3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886397"/>
          </a:xfrm>
        </p:spPr>
        <p:txBody>
          <a:bodyPr/>
          <a:lstStyle/>
          <a:p>
            <a:r>
              <a:rPr lang="en-US" dirty="0"/>
              <a:t>Architecture 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C1A9ED-6A4F-7E07-5650-B23073C77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High-Level Architecture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Blueprint Assist operates on a skills-based architecture where individual capabilities are encapsulated as modular skills that can be composed to create complex blueprints.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Core Components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Skills Engine: AI-powered engine that processes natural language and technical requirements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Blueprint Repository: Storage for signed and custom blueprints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Validation Layer: Ensures blueprints meet security and compliance requirements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Deployment Pipeline: Executes blueprints across target environments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Skills-Based Approach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The skills architecture allows for: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Modular composition of infrastructure components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Reusable skill libraries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Easy updates and maintenance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Custom skill development for organization-specific needs</a:t>
            </a:r>
          </a:p>
          <a:p>
            <a:pPr>
              <a:spcBef>
                <a:spcPts val="0"/>
              </a:spcBef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B6C546-6862-C7D4-AE54-F80729ED3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443198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E424CA-3CE9-81FC-F631-D07137EB2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100" y="400052"/>
            <a:ext cx="6456957" cy="582930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This section provides the foundation for understanding Blueprint Assist.</a:t>
            </a:r>
          </a:p>
          <a:p>
            <a:pPr marL="0" indent="0">
              <a:buNone/>
            </a:pPr>
            <a:r>
              <a:rPr lang="en-US" sz="1600" dirty="0"/>
              <a:t> </a:t>
            </a:r>
          </a:p>
          <a:p>
            <a:pPr marL="0" indent="0">
              <a:buNone/>
            </a:pPr>
            <a:r>
              <a:rPr lang="en-US" sz="1600" dirty="0"/>
              <a:t>The following sections will dive deeper into installation, skills, blueprint creation, and practical usage.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1185"/>
            <a:ext cx="2548547" cy="1329595"/>
          </a:xfrm>
        </p:spPr>
        <p:txBody>
          <a:bodyPr/>
          <a:lstStyle/>
          <a:p>
            <a:r>
              <a:rPr lang="en-US" dirty="0"/>
              <a:t>Prerequisites and Requirements</a:t>
            </a: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A56DC7-9752-57F9-5D35-36EFA1DE8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System Requirements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Operating System: Windows 10/11, macOS 10.15+, or Linux (Ubuntu 20.04+)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Memory: Minimum 8GB RAM (16GB recommended)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Storage: 10GB free disk space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Network: Internet connection for initial setup and skill queries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Account Requirements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Valid Blueprint Assist account or organizational access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Appropriate permissions for target deployment platforms (Azure, etc.)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Access to internal blueprint repositories (if applicable)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Software Dependencies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Git client for repository operations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PowerShell (Windows) or Bash/Linux shell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Python 3.8+ (for certain skill operations)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Docker (optional, for container-based deployments)</a:t>
            </a:r>
          </a:p>
          <a:p>
            <a:pPr>
              <a:spcBef>
                <a:spcPts val="0"/>
              </a:spcBef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Process</a:t>
            </a: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2EC3D3-E7B4-CA75-44DF-DA5D6AD64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Step 1: Obtain Blueprint Assist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Download the Blueprint Assist installer from the official distribution channel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Verify the checksum for security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Extract the installation package to a local directory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Step 2: Install Blueprint Assist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Windows: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 err="1"/>
              <a:t>powershell</a:t>
            </a:r>
            <a:endParaRPr lang="en-US" sz="1000" dirty="0"/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.\install.ps1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macOS/Linux: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 err="1"/>
              <a:t>chmod</a:t>
            </a:r>
            <a:r>
              <a:rPr lang="en-US" sz="1000" dirty="0"/>
              <a:t> +x install-blueprint-assist.sh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./install.sh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Step 3: Verify Installation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 err="1"/>
              <a:t>bpa</a:t>
            </a:r>
            <a:r>
              <a:rPr lang="en-US" sz="1000" dirty="0"/>
              <a:t> --version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 err="1"/>
              <a:t>bpa</a:t>
            </a:r>
            <a:r>
              <a:rPr lang="en-US" sz="1000" dirty="0"/>
              <a:t> --help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Step 4:Install these skills into your IDE: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 err="1"/>
              <a:t>bpa</a:t>
            </a:r>
            <a:r>
              <a:rPr lang="en-US" sz="1000" dirty="0"/>
              <a:t> setup-ide windsurf    # For Windsurf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 err="1"/>
              <a:t>bpa</a:t>
            </a:r>
            <a:r>
              <a:rPr lang="en-US" sz="1000" dirty="0"/>
              <a:t> setup-ide </a:t>
            </a:r>
            <a:r>
              <a:rPr lang="en-US" sz="1000" dirty="0" err="1"/>
              <a:t>claude</a:t>
            </a:r>
            <a:r>
              <a:rPr lang="en-US" sz="1000" dirty="0"/>
              <a:t>-code # For Claude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1185"/>
            <a:ext cx="2505209" cy="1329595"/>
          </a:xfrm>
        </p:spPr>
        <p:txBody>
          <a:bodyPr/>
          <a:lstStyle/>
          <a:p>
            <a:r>
              <a:rPr lang="en-US" dirty="0"/>
              <a:t>Configuration and Authentication</a:t>
            </a: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BD7415B-D6B7-4F1C-4BA4-44A3995C2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099" y="273020"/>
            <a:ext cx="8343900" cy="6229352"/>
          </a:xfrm>
        </p:spPr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Initial Configuration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Launch Blueprint Assist configuration wizard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Select your deployment environment (Azure, on-premises, hybrid)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Configure default storage locations for blueprints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Set up logging and telemetry preferences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Authentication Setup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Blueprint Assist Authentication: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dap-</a:t>
            </a:r>
            <a:r>
              <a:rPr lang="en-US" sz="1000" dirty="0" err="1"/>
              <a:t>bpa</a:t>
            </a:r>
            <a:r>
              <a:rPr lang="en-US" sz="1000" dirty="0"/>
              <a:t> setup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dap-</a:t>
            </a:r>
            <a:r>
              <a:rPr lang="en-US" sz="1000" dirty="0" err="1"/>
              <a:t>bpa</a:t>
            </a:r>
            <a:r>
              <a:rPr lang="en-US" sz="1000" dirty="0"/>
              <a:t> status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Repository Access Configuration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Configure Git credentials for blueprint repositories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Set up SSH keys or personal access tokens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Add repository URLs to Blueprint Assist configuration</a:t>
            </a:r>
          </a:p>
          <a:p>
            <a:pPr>
              <a:spcBef>
                <a:spcPts val="0"/>
              </a:spcBef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Steps</a:t>
            </a: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E1DF85-052A-5A23-D7B7-BCF7C8CBF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Test Basic Functionality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blueprint-assist skills list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blueprint-assist blueprint list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Sample Blueprint Test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Create and deploy a simple test blueprint to verify end-to-end functionality: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dap-</a:t>
            </a:r>
            <a:r>
              <a:rPr lang="en-US" sz="1000" dirty="0" err="1"/>
              <a:t>bpa</a:t>
            </a:r>
            <a:r>
              <a:rPr lang="en-US" sz="1000" dirty="0"/>
              <a:t> knowledge blueprints find "simple“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dap-</a:t>
            </a:r>
            <a:r>
              <a:rPr lang="en-US" sz="1000" dirty="0" err="1"/>
              <a:t>bpa</a:t>
            </a:r>
            <a:r>
              <a:rPr lang="en-US" sz="1000" dirty="0"/>
              <a:t> knowledge blueprints get docker-hello-world --include-files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>
              <a:spcBef>
                <a:spcPts val="0"/>
              </a:spcBef>
            </a:pP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19" y="801185"/>
            <a:ext cx="2786536" cy="1329595"/>
          </a:xfrm>
        </p:spPr>
        <p:txBody>
          <a:bodyPr/>
          <a:lstStyle/>
          <a:p>
            <a:r>
              <a:rPr lang="en-US" dirty="0"/>
              <a:t>Troubleshooting Common Issues</a:t>
            </a:r>
            <a:endParaRPr dirty="0"/>
          </a:p>
        </p:txBody>
      </p:sp>
      <p:sp>
        <p:nvSpPr>
          <p:cNvPr id="9" name="Content Placeholder 8"/>
          <p:cNvSpPr txBox="1">
            <a:spLocks noGrp="1"/>
          </p:cNvSpPr>
          <p:nvPr>
            <p:ph idx="1"/>
          </p:nvPr>
        </p:nvSpPr>
        <p:spPr>
          <a:xfrm>
            <a:off x="3467100" y="872140"/>
            <a:ext cx="8343900" cy="4885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sz="1600" dirty="0"/>
              <a:t>Installation Failures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sz="1600" dirty="0"/>
              <a:t>Issue: Permission denied during installation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defRPr sz="2200"/>
            </a:pPr>
            <a:r>
              <a:rPr sz="1000" dirty="0"/>
              <a:t>Solution: Run installer with elevated/admin privileges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sz="1600" dirty="0"/>
              <a:t>Issue: Dependency conflicts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defRPr sz="2200"/>
            </a:pPr>
            <a:r>
              <a:rPr sz="1000" dirty="0"/>
              <a:t>Solution: Check system requirements and update conflicting packages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sz="1600" dirty="0"/>
              <a:t>Authentication Issues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sz="1600" dirty="0"/>
              <a:t>Issue: Invalid credentials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defRPr sz="2200"/>
            </a:pPr>
            <a:r>
              <a:rPr sz="1000" dirty="0"/>
              <a:t>Solution: Verify account credentials and reset if necessary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sz="1600" dirty="0"/>
              <a:t>Issue: Token expiration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defRPr sz="2200"/>
            </a:pPr>
            <a:r>
              <a:rPr sz="1000" dirty="0"/>
              <a:t>Solution: Refresh authentication tokens using `blueprint-assist auth refresh`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sz="1600" dirty="0"/>
              <a:t>Network Issues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sz="1600" dirty="0"/>
              <a:t>Issue: Cannot reach Blueprint Assist service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defRPr sz="2200"/>
            </a:pPr>
            <a:r>
              <a:rPr sz="1000" dirty="0"/>
              <a:t>Solution: Check network connectivity and firewall settings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sz="1600" dirty="0"/>
              <a:t>Issue: Repository access denied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defRPr sz="2200"/>
            </a:pPr>
            <a:r>
              <a:rPr sz="1000" dirty="0"/>
              <a:t>Solution: Verify repository permissions and authentication tokens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45B242E-8130-D266-AAED-2840A9931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CLI Command Reference</a:t>
            </a:r>
          </a:p>
          <a:p>
            <a:pPr>
              <a:spcBef>
                <a:spcPts val="0"/>
              </a:spcBef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File location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000" dirty="0"/>
              <a:t>cat ~/.blueprint-assist/skills/references/cli-commands.md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Blueprint Authoring Reference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File location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000" dirty="0"/>
              <a:t>cat ~/.blueprint-assist/skills/references/blueprint-authoring.md</a:t>
            </a:r>
          </a:p>
          <a:p>
            <a:pPr>
              <a:spcBef>
                <a:spcPts val="0"/>
              </a:spcBef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Troubleshooting Guide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File location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000" dirty="0"/>
              <a:t>cat ~/.blueprint-assist/skills/references/troubleshooting.md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Main Skill Documentation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File location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000" dirty="0"/>
              <a:t>cat ~/.blueprint-assist/skills/SKILL.md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Alternative Commands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For reference information without credentials: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457193" lvl="1" indent="0">
              <a:spcBef>
                <a:spcPts val="0"/>
              </a:spcBef>
              <a:buNone/>
            </a:pPr>
            <a:r>
              <a:rPr lang="en-US" sz="1000" dirty="0"/>
              <a:t>dap-</a:t>
            </a:r>
            <a:r>
              <a:rPr lang="en-US" sz="1000" dirty="0" err="1"/>
              <a:t>bpa</a:t>
            </a:r>
            <a:r>
              <a:rPr lang="en-US" sz="1000" dirty="0"/>
              <a:t> knowledge docs search &lt;query&gt; - Search documentation</a:t>
            </a:r>
          </a:p>
          <a:p>
            <a:pPr marL="457193" lvl="1" indent="0">
              <a:spcBef>
                <a:spcPts val="0"/>
              </a:spcBef>
              <a:buNone/>
            </a:pPr>
            <a:r>
              <a:rPr lang="en-US" sz="1000" dirty="0"/>
              <a:t>dap-</a:t>
            </a:r>
            <a:r>
              <a:rPr lang="en-US" sz="1000" dirty="0" err="1"/>
              <a:t>bpa</a:t>
            </a:r>
            <a:r>
              <a:rPr lang="en-US" sz="1000" dirty="0"/>
              <a:t> knowledge plugins docs &lt;plugin&gt; - Get plugin documentation</a:t>
            </a:r>
          </a:p>
          <a:p>
            <a:pPr marL="457193" lvl="1" indent="0">
              <a:spcBef>
                <a:spcPts val="0"/>
              </a:spcBef>
              <a:buNone/>
            </a:pPr>
            <a:r>
              <a:rPr lang="en-US" sz="1000" dirty="0"/>
              <a:t>dap-</a:t>
            </a:r>
            <a:r>
              <a:rPr lang="en-US" sz="1000" dirty="0" err="1"/>
              <a:t>bpa</a:t>
            </a:r>
            <a:r>
              <a:rPr lang="en-US" sz="1000" dirty="0"/>
              <a:t> knowledge blueprints list - List blueprint examples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1185"/>
            <a:ext cx="2405535" cy="1329595"/>
          </a:xfrm>
        </p:spPr>
        <p:txBody>
          <a:bodyPr/>
          <a:lstStyle/>
          <a:p>
            <a:r>
              <a:rPr lang="en-US" dirty="0"/>
              <a:t>List of Available Skills</a:t>
            </a: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CF8813-2DA7-9F04-8DF9-1DFA3C5BC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100" y="221016"/>
            <a:ext cx="8343900" cy="6008336"/>
          </a:xfrm>
        </p:spPr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Note: This section requires querying Blueprint Assist for the current, up-to-date list of skills.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Run the following command to get the latest skill catalog: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	</a:t>
            </a:r>
            <a:r>
              <a:rPr lang="en-US" sz="1000" dirty="0"/>
              <a:t>blueprint-assist skills list --detailed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Blueprint Assist skills are organized into functional categories: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Core Skills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Blueprint-assist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Dapp Orchestrator Core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Deployment Monitoring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Deployment Updates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Service Composition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Plugin Skills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Cloud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Containers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Configuration Management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Virtualization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Edge and Infrastructure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Utilities</a:t>
            </a:r>
          </a:p>
          <a:p>
            <a:pPr>
              <a:spcBef>
                <a:spcPts val="0"/>
              </a:spcBef>
            </a:pP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466F943-173C-7C19-031D-34E19346E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443198"/>
          </a:xfrm>
        </p:spPr>
        <p:txBody>
          <a:bodyPr/>
          <a:lstStyle/>
          <a:p>
            <a:r>
              <a:rPr lang="en-US" dirty="0"/>
              <a:t>BPA CLI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244C66-5E0B-293D-738A-22DCBAB17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Returning the full CLI options.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000" dirty="0"/>
              <a:t>	</a:t>
            </a:r>
            <a:r>
              <a:rPr lang="en-US" sz="1000" dirty="0" err="1"/>
              <a:t>bpa</a:t>
            </a:r>
            <a:r>
              <a:rPr lang="en-US" sz="1000" dirty="0"/>
              <a:t> help</a:t>
            </a:r>
          </a:p>
          <a:p>
            <a:pPr>
              <a:spcBef>
                <a:spcPts val="0"/>
              </a:spcBef>
            </a:pPr>
            <a:endParaRPr lang="en-US" sz="1600" dirty="0"/>
          </a:p>
          <a:p>
            <a:pPr marL="342900" indent="-342900">
              <a:spcBef>
                <a:spcPts val="0"/>
              </a:spcBef>
              <a:buAutoNum type="arabicPeriod"/>
            </a:pPr>
            <a:r>
              <a:rPr lang="en-US" sz="1600" dirty="0"/>
              <a:t>Setup - Configuration and IDE skill installation  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endParaRPr lang="en-US" sz="1600" dirty="0"/>
          </a:p>
          <a:p>
            <a:pPr marL="342900" indent="-342900">
              <a:spcBef>
                <a:spcPts val="0"/>
              </a:spcBef>
              <a:buAutoNum type="arabicPeriod"/>
            </a:pPr>
            <a:r>
              <a:rPr lang="en-US" sz="1600" dirty="0"/>
              <a:t>Knowledge - Local plugin/node type/docs/blueprint management (no auth needed)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endParaRPr lang="en-US" sz="1600" dirty="0"/>
          </a:p>
          <a:p>
            <a:pPr marL="342900" indent="-342900">
              <a:spcBef>
                <a:spcPts val="0"/>
              </a:spcBef>
              <a:buAutoNum type="arabicPeriod"/>
            </a:pPr>
            <a:r>
              <a:rPr lang="en-US" sz="1600" dirty="0"/>
              <a:t>Blueprint - Linting and validation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endParaRPr lang="en-US" sz="1600" dirty="0"/>
          </a:p>
          <a:p>
            <a:pPr marL="342900" indent="-342900">
              <a:spcBef>
                <a:spcPts val="0"/>
              </a:spcBef>
              <a:buAutoNum type="arabicPeriod"/>
            </a:pPr>
            <a:r>
              <a:rPr lang="en-US" sz="1600" dirty="0"/>
              <a:t>Orchestrator - DAP API commands (requires credentials)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endParaRPr lang="en-US" sz="1600" dirty="0"/>
          </a:p>
          <a:p>
            <a:pPr marL="342900" indent="-342900">
              <a:spcBef>
                <a:spcPts val="0"/>
              </a:spcBef>
              <a:buAutoNum type="arabicPeriod"/>
            </a:pPr>
            <a:r>
              <a:rPr lang="en-US" sz="1600" dirty="0"/>
              <a:t>Monitor - Deployment and execution monitoring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endParaRPr lang="en-US" sz="1600" dirty="0"/>
          </a:p>
          <a:p>
            <a:pPr marL="342900" indent="-342900">
              <a:spcBef>
                <a:spcPts val="0"/>
              </a:spcBef>
              <a:buAutoNum type="arabicPeriod"/>
            </a:pPr>
            <a:r>
              <a:rPr lang="en-US" sz="1600" dirty="0"/>
              <a:t>Global flags - Cross-cutting options like --</a:t>
            </a:r>
            <a:r>
              <a:rPr lang="en-US" sz="1600" dirty="0" err="1"/>
              <a:t>json</a:t>
            </a:r>
            <a:r>
              <a:rPr lang="en-US" sz="1600" dirty="0"/>
              <a:t>, --orchestrator, --dry-run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049D1D-C3C0-4990-2426-A4041935E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</p:spPr>
        <p:txBody>
          <a:bodyPr/>
          <a:lstStyle/>
          <a:p>
            <a:r>
              <a:rPr lang="en-US" dirty="0"/>
              <a:t>Skill Architecture 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47727C6-2957-8B84-60D2-B2A766E24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Core Principles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Modularity: Each skill encapsulates a specific capability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Composability: Skills can be combined to create complex deployments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Reusability: Skills can be reused across multiple blueprints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Independence: Skills can be developed, tested, and updated independently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Discoverability: Skills are easily discoverable and self-documenting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Architecture Components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Each skill is defined by: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skill.md: Metadata and documentation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Implementation: Code that executes the skill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Schema: Input/output definitions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Dependencies: Required skills or resources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Central repository that: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Stores skill definitions and implementations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Provides version control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Enables skill discovery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Manages skill dependencies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Runtime environment that: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Parses skill definitions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Resolves dependencies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Executes skills in correct order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Handles skill lifecycle</a:t>
            </a:r>
          </a:p>
          <a:p>
            <a:pPr>
              <a:spcBef>
                <a:spcPts val="0"/>
              </a:spcBef>
            </a:pPr>
            <a:endParaRPr lang="en-US" sz="1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0891D44-7F93-1D0D-A3E5-557FEFEEE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</p:spPr>
        <p:txBody>
          <a:bodyPr/>
          <a:lstStyle/>
          <a:p>
            <a:r>
              <a:rPr lang="en-US" dirty="0"/>
              <a:t>Analyze Existing Blueprints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FCAA45-040C-63A0-508A-486275B8E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Overview of Blueprint Analysis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Blueprint Assist provides powerful reasoning capabilities to analyze existing blueprints, understand their structure, and explain their behavior.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This is particularly useful for: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Auditing infrastructure deployments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Understanding inherited blueprints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Learning from existing patterns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Troubleshooting deployment issues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r>
              <a:rPr lang="en-US" sz="1600" dirty="0"/>
              <a:t>Documenting infrastructure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endParaRPr lang="en-US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600" dirty="0"/>
              <a:t>Analyzing a Blueprint</a:t>
            </a:r>
          </a:p>
          <a:p>
            <a:pPr marL="457193" lvl="1" indent="0">
              <a:lnSpc>
                <a:spcPct val="130000"/>
              </a:lnSpc>
              <a:spcBef>
                <a:spcPts val="0"/>
              </a:spcBef>
              <a:buNone/>
              <a:defRPr sz="2200"/>
            </a:pPr>
            <a:r>
              <a:rPr lang="en-US" sz="1000" dirty="0"/>
              <a:t>dap-</a:t>
            </a:r>
            <a:r>
              <a:rPr lang="en-US" sz="1000"/>
              <a:t>bpa </a:t>
            </a:r>
            <a:r>
              <a:rPr lang="en-US" sz="1000" dirty="0"/>
              <a:t>analyze &lt;blueprint-name&gt; or &lt;blueprint-path&gt;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2200"/>
            </a:pP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TS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Redesign_Final  -  Read-Only" id="{C06D947A-FEEA-4F78-B56B-C88BEC689CD2}" vid="{0F200309-FEE7-4483-B31D-CC3CC69156FE}"/>
    </a:ext>
  </a:extLst>
</a:theme>
</file>

<file path=ppt/theme/theme2.xml><?xml version="1.0" encoding="utf-8"?>
<a:theme xmlns:a="http://schemas.openxmlformats.org/drawingml/2006/main" name="Office Them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A0ED25853EA647833116273C8A92BD" ma:contentTypeVersion="14" ma:contentTypeDescription="Create a new document." ma:contentTypeScope="" ma:versionID="17720f5e723c969bde78e69d3188e361">
  <xsd:schema xmlns:xsd="http://www.w3.org/2001/XMLSchema" xmlns:xs="http://www.w3.org/2001/XMLSchema" xmlns:p="http://schemas.microsoft.com/office/2006/metadata/properties" xmlns:ns2="34463260-fc0b-42bb-87a0-ce7bf9a978dd" xmlns:ns3="2e32b503-b380-467e-9d98-867131a8de4c" targetNamespace="http://schemas.microsoft.com/office/2006/metadata/properties" ma:root="true" ma:fieldsID="aa821d0922bc3bdd882fcaf1bca40d24" ns2:_="" ns3:_="">
    <xsd:import namespace="34463260-fc0b-42bb-87a0-ce7bf9a978dd"/>
    <xsd:import namespace="2e32b503-b380-467e-9d98-867131a8de4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63260-fc0b-42bb-87a0-ce7bf9a978d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9935f71-1413-4a92-bb4d-0198b4dbd125}" ma:internalName="TaxCatchAll" ma:showField="CatchAllData" ma:web="34463260-fc0b-42bb-87a0-ce7bf9a978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32b503-b380-467e-9d98-867131a8de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4a8f3d3-8814-4760-a664-575ca63320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463260-fc0b-42bb-87a0-ce7bf9a978dd" xsi:nil="true"/>
    <lcf76f155ced4ddcb4097134ff3c332f xmlns="2e32b503-b380-467e-9d98-867131a8de4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44F60BA-53F9-4952-AA60-A100AF9A19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8DB4BD-29E0-4E87-9577-1A21D1EA9C8F}">
  <ds:schemaRefs>
    <ds:schemaRef ds:uri="2e32b503-b380-467e-9d98-867131a8de4c"/>
    <ds:schemaRef ds:uri="34463260-fc0b-42bb-87a0-ce7bf9a978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ADA08A1-A182-4FED-BE08-552CC2323C26}">
  <ds:schemaRefs>
    <ds:schemaRef ds:uri="2e32b503-b380-467e-9d98-867131a8de4c"/>
    <ds:schemaRef ds:uri="34463260-fc0b-42bb-87a0-ce7bf9a978d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</TotalTime>
  <Words>1129</Words>
  <Application>Microsoft Office PowerPoint</Application>
  <PresentationFormat>Widescreen</PresentationFormat>
  <Paragraphs>222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Nova Light</vt:lpstr>
      <vt:lpstr>Calibri</vt:lpstr>
      <vt:lpstr>Wingdings</vt:lpstr>
      <vt:lpstr>DTS TEMPLATE</vt:lpstr>
      <vt:lpstr>think-cell Slide</vt:lpstr>
      <vt:lpstr>BPA Introduction     April 2026</vt:lpstr>
      <vt:lpstr>Overview and Value Proposition</vt:lpstr>
      <vt:lpstr>Use Cases and Scenarios</vt:lpstr>
      <vt:lpstr>Architecture Overview</vt:lpstr>
      <vt:lpstr>Next Steps</vt:lpstr>
      <vt:lpstr>Prerequisites and Requirements</vt:lpstr>
      <vt:lpstr>Installation Process</vt:lpstr>
      <vt:lpstr>Configuration and Authentication</vt:lpstr>
      <vt:lpstr>Verification Steps</vt:lpstr>
      <vt:lpstr>Troubleshooting Common Issues</vt:lpstr>
      <vt:lpstr>Reference</vt:lpstr>
      <vt:lpstr>List of Available Skills</vt:lpstr>
      <vt:lpstr>BPA CLI </vt:lpstr>
      <vt:lpstr>Skill Architecture Overview</vt:lpstr>
      <vt:lpstr>Analyze Existing Blueprints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Dell Technologies PowerPoint Template</dc:title>
  <dc:creator>Loftin, Anna</dc:creator>
  <cp:lastModifiedBy>Sonders, Robert</cp:lastModifiedBy>
  <cp:revision>2</cp:revision>
  <cp:lastPrinted>2018-09-10T14:53:10Z</cp:lastPrinted>
  <dcterms:created xsi:type="dcterms:W3CDTF">2023-04-17T13:29:05Z</dcterms:created>
  <dcterms:modified xsi:type="dcterms:W3CDTF">2026-07-04T00:12:29Z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6fab74-d5af-4af7-a9a4-78d84655a626_Enabled">
    <vt:lpwstr>True</vt:lpwstr>
  </property>
  <property fmtid="{D5CDD505-2E9C-101B-9397-08002B2CF9AE}" pid="3" name="MSIP_Label_da6fab74-d5af-4af7-a9a4-78d84655a626_SiteId">
    <vt:lpwstr>945c199a-83a2-4e80-9f8c-5a91be5752dd</vt:lpwstr>
  </property>
  <property fmtid="{D5CDD505-2E9C-101B-9397-08002B2CF9AE}" pid="4" name="MSIP_Label_da6fab74-d5af-4af7-a9a4-78d84655a626_Owner">
    <vt:lpwstr>Denise.Leblanc@dell.com</vt:lpwstr>
  </property>
  <property fmtid="{D5CDD505-2E9C-101B-9397-08002B2CF9AE}" pid="5" name="MSIP_Label_da6fab74-d5af-4af7-a9a4-78d84655a626_SetDate">
    <vt:lpwstr>2020-12-08T14:27:20.7006711Z</vt:lpwstr>
  </property>
  <property fmtid="{D5CDD505-2E9C-101B-9397-08002B2CF9AE}" pid="6" name="MSIP_Label_da6fab74-d5af-4af7-a9a4-78d84655a626_Name">
    <vt:lpwstr>Visual Marking</vt:lpwstr>
  </property>
  <property fmtid="{D5CDD505-2E9C-101B-9397-08002B2CF9AE}" pid="7" name="MSIP_Label_da6fab74-d5af-4af7-a9a4-78d84655a626_Application">
    <vt:lpwstr>Microsoft Azure Information Protection</vt:lpwstr>
  </property>
  <property fmtid="{D5CDD505-2E9C-101B-9397-08002B2CF9AE}" pid="8" name="MSIP_Label_da6fab74-d5af-4af7-a9a4-78d84655a626_ActionId">
    <vt:lpwstr>493a9c59-0ea0-4b21-bc93-02385592a54b</vt:lpwstr>
  </property>
  <property fmtid="{D5CDD505-2E9C-101B-9397-08002B2CF9AE}" pid="9" name="MSIP_Label_da6fab74-d5af-4af7-a9a4-78d84655a626_Parent">
    <vt:lpwstr>7de70ee2-0cb4-4d60-aee5-75ef2c4c8a90</vt:lpwstr>
  </property>
  <property fmtid="{D5CDD505-2E9C-101B-9397-08002B2CF9AE}" pid="10" name="MSIP_Label_da6fab74-d5af-4af7-a9a4-78d84655a626_Extended_MSFT_Method">
    <vt:lpwstr>Manual</vt:lpwstr>
  </property>
  <property fmtid="{D5CDD505-2E9C-101B-9397-08002B2CF9AE}" pid="11" name="aiplabel">
    <vt:lpwstr>Internal Use Visual Marking</vt:lpwstr>
  </property>
  <property fmtid="{D5CDD505-2E9C-101B-9397-08002B2CF9AE}" pid="12" name="MediaServiceImageTags">
    <vt:lpwstr/>
  </property>
  <property fmtid="{D5CDD505-2E9C-101B-9397-08002B2CF9AE}" pid="13" name="ContentTypeId">
    <vt:lpwstr>0x010100D0A0ED25853EA647833116273C8A92BD</vt:lpwstr>
  </property>
  <property fmtid="{D5CDD505-2E9C-101B-9397-08002B2CF9AE}" pid="14" name="MSIP_Label_dad3be33-4108-4738-9e07-d8656a181486_Enabled">
    <vt:lpwstr>true</vt:lpwstr>
  </property>
  <property fmtid="{D5CDD505-2E9C-101B-9397-08002B2CF9AE}" pid="15" name="MSIP_Label_dad3be33-4108-4738-9e07-d8656a181486_SetDate">
    <vt:lpwstr>2026-07-04T00:12:27Z</vt:lpwstr>
  </property>
  <property fmtid="{D5CDD505-2E9C-101B-9397-08002B2CF9AE}" pid="16" name="MSIP_Label_dad3be33-4108-4738-9e07-d8656a181486_Method">
    <vt:lpwstr>Privileged</vt:lpwstr>
  </property>
  <property fmtid="{D5CDD505-2E9C-101B-9397-08002B2CF9AE}" pid="17" name="MSIP_Label_dad3be33-4108-4738-9e07-d8656a181486_Name">
    <vt:lpwstr>Public No Visual Label</vt:lpwstr>
  </property>
  <property fmtid="{D5CDD505-2E9C-101B-9397-08002B2CF9AE}" pid="18" name="MSIP_Label_dad3be33-4108-4738-9e07-d8656a181486_SiteId">
    <vt:lpwstr>945c199a-83a2-4e80-9f8c-5a91be5752dd</vt:lpwstr>
  </property>
  <property fmtid="{D5CDD505-2E9C-101B-9397-08002B2CF9AE}" pid="19" name="MSIP_Label_dad3be33-4108-4738-9e07-d8656a181486_ActionId">
    <vt:lpwstr>05757cb2-72e0-455e-a716-04fd40b2fb3a</vt:lpwstr>
  </property>
  <property fmtid="{D5CDD505-2E9C-101B-9397-08002B2CF9AE}" pid="20" name="MSIP_Label_dad3be33-4108-4738-9e07-d8656a181486_ContentBits">
    <vt:lpwstr>0</vt:lpwstr>
  </property>
  <property fmtid="{D5CDD505-2E9C-101B-9397-08002B2CF9AE}" pid="21" name="MSIP_Label_dad3be33-4108-4738-9e07-d8656a181486_Tag">
    <vt:lpwstr>10, 0, 1, 1</vt:lpwstr>
  </property>
</Properties>
</file>